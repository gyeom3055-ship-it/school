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게임 소개" id="{22569737-c896-1f61-f81f-d451c8136292}">
          <p14:sldIdLst>
            <p14:sldId id="256"/>
          </p14:sldIdLst>
        </p14:section>
        <p14:section name="경쟁작 분석" id="{e69d868d-591d-3d31-9ed1-6fc4bf7dde26}">
          <p14:sldIdLst>
            <p14:sldId id="257"/>
            <p14:sldId id="258"/>
            <p14:sldId id="259"/>
          </p14:sldIdLst>
        </p14:section>
        <p14:section name="게임 시스템" id="{5f1864da-87e4-9187-a064-8f85664dfc81}">
          <p14:sldIdLst>
            <p14:sldId id="260"/>
            <p14:sldId id="261"/>
            <p14:sldId id="262"/>
          </p14:sldIdLst>
        </p14:section>
        <p14:section name="비주얼·제작·결론" id="{f616243f-7bc2-c1c0-d223-3a971f4d499f}">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GUARD는 플레이어가 가상의 디지털 안전 센터에서 보안 심사관이 되어, 메시지·계정·파일 공유 요청을 검토하고 안전한 결정을 내리는 Unity 6 모바일 게임입니다. 슬로건 '의심하고, 확인하고, 판단하라'는 게임의 핵심 플레이 순서이기도 합니다. 오늘은 경쟁작과의 차이, 실제 플레이 방식, 제작 계획을 중심으로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번째로 참고한 게임은 Papers, Please입니다. 서류를 대조하고 규칙에 따라 승인·거부하며, 규칙이 늘수록 어려워지는 문서 심사 메커니즘은 DIGITAL GUARD의 직접적인 참고 사례입니다. Jigsaw 피싱 퀴즈는 즉각적인 해설 피드백이, CyberStart는 단계 진행과 힌트 구조가 참고할 점입니다. 단, CyberStart는 2024년에 종료된 서비스로 과거 사례로 소개합니다.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제품과 DIGITAL GUARD를 같은 기준으로 비교했습니다. Papers, Please는 정보 대조가 핵심이지만 교육용이 아닌 성인 중심 서사 게임이고, Jigsaw 퀴즈는 메일 한 통 단위의 정상·피싱 분류에 집중합니다. DIGITAL GUARD는 여러 문서를 대조해 승인·거부·추가 확인을 고르는 판단을 청소년용 세로 화면 모바일 경험으로 설계했다는 점이 다릅니다. (출처: pocketgamer.com/papers-please/ios-android-release-date-august-5th/ · darkreading.com/cyberattacks-data-breaches/google-creates-online-phishing-quiz · hackerdna.com/blog/cyberstart — Jigsaw 퀴즈의 현재 접속 가능 여부는 발표 전 확인 권장)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GUARD의 차별점은 네 가지입니다. 메시지 하나가 아니라 여러 문서를 함께 대조하고, 위험해 보인다고 무조건 거부하지 않고 승인·거부·추가 확인 중에서 근거 있게 고릅니다. 또 스마트폰에서 탭과 하단 버튼만으로 플레이하도록 설계했고, 개인정보·피싱·계정 보안·공유 권한을 실생활과 닮은 가상 사건으로 배웁니다.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사건은 접수, 문서 확인, 단서 비교, 판정, 결과 해설의 다섯 단계로 진행됩니다. 예를 들어 학교 지원팀을 사칭한 메시지가 오면, 플레이어는 발신 주소를 등록된 연락처와 대조해 도메인이 다르다는 것을 찾고, 비밀번호 입력 요구까지 확인한 뒤 거부합니다. 결과 화면에서는 어떤 단서를 찾았는지와 안전한 대응 방법을 바로 배웁니다. 아래 화면들은 아직 개발 전인 예상 UI입니다.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스마트폰에서의 실제 플레이 흐름을 보여 주는 예상 UI입니다. 사건 알림을 받고 검토를 시작하면, 메시지의 발신자 필드를 탭해 자세히 보고, 비교 모드에서 등록된 연락처와 대조해 불일치를 찾습니다. 마지막으로 화면 하단의 큰 승인·거부·추가 확인 버튼으로 판정하면 바로 결과와 해설이 나옵니다. 모든 핵심 조작은 한 손 엄지로 닿는 하단에 배치했습니다.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난이도는 문서 양이 아니라 판단에 필요한 정보와 규칙의 복잡도로 올립니다. 초급은 이름 하나의 불일치를 찾는 수준이고, 심화에서는 긴급 요청과 사칭, 빈칸이 있는 서류가 섞인 상황에서 추가 확인이 필요한지 판단합니다. 단계마다 새 보안 도구와 등급, 배지가 열리며, 점수는 속도보다 정확한 판정과 근거에 집중합니다. 틀리면 힌트를 보고 다시 생각할 기회가 주어집니다.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비주얼은 두 가지 테마로 준비합니다. A안은 네이비와 청록 중심의 깔끔한 모던 미니멀, B안은 레트로 단말기와 픽셀 캐릭터가 있는 2D 도트 스타일입니다. 두 테마는 별개의 게임이 아니라 사례 데이터, 규칙 판정, 점수와 저장 시스템을 공유하고 그래픽 자산만 바꾸는 구조입니다. 제작은 핵심 프로토타입부터 모바일 QA까지 다섯 단계로 진행하며, 구체 기간은 인력과 범위가 확정되면 산정하겠습니다.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GUARD가 만들고 싶은 경험은 정답을 맞히는 것이 아니라, 정보를 대조하고 근거를 들어 판단하는 경험입니다. 교육성, 게임성, 그리고 새 사건을 데이터로 계속 추가할 수 있는 확장성을 함께 갖춘 모바일 게임을 목표로 합니다. 의심하고, 확인하고, 판단하라.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6122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A33"/>
        </a:solidFill>
      </p:bgPr>
    </p:bg>
    <p:spTree>
      <p:nvGrpSpPr>
        <p:cNvPr id="1" name=""/>
        <p:cNvGrpSpPr/>
        <p:nvPr/>
      </p:nvGrpSpPr>
      <p:grpSpPr>
        <a:xfrm>
          <a:off x="0" y="0"/>
          <a:ext cx="0" cy="0"/>
          <a:chOff x="0" y="0"/>
          <a:chExt cx="0" cy="0"/>
        </a:xfrm>
      </p:grpSpPr>
      <p:sp>
        <p:nvSpPr>
          <p:cNvPr id="2" name="Text 0"/>
          <p:cNvSpPr/>
          <p:nvPr/>
        </p:nvSpPr>
        <p:spPr>
          <a:xfrm>
            <a:off x="548640" y="6455664"/>
            <a:ext cx="4572000" cy="237744"/>
          </a:xfrm>
          <a:prstGeom prst="rect">
            <a:avLst/>
          </a:prstGeom>
          <a:noFill/>
          <a:ln/>
        </p:spPr>
        <p:txBody>
          <a:bodyPr wrap="square" lIns="0" tIns="0" rIns="0" bIns="0" rtlCol="0" anchor="ctr"/>
          <a:lstStyle/>
          <a:p>
            <a:pPr indent="0" marL="0">
              <a:buNone/>
            </a:pPr>
            <a:r>
              <a:rPr lang="en-US" sz="1000" dirty="0">
                <a:solidFill>
                  <a:srgbClr val="6F86A6"/>
                </a:solidFill>
                <a:latin typeface="맑은 고딕" pitchFamily="34" charset="0"/>
                <a:ea typeface="맑은 고딕" pitchFamily="34" charset="-122"/>
                <a:cs typeface="맑은 고딕" pitchFamily="34" charset="-120"/>
              </a:rPr>
              <a:t>DIGITAL GUARD  |  게임 기획 발표</a:t>
            </a:r>
            <a:endParaRPr lang="en-US" sz="1000" dirty="0"/>
          </a:p>
        </p:txBody>
      </p:sp>
      <p:sp>
        <p:nvSpPr>
          <p:cNvPr id="3" name="Text 1"/>
          <p:cNvSpPr/>
          <p:nvPr>
            <p:ph idx="101" type="title" hasCustomPrompt="1"/>
          </p:nvPr>
        </p:nvSpPr>
        <p:spPr>
          <a:xfrm>
            <a:off x="548640" y="347472"/>
            <a:ext cx="11064240" cy="658368"/>
          </a:xfrm>
          <a:prstGeom prst="rect">
            <a:avLst/>
          </a:prstGeom>
          <a:noFill/>
          <a:ln/>
        </p:spPr>
        <p:txBody>
          <a:bodyPr wrap="square" rtlCol="0"/>
          <a:lstStyle>
            <a:lvl1pPr algn="l" indent="0" marL="0">
              <a:buNone/>
              <a:defRPr lang="en-US" sz="3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3.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디지털 보안 센터에서 단말기와 문서를 검토하는 심사관과 AI 조수 도트 (키아트 시안)">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85800" y="1051560"/>
            <a:ext cx="2148840" cy="365760"/>
          </a:xfrm>
          <a:prstGeom prst="roundRect">
            <a:avLst>
              <a:gd name="adj" fmla="val 50000"/>
            </a:avLst>
          </a:prstGeom>
          <a:solidFill>
            <a:srgbClr val="19B3B1"/>
          </a:solidFill>
          <a:ln/>
        </p:spPr>
      </p:sp>
      <p:sp>
        <p:nvSpPr>
          <p:cNvPr id="4" name="Text 1"/>
          <p:cNvSpPr txBox="1"/>
          <p:nvPr/>
        </p:nvSpPr>
        <p:spPr>
          <a:xfrm>
            <a:off x="685800" y="1051560"/>
            <a:ext cx="2148840" cy="365760"/>
          </a:xfrm>
          <a:prstGeom prst="rect">
            <a:avLst/>
          </a:prstGeom>
          <a:noFill/>
          <a:ln/>
        </p:spPr>
        <p:txBody>
          <a:bodyPr wrap="square" lIns="0" tIns="0" rIns="0" bIns="0" rtlCol="0" anchor="ctr"/>
          <a:lstStyle/>
          <a:p>
            <a:pPr algn="ctr" indent="0" marL="0">
              <a:buNone/>
            </a:pPr>
            <a:r>
              <a:rPr lang="ko-KR" altLang="en-US" sz="1300" b="1" dirty="0">
                <a:solidFill>
                  <a:srgbClr val="06122A"/>
                </a:solidFill>
                <a:latin typeface="맑은 고딕" pitchFamily="34" charset="0"/>
                <a:ea typeface="맑은 고딕" pitchFamily="34" charset="-122"/>
                <a:cs typeface="맑은 고딕" pitchFamily="34" charset="-120"/>
              </a:rPr>
              <a:t>Unity 6  Mobile Game</a:t>
            </a:r>
            <a:endParaRPr lang="ko-KR" sz="1300" dirty="0"/>
          </a:p>
        </p:txBody>
      </p:sp>
      <p:sp>
        <p:nvSpPr>
          <p:cNvPr id="5" name="Text 2"/>
          <p:cNvSpPr txBox="1"/>
          <p:nvPr/>
        </p:nvSpPr>
        <p:spPr>
          <a:xfrm>
            <a:off x="685800" y="1554480"/>
            <a:ext cx="4754880" cy="1783080"/>
          </a:xfrm>
          <a:prstGeom prst="rect">
            <a:avLst/>
          </a:prstGeom>
          <a:noFill/>
          <a:ln/>
        </p:spPr>
        <p:txBody>
          <a:bodyPr wrap="square" lIns="0" tIns="0" rIns="0" bIns="0" rtlCol="0" anchor="t"/>
          <a:lstStyle/>
          <a:p>
            <a:pPr indent="0" marL="0">
              <a:lnSpc>
                <a:spcPct val="88000"/>
              </a:lnSpc>
              <a:buNone/>
            </a:pPr>
            <a:r>
              <a:rPr lang="ko-KR" altLang="en-US" sz="6400" b="1" spc="200" kern="0" dirty="0">
                <a:solidFill>
                  <a:srgbClr val="FFFFFF"/>
                </a:solidFill>
                <a:latin typeface="맑은 고딕" pitchFamily="34" charset="0"/>
                <a:ea typeface="맑은 고딕" pitchFamily="34" charset="-122"/>
                <a:cs typeface="맑은 고딕" pitchFamily="34" charset="-120"/>
              </a:rPr>
              <a:t>DIGITAL</a:t>
            </a:r>
            <a:endParaRPr lang="ko-KR" sz="6400" dirty="0"/>
          </a:p>
          <a:p>
            <a:pPr indent="0" marL="0">
              <a:lnSpc>
                <a:spcPct val="88000"/>
              </a:lnSpc>
              <a:buNone/>
            </a:pPr>
            <a:r>
              <a:rPr lang="ko-KR" altLang="en-US" sz="6400" b="1" spc="200" kern="0" dirty="0">
                <a:solidFill>
                  <a:srgbClr val="FFFFFF"/>
                </a:solidFill>
                <a:latin typeface="맑은 고딕" pitchFamily="34" charset="0"/>
                <a:ea typeface="맑은 고딕" pitchFamily="34" charset="-122"/>
                <a:cs typeface="맑은 고딕" pitchFamily="34" charset="-120"/>
              </a:rPr>
              <a:t>GUARD</a:t>
            </a:r>
            <a:endParaRPr lang="ko-KR" sz="6400" dirty="0"/>
          </a:p>
        </p:txBody>
      </p:sp>
      <p:sp>
        <p:nvSpPr>
          <p:cNvPr id="6" name="Text 3"/>
          <p:cNvSpPr txBox="1"/>
          <p:nvPr/>
        </p:nvSpPr>
        <p:spPr>
          <a:xfrm>
            <a:off x="685800" y="3429000"/>
            <a:ext cx="4572000" cy="548640"/>
          </a:xfrm>
          <a:prstGeom prst="rect">
            <a:avLst/>
          </a:prstGeom>
          <a:noFill/>
          <a:ln/>
        </p:spPr>
        <p:txBody>
          <a:bodyPr wrap="square" lIns="0" tIns="0" rIns="0" bIns="0" rtlCol="0" anchor="t"/>
          <a:lstStyle/>
          <a:p>
            <a:pPr indent="0" marL="0">
              <a:buNone/>
            </a:pPr>
            <a:r>
              <a:rPr lang="ko-KR" altLang="en-US" sz="2800" b="1" dirty="0">
                <a:solidFill>
                  <a:srgbClr val="19B3B1"/>
                </a:solidFill>
                <a:latin typeface="맑은 고딕" pitchFamily="34" charset="0"/>
                <a:ea typeface="맑은 고딕" pitchFamily="34" charset="-122"/>
                <a:cs typeface="맑은 고딕" pitchFamily="34" charset="-120"/>
              </a:rPr>
              <a:t>디지털 보안 심사관</a:t>
            </a:r>
            <a:endParaRPr lang="ko-KR" sz="2800" dirty="0"/>
          </a:p>
        </p:txBody>
      </p:sp>
      <p:sp>
        <p:nvSpPr>
          <p:cNvPr id="7" name="Text 4"/>
          <p:cNvSpPr txBox="1"/>
          <p:nvPr/>
        </p:nvSpPr>
        <p:spPr>
          <a:xfrm>
            <a:off x="685800" y="4069080"/>
            <a:ext cx="4754880" cy="457200"/>
          </a:xfrm>
          <a:prstGeom prst="rect">
            <a:avLst/>
          </a:prstGeom>
          <a:noFill/>
          <a:ln/>
        </p:spPr>
        <p:txBody>
          <a:bodyPr wrap="square" lIns="0" tIns="0" rIns="0" bIns="0" rtlCol="0" anchor="t"/>
          <a:lstStyle/>
          <a:p>
            <a:pPr indent="0" marL="0">
              <a:buNone/>
            </a:pPr>
            <a:r>
              <a:rPr lang="ko-KR" altLang="en-US" sz="2200" i="1" dirty="0">
                <a:solidFill>
                  <a:srgbClr val="FFFFFF"/>
                </a:solidFill>
                <a:latin typeface="맑은 고딕" pitchFamily="34" charset="0"/>
                <a:ea typeface="맑은 고딕" pitchFamily="34" charset="-122"/>
                <a:cs typeface="맑은 고딕" pitchFamily="34" charset="-120"/>
              </a:rPr>
              <a:t>“의심하고, 확인하고, 판단하라.”</a:t>
            </a:r>
            <a:endParaRPr lang="ko-KR" sz="2200" dirty="0"/>
          </a:p>
        </p:txBody>
      </p:sp>
      <p:sp>
        <p:nvSpPr>
          <p:cNvPr id="8" name="Shape 5"/>
          <p:cNvSpPr/>
          <p:nvPr/>
        </p:nvSpPr>
        <p:spPr>
          <a:xfrm>
            <a:off x="685800" y="4800600"/>
            <a:ext cx="1645920" cy="347472"/>
          </a:xfrm>
          <a:prstGeom prst="roundRect">
            <a:avLst>
              <a:gd name="adj" fmla="val 50000"/>
            </a:avLst>
          </a:prstGeom>
          <a:solidFill>
            <a:srgbClr val="14284B"/>
          </a:solidFill>
          <a:ln w="12700">
            <a:solidFill>
              <a:srgbClr val="3A5478"/>
            </a:solidFill>
            <a:prstDash val="solid"/>
          </a:ln>
        </p:spPr>
      </p:sp>
      <p:sp>
        <p:nvSpPr>
          <p:cNvPr id="9" name="Text 6"/>
          <p:cNvSpPr txBox="1"/>
          <p:nvPr/>
        </p:nvSpPr>
        <p:spPr>
          <a:xfrm>
            <a:off x="685800" y="4800600"/>
            <a:ext cx="1645920"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맑은 고딕" pitchFamily="34" charset="0"/>
                <a:ea typeface="맑은 고딕" pitchFamily="34" charset="-122"/>
                <a:cs typeface="맑은 고딕" pitchFamily="34" charset="-120"/>
              </a:rPr>
              <a:t>Android / iOS</a:t>
            </a:r>
            <a:endParaRPr lang="ko-KR" sz="1200" dirty="0"/>
          </a:p>
        </p:txBody>
      </p:sp>
      <p:sp>
        <p:nvSpPr>
          <p:cNvPr id="10" name="Shape 7"/>
          <p:cNvSpPr/>
          <p:nvPr/>
        </p:nvSpPr>
        <p:spPr>
          <a:xfrm>
            <a:off x="2468880" y="4800600"/>
            <a:ext cx="2103120" cy="347472"/>
          </a:xfrm>
          <a:prstGeom prst="roundRect">
            <a:avLst>
              <a:gd name="adj" fmla="val 50000"/>
            </a:avLst>
          </a:prstGeom>
          <a:solidFill>
            <a:srgbClr val="14284B"/>
          </a:solidFill>
          <a:ln w="12700">
            <a:solidFill>
              <a:srgbClr val="3A5478"/>
            </a:solidFill>
            <a:prstDash val="solid"/>
          </a:ln>
        </p:spPr>
      </p:sp>
      <p:sp>
        <p:nvSpPr>
          <p:cNvPr id="11" name="Text 8"/>
          <p:cNvSpPr txBox="1"/>
          <p:nvPr/>
        </p:nvSpPr>
        <p:spPr>
          <a:xfrm>
            <a:off x="2468880" y="4800600"/>
            <a:ext cx="2103120" cy="347472"/>
          </a:xfrm>
          <a:prstGeom prst="rect">
            <a:avLst/>
          </a:prstGeom>
          <a:noFill/>
          <a:ln/>
        </p:spPr>
        <p:txBody>
          <a:bodyPr wrap="square" lIns="0" tIns="0" rIns="0" bIns="0" rtlCol="0" anchor="ctr"/>
          <a:lstStyle/>
          <a:p>
            <a:pPr algn="ctr" indent="0" marL="0">
              <a:buNone/>
            </a:pPr>
            <a:r>
              <a:rPr lang="ko-KR" altLang="en-US" sz="1200" b="1" dirty="0">
                <a:solidFill>
                  <a:srgbClr val="FFFFFF"/>
                </a:solidFill>
                <a:latin typeface="맑은 고딕" pitchFamily="34" charset="0"/>
                <a:ea typeface="맑은 고딕" pitchFamily="34" charset="-122"/>
                <a:cs typeface="맑은 고딕" pitchFamily="34" charset="-120"/>
              </a:rPr>
              <a:t>세로 화면 · 터치 조작</a:t>
            </a:r>
            <a:endParaRPr lang="ko-KR" sz="1200" dirty="0"/>
          </a:p>
        </p:txBody>
      </p:sp>
      <p:sp>
        <p:nvSpPr>
          <p:cNvPr id="12" name="Text 9"/>
          <p:cNvSpPr txBox="1"/>
          <p:nvPr/>
        </p:nvSpPr>
        <p:spPr>
          <a:xfrm>
            <a:off x="685800" y="5989320"/>
            <a:ext cx="5943600" cy="320040"/>
          </a:xfrm>
          <a:prstGeom prst="rect">
            <a:avLst/>
          </a:prstGeom>
          <a:noFill/>
          <a:ln/>
        </p:spPr>
        <p:txBody>
          <a:bodyPr wrap="square" lIns="0" tIns="0" rIns="0" bIns="0" rtlCol="0" anchor="t"/>
          <a:lstStyle/>
          <a:p>
            <a:pPr indent="0" marL="0">
              <a:buNone/>
            </a:pPr>
            <a:r>
              <a:rPr lang="ko-KR" altLang="en-US" sz="1400" dirty="0">
                <a:solidFill>
                  <a:srgbClr val="A9BCD3"/>
                </a:solidFill>
                <a:latin typeface="맑은 고딕" pitchFamily="34" charset="0"/>
                <a:ea typeface="맑은 고딕" pitchFamily="34" charset="-122"/>
                <a:cs typeface="맑은 고딕" pitchFamily="34" charset="-120"/>
              </a:rPr>
              <a:t>발표자  ________________      소속  ________________</a:t>
            </a:r>
            <a:endParaRPr lang="ko-KR" sz="1400" dirty="0"/>
          </a:p>
        </p:txBody>
      </p:sp>
      <p:sp>
        <p:nvSpPr>
          <p:cNvPr id="13" name="Text 10"/>
          <p:cNvSpPr txBox="1"/>
          <p:nvPr/>
        </p:nvSpPr>
        <p:spPr>
          <a:xfrm>
            <a:off x="9509760" y="6446520"/>
            <a:ext cx="2377440" cy="228600"/>
          </a:xfrm>
          <a:prstGeom prst="rect">
            <a:avLst/>
          </a:prstGeom>
          <a:noFill/>
          <a:ln/>
        </p:spPr>
        <p:txBody>
          <a:bodyPr wrap="square" lIns="0" tIns="0" rIns="0" bIns="0" rtlCol="0" anchor="t"/>
          <a:lstStyle/>
          <a:p>
            <a:pPr algn="r" indent="0" marL="0">
              <a:buNone/>
            </a:pPr>
            <a:r>
              <a:rPr lang="ko-KR" altLang="en-US" sz="1000" dirty="0">
                <a:solidFill>
                  <a:srgbClr val="6F86A6"/>
                </a:solidFill>
                <a:latin typeface="맑은 고딕" pitchFamily="34" charset="0"/>
                <a:ea typeface="맑은 고딕" pitchFamily="34" charset="-122"/>
                <a:cs typeface="맑은 고딕" pitchFamily="34" charset="-120"/>
              </a:rPr>
              <a:t>키아트 시안 · 기획용 일러스트</a:t>
            </a:r>
            <a:endParaRPr lang="ko-KR"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기존 게임은 어떻게 보안과 판단을 게임으로 만들었는가?</a:t>
            </a:r>
            <a:endParaRPr lang="en-US" sz="3000" dirty="0"/>
          </a:p>
        </p:txBody>
      </p:sp>
      <p:sp>
        <p:nvSpPr>
          <p:cNvPr id="3" name="card-0"/>
          <p:cNvSpPr/>
          <p:nvPr/>
        </p:nvSpPr>
        <p:spPr>
          <a:xfrm>
            <a:off x="548640" y="1188720"/>
            <a:ext cx="3456432" cy="4160520"/>
          </a:xfrm>
          <a:prstGeom prst="roundRect">
            <a:avLst>
              <a:gd name="adj" fmla="val 3704"/>
            </a:avLst>
          </a:prstGeom>
          <a:solidFill>
            <a:srgbClr val="F4F6FA"/>
          </a:solidFill>
          <a:ln/>
          <a:effectLst>
            <a:outerShdw sx="100000" sy="100000" kx="0" ky="0" algn="bl" rotWithShape="0" blurRad="127000" dist="38100" dir="5400000">
              <a:srgbClr val="000000">
                <a:alpha val="35000"/>
              </a:srgbClr>
            </a:outerShdw>
          </a:effectLst>
        </p:spPr>
      </p:sp>
      <p:sp>
        <p:nvSpPr>
          <p:cNvPr id="4" name="Shape 2"/>
          <p:cNvSpPr/>
          <p:nvPr/>
        </p:nvSpPr>
        <p:spPr>
          <a:xfrm>
            <a:off x="685800" y="1325880"/>
            <a:ext cx="3182112" cy="1097280"/>
          </a:xfrm>
          <a:prstGeom prst="roundRect">
            <a:avLst>
              <a:gd name="adj" fmla="val 8333"/>
            </a:avLst>
          </a:prstGeom>
          <a:solidFill>
            <a:srgbClr val="DFF3F2"/>
          </a:solidFill>
          <a:ln/>
        </p:spPr>
      </p:sp>
      <p:sp>
        <p:nvSpPr>
          <p:cNvPr id="5" name="Shape 3"/>
          <p:cNvSpPr/>
          <p:nvPr/>
        </p:nvSpPr>
        <p:spPr>
          <a:xfrm>
            <a:off x="1499616" y="1490472"/>
            <a:ext cx="777240" cy="7772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693926" y="1684782"/>
            <a:ext cx="388620" cy="388620"/>
          </a:xfrm>
          <a:prstGeom prst="rect">
            <a:avLst/>
          </a:prstGeom>
        </p:spPr>
      </p:pic>
      <p:sp>
        <p:nvSpPr>
          <p:cNvPr id="7" name="Shape 4"/>
          <p:cNvSpPr/>
          <p:nvPr/>
        </p:nvSpPr>
        <p:spPr>
          <a:xfrm>
            <a:off x="2322576" y="1536192"/>
            <a:ext cx="685800" cy="685800"/>
          </a:xfrm>
          <a:prstGeom prst="ellipse">
            <a:avLst/>
          </a:prstGeom>
          <a:solidFill>
            <a:srgbClr val="14284B"/>
          </a:solidFill>
          <a:ln/>
        </p:spPr>
      </p:sp>
      <p:pic>
        <p:nvPicPr>
          <p:cNvPr id="8" name="Image 1" descr="preencoded.png">    </p:cNvPr>
          <p:cNvPicPr>
            <a:picLocks noChangeAspect="1"/>
          </p:cNvPicPr>
          <p:nvPr/>
        </p:nvPicPr>
        <p:blipFill>
          <a:blip r:embed="rId2"/>
          <a:stretch>
            <a:fillRect/>
          </a:stretch>
        </p:blipFill>
        <p:spPr>
          <a:xfrm>
            <a:off x="2494026" y="1707642"/>
            <a:ext cx="342900" cy="342900"/>
          </a:xfrm>
          <a:prstGeom prst="rect">
            <a:avLst/>
          </a:prstGeom>
        </p:spPr>
      </p:pic>
      <p:sp>
        <p:nvSpPr>
          <p:cNvPr id="9" name="Shape 5"/>
          <p:cNvSpPr/>
          <p:nvPr/>
        </p:nvSpPr>
        <p:spPr>
          <a:xfrm>
            <a:off x="2953512" y="1417320"/>
            <a:ext cx="822960" cy="274320"/>
          </a:xfrm>
          <a:prstGeom prst="roundRect">
            <a:avLst>
              <a:gd name="adj" fmla="val 50000"/>
            </a:avLst>
          </a:prstGeom>
          <a:solidFill>
            <a:srgbClr val="14284B"/>
          </a:solidFill>
          <a:ln/>
        </p:spPr>
      </p:sp>
      <p:sp>
        <p:nvSpPr>
          <p:cNvPr id="10" name="Text 6"/>
          <p:cNvSpPr txBox="1"/>
          <p:nvPr/>
        </p:nvSpPr>
        <p:spPr>
          <a:xfrm>
            <a:off x="2953512" y="1417320"/>
            <a:ext cx="822960" cy="274320"/>
          </a:xfrm>
          <a:prstGeom prst="rect">
            <a:avLst/>
          </a:prstGeom>
          <a:noFill/>
          <a:ln/>
        </p:spPr>
        <p:txBody>
          <a:bodyPr wrap="square" lIns="0" tIns="0" rIns="0" bIns="0" rtlCol="0" anchor="ctr"/>
          <a:lstStyle/>
          <a:p>
            <a:pPr algn="ctr" indent="0" marL="0">
              <a:buNone/>
            </a:pPr>
            <a:r>
              <a:rPr lang="ko-KR" altLang="en-US" sz="1000" b="1" dirty="0">
                <a:solidFill>
                  <a:srgbClr val="FFFFFF"/>
                </a:solidFill>
                <a:latin typeface="맑은 고딕" pitchFamily="34" charset="0"/>
                <a:ea typeface="맑은 고딕" pitchFamily="34" charset="-122"/>
                <a:cs typeface="맑은 고딕" pitchFamily="34" charset="-120"/>
              </a:rPr>
              <a:t>핵심 참고</a:t>
            </a:r>
            <a:endParaRPr lang="ko-KR" sz="1000" dirty="0"/>
          </a:p>
        </p:txBody>
      </p:sp>
      <p:sp>
        <p:nvSpPr>
          <p:cNvPr id="11" name="Text 7"/>
          <p:cNvSpPr txBox="1"/>
          <p:nvPr/>
        </p:nvSpPr>
        <p:spPr>
          <a:xfrm>
            <a:off x="777240" y="2560320"/>
            <a:ext cx="2999232" cy="384048"/>
          </a:xfrm>
          <a:prstGeom prst="rect">
            <a:avLst/>
          </a:prstGeom>
          <a:noFill/>
          <a:ln/>
        </p:spPr>
        <p:txBody>
          <a:bodyPr wrap="square" lIns="0" tIns="0" rIns="0" bIns="0" rtlCol="0" anchor="t"/>
          <a:lstStyle/>
          <a:p>
            <a:pPr indent="0" marL="0">
              <a:buNone/>
            </a:pPr>
            <a:r>
              <a:rPr lang="ko-KR" altLang="en-US" sz="2000" b="1" dirty="0">
                <a:solidFill>
                  <a:srgbClr val="1C2433"/>
                </a:solidFill>
                <a:latin typeface="맑은 고딕" pitchFamily="34" charset="0"/>
                <a:ea typeface="맑은 고딕" pitchFamily="34" charset="-122"/>
                <a:cs typeface="맑은 고딕" pitchFamily="34" charset="-120"/>
              </a:rPr>
              <a:t>Papers, Please</a:t>
            </a:r>
            <a:endParaRPr lang="ko-KR" sz="2000" dirty="0"/>
          </a:p>
        </p:txBody>
      </p:sp>
      <p:sp>
        <p:nvSpPr>
          <p:cNvPr id="12" name="Shape 8"/>
          <p:cNvSpPr/>
          <p:nvPr/>
        </p:nvSpPr>
        <p:spPr>
          <a:xfrm>
            <a:off x="777240" y="2990088"/>
            <a:ext cx="2331720" cy="292608"/>
          </a:xfrm>
          <a:prstGeom prst="roundRect">
            <a:avLst>
              <a:gd name="adj" fmla="val 50000"/>
            </a:avLst>
          </a:prstGeom>
          <a:solidFill>
            <a:srgbClr val="19B3B1"/>
          </a:solidFill>
          <a:ln/>
        </p:spPr>
      </p:sp>
      <p:sp>
        <p:nvSpPr>
          <p:cNvPr id="13" name="Text 9"/>
          <p:cNvSpPr txBox="1"/>
          <p:nvPr/>
        </p:nvSpPr>
        <p:spPr>
          <a:xfrm>
            <a:off x="777240" y="2990088"/>
            <a:ext cx="2331720" cy="292608"/>
          </a:xfrm>
          <a:prstGeom prst="rect">
            <a:avLst/>
          </a:prstGeom>
          <a:noFill/>
          <a:ln/>
        </p:spPr>
        <p:txBody>
          <a:bodyPr wrap="square" lIns="0" tIns="0" rIns="0" bIns="0" rtlCol="0" anchor="ctr"/>
          <a:lstStyle/>
          <a:p>
            <a:pPr algn="ctr" indent="0" marL="0">
              <a:buNone/>
            </a:pPr>
            <a:r>
              <a:rPr lang="ko-KR" altLang="en-US" sz="1100" b="1" dirty="0">
                <a:solidFill>
                  <a:srgbClr val="06122A"/>
                </a:solidFill>
                <a:latin typeface="맑은 고딕" pitchFamily="34" charset="0"/>
                <a:ea typeface="맑은 고딕" pitchFamily="34" charset="-122"/>
                <a:cs typeface="맑은 고딕" pitchFamily="34" charset="-120"/>
              </a:rPr>
              <a:t>2013 PC · 2022 iOS/Android</a:t>
            </a:r>
            <a:endParaRPr lang="ko-KR" sz="1100" dirty="0"/>
          </a:p>
        </p:txBody>
      </p:sp>
      <p:sp>
        <p:nvSpPr>
          <p:cNvPr id="14" name="Text 10"/>
          <p:cNvSpPr txBox="1"/>
          <p:nvPr/>
        </p:nvSpPr>
        <p:spPr>
          <a:xfrm>
            <a:off x="777240" y="3429000"/>
            <a:ext cx="2286000" cy="256032"/>
          </a:xfrm>
          <a:prstGeom prst="rect">
            <a:avLst/>
          </a:prstGeom>
          <a:noFill/>
          <a:ln/>
        </p:spPr>
        <p:txBody>
          <a:bodyPr wrap="square" lIns="0" tIns="0" rIns="0" bIns="0" rtlCol="0" anchor="t"/>
          <a:lstStyle/>
          <a:p>
            <a:pPr indent="0" marL="0">
              <a:buNone/>
            </a:pPr>
            <a:r>
              <a:rPr lang="ko-KR" altLang="en-US" sz="1200" b="1" dirty="0">
                <a:solidFill>
                  <a:srgbClr val="0E7C7B"/>
                </a:solidFill>
                <a:latin typeface="맑은 고딕" pitchFamily="34" charset="0"/>
                <a:ea typeface="맑은 고딕" pitchFamily="34" charset="-122"/>
                <a:cs typeface="맑은 고딕" pitchFamily="34" charset="-120"/>
              </a:rPr>
              <a:t>핵심 메커니즘</a:t>
            </a:r>
            <a:endParaRPr lang="ko-KR" sz="1200" dirty="0"/>
          </a:p>
        </p:txBody>
      </p:sp>
      <p:sp>
        <p:nvSpPr>
          <p:cNvPr id="15" name="Text 11"/>
          <p:cNvSpPr txBox="1"/>
          <p:nvPr/>
        </p:nvSpPr>
        <p:spPr>
          <a:xfrm>
            <a:off x="777240" y="3703320"/>
            <a:ext cx="3044952" cy="914400"/>
          </a:xfrm>
          <a:prstGeom prst="rect">
            <a:avLst/>
          </a:prstGeom>
          <a:noFill/>
          <a:ln/>
        </p:spPr>
        <p:txBody>
          <a:bodyPr wrap="square" lIns="0" tIns="0" rIns="0" bIns="0" rtlCol="0" anchor="t"/>
          <a:lstStyle/>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입국 서류 대조와 규칙 적용</a:t>
            </a:r>
            <a:endParaRPr lang="ko-KR" sz="1500" dirty="0"/>
          </a:p>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승인·거부 도장으로 판정</a:t>
            </a:r>
            <a:endParaRPr lang="ko-KR" sz="1500" dirty="0"/>
          </a:p>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날마다 규칙이 늘며 난이도 상승</a:t>
            </a:r>
            <a:endParaRPr lang="ko-KR" sz="1500" dirty="0"/>
          </a:p>
        </p:txBody>
      </p:sp>
      <p:sp>
        <p:nvSpPr>
          <p:cNvPr id="16" name="Text 12"/>
          <p:cNvSpPr txBox="1"/>
          <p:nvPr/>
        </p:nvSpPr>
        <p:spPr>
          <a:xfrm>
            <a:off x="777240" y="4645152"/>
            <a:ext cx="2743200" cy="237744"/>
          </a:xfrm>
          <a:prstGeom prst="rect">
            <a:avLst/>
          </a:prstGeom>
          <a:noFill/>
          <a:ln/>
        </p:spPr>
        <p:txBody>
          <a:bodyPr wrap="square" lIns="0" tIns="0" rIns="0" bIns="0" rtlCol="0" anchor="t"/>
          <a:lstStyle/>
          <a:p>
            <a:pPr indent="0" marL="0">
              <a:buNone/>
            </a:pPr>
            <a:r>
              <a:rPr lang="ko-KR" altLang="en-US" sz="1200" b="1" dirty="0">
                <a:solidFill>
                  <a:srgbClr val="0E7C7B"/>
                </a:solidFill>
                <a:latin typeface="맑은 고딕" pitchFamily="34" charset="0"/>
                <a:ea typeface="맑은 고딕" pitchFamily="34" charset="-122"/>
                <a:cs typeface="맑은 고딕" pitchFamily="34" charset="-120"/>
              </a:rPr>
              <a:t>DIGITAL GUARD가 참고할 점</a:t>
            </a:r>
            <a:endParaRPr lang="ko-KR" sz="1200" dirty="0"/>
          </a:p>
        </p:txBody>
      </p:sp>
      <p:sp>
        <p:nvSpPr>
          <p:cNvPr id="17" name="Text 13"/>
          <p:cNvSpPr txBox="1"/>
          <p:nvPr/>
        </p:nvSpPr>
        <p:spPr>
          <a:xfrm>
            <a:off x="777240" y="4892040"/>
            <a:ext cx="3044952" cy="320040"/>
          </a:xfrm>
          <a:prstGeom prst="rect">
            <a:avLst/>
          </a:prstGeom>
          <a:noFill/>
          <a:ln/>
        </p:spPr>
        <p:txBody>
          <a:bodyPr wrap="square" lIns="0" tIns="0" rIns="0" bIns="0" rtlCol="0" anchor="t"/>
          <a:lstStyle/>
          <a:p>
            <a:pPr indent="0" marL="0">
              <a:buNone/>
            </a:pPr>
            <a:r>
              <a:rPr lang="ko-KR" altLang="en-US" sz="1500" b="1" dirty="0">
                <a:solidFill>
                  <a:srgbClr val="1C2433"/>
                </a:solidFill>
                <a:latin typeface="맑은 고딕" pitchFamily="34" charset="0"/>
                <a:ea typeface="맑은 고딕" pitchFamily="34" charset="-122"/>
                <a:cs typeface="맑은 고딕" pitchFamily="34" charset="-120"/>
              </a:rPr>
              <a:t>문서 심사 메커니즘의 직접 참고</a:t>
            </a:r>
            <a:endParaRPr lang="ko-KR" sz="1500" dirty="0"/>
          </a:p>
        </p:txBody>
      </p:sp>
      <p:sp>
        <p:nvSpPr>
          <p:cNvPr id="18" name="card-1"/>
          <p:cNvSpPr/>
          <p:nvPr/>
        </p:nvSpPr>
        <p:spPr>
          <a:xfrm>
            <a:off x="4366260" y="1188720"/>
            <a:ext cx="3456432" cy="4160520"/>
          </a:xfrm>
          <a:prstGeom prst="roundRect">
            <a:avLst>
              <a:gd name="adj" fmla="val 3704"/>
            </a:avLst>
          </a:prstGeom>
          <a:solidFill>
            <a:srgbClr val="F4F6FA"/>
          </a:solidFill>
          <a:ln/>
          <a:effectLst>
            <a:outerShdw sx="100000" sy="100000" kx="0" ky="0" algn="bl" rotWithShape="0" blurRad="127000" dist="38100" dir="5400000">
              <a:srgbClr val="000000">
                <a:alpha val="35000"/>
              </a:srgbClr>
            </a:outerShdw>
          </a:effectLst>
        </p:spPr>
      </p:sp>
      <p:sp>
        <p:nvSpPr>
          <p:cNvPr id="19" name="Shape 15"/>
          <p:cNvSpPr/>
          <p:nvPr/>
        </p:nvSpPr>
        <p:spPr>
          <a:xfrm>
            <a:off x="4503420" y="1325880"/>
            <a:ext cx="3182112" cy="1097280"/>
          </a:xfrm>
          <a:prstGeom prst="roundRect">
            <a:avLst>
              <a:gd name="adj" fmla="val 8333"/>
            </a:avLst>
          </a:prstGeom>
          <a:solidFill>
            <a:srgbClr val="E3ECF8"/>
          </a:solidFill>
          <a:ln/>
        </p:spPr>
      </p:sp>
      <p:sp>
        <p:nvSpPr>
          <p:cNvPr id="20" name="Shape 16"/>
          <p:cNvSpPr/>
          <p:nvPr/>
        </p:nvSpPr>
        <p:spPr>
          <a:xfrm>
            <a:off x="5317236" y="1490472"/>
            <a:ext cx="777240" cy="777240"/>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5511546" y="1684782"/>
            <a:ext cx="388620" cy="388620"/>
          </a:xfrm>
          <a:prstGeom prst="rect">
            <a:avLst/>
          </a:prstGeom>
        </p:spPr>
      </p:pic>
      <p:sp>
        <p:nvSpPr>
          <p:cNvPr id="22" name="Shape 17"/>
          <p:cNvSpPr/>
          <p:nvPr/>
        </p:nvSpPr>
        <p:spPr>
          <a:xfrm>
            <a:off x="6140196" y="1536192"/>
            <a:ext cx="685800" cy="685800"/>
          </a:xfrm>
          <a:prstGeom prst="ellipse">
            <a:avLst/>
          </a:prstGeom>
          <a:solidFill>
            <a:srgbClr val="14284B"/>
          </a:solidFill>
          <a:ln/>
        </p:spPr>
      </p:sp>
      <p:pic>
        <p:nvPicPr>
          <p:cNvPr id="23" name="Image 3" descr="preencoded.png">    </p:cNvPr>
          <p:cNvPicPr>
            <a:picLocks noChangeAspect="1"/>
          </p:cNvPicPr>
          <p:nvPr/>
        </p:nvPicPr>
        <p:blipFill>
          <a:blip r:embed="rId4"/>
          <a:stretch>
            <a:fillRect/>
          </a:stretch>
        </p:blipFill>
        <p:spPr>
          <a:xfrm>
            <a:off x="6311646" y="1707642"/>
            <a:ext cx="342900" cy="342900"/>
          </a:xfrm>
          <a:prstGeom prst="rect">
            <a:avLst/>
          </a:prstGeom>
        </p:spPr>
      </p:pic>
      <p:sp>
        <p:nvSpPr>
          <p:cNvPr id="24" name="Text 18"/>
          <p:cNvSpPr txBox="1"/>
          <p:nvPr/>
        </p:nvSpPr>
        <p:spPr>
          <a:xfrm>
            <a:off x="4594860" y="2560320"/>
            <a:ext cx="2999232" cy="384048"/>
          </a:xfrm>
          <a:prstGeom prst="rect">
            <a:avLst/>
          </a:prstGeom>
          <a:noFill/>
          <a:ln/>
        </p:spPr>
        <p:txBody>
          <a:bodyPr wrap="square" lIns="0" tIns="0" rIns="0" bIns="0" rtlCol="0" anchor="t"/>
          <a:lstStyle/>
          <a:p>
            <a:pPr indent="0" marL="0">
              <a:buNone/>
            </a:pPr>
            <a:r>
              <a:rPr lang="ko-KR" altLang="en-US" sz="2000" b="1" dirty="0">
                <a:solidFill>
                  <a:srgbClr val="1C2433"/>
                </a:solidFill>
                <a:latin typeface="맑은 고딕" pitchFamily="34" charset="0"/>
                <a:ea typeface="맑은 고딕" pitchFamily="34" charset="-122"/>
                <a:cs typeface="맑은 고딕" pitchFamily="34" charset="-120"/>
              </a:rPr>
              <a:t>Jigsaw Phishing Quiz</a:t>
            </a:r>
            <a:endParaRPr lang="ko-KR" sz="2000" dirty="0"/>
          </a:p>
        </p:txBody>
      </p:sp>
      <p:sp>
        <p:nvSpPr>
          <p:cNvPr id="25" name="Shape 19"/>
          <p:cNvSpPr/>
          <p:nvPr/>
        </p:nvSpPr>
        <p:spPr>
          <a:xfrm>
            <a:off x="4594860" y="2990088"/>
            <a:ext cx="2331720" cy="292608"/>
          </a:xfrm>
          <a:prstGeom prst="roundRect">
            <a:avLst>
              <a:gd name="adj" fmla="val 50000"/>
            </a:avLst>
          </a:prstGeom>
          <a:solidFill>
            <a:srgbClr val="7FA6D9"/>
          </a:solidFill>
          <a:ln/>
        </p:spPr>
      </p:sp>
      <p:sp>
        <p:nvSpPr>
          <p:cNvPr id="26" name="Text 20"/>
          <p:cNvSpPr txBox="1"/>
          <p:nvPr/>
        </p:nvSpPr>
        <p:spPr>
          <a:xfrm>
            <a:off x="4594860" y="2990088"/>
            <a:ext cx="2331720" cy="292608"/>
          </a:xfrm>
          <a:prstGeom prst="rect">
            <a:avLst/>
          </a:prstGeom>
          <a:noFill/>
          <a:ln/>
        </p:spPr>
        <p:txBody>
          <a:bodyPr wrap="square" lIns="0" tIns="0" rIns="0" bIns="0" rtlCol="0" anchor="ctr"/>
          <a:lstStyle/>
          <a:p>
            <a:pPr algn="ctr" indent="0" marL="0">
              <a:buNone/>
            </a:pPr>
            <a:r>
              <a:rPr lang="ko-KR" altLang="en-US" sz="1100" b="1" dirty="0">
                <a:solidFill>
                  <a:srgbClr val="06122A"/>
                </a:solidFill>
                <a:latin typeface="맑은 고딕" pitchFamily="34" charset="0"/>
                <a:ea typeface="맑은 고딕" pitchFamily="34" charset="-122"/>
                <a:cs typeface="맑은 고딕" pitchFamily="34" charset="-120"/>
              </a:rPr>
              <a:t>2019 공개 · 웹 퀴즈</a:t>
            </a:r>
            <a:endParaRPr lang="ko-KR" sz="1100" dirty="0"/>
          </a:p>
        </p:txBody>
      </p:sp>
      <p:sp>
        <p:nvSpPr>
          <p:cNvPr id="27" name="Text 21"/>
          <p:cNvSpPr txBox="1"/>
          <p:nvPr/>
        </p:nvSpPr>
        <p:spPr>
          <a:xfrm>
            <a:off x="4594860" y="3429000"/>
            <a:ext cx="2286000" cy="256032"/>
          </a:xfrm>
          <a:prstGeom prst="rect">
            <a:avLst/>
          </a:prstGeom>
          <a:noFill/>
          <a:ln/>
        </p:spPr>
        <p:txBody>
          <a:bodyPr wrap="square" lIns="0" tIns="0" rIns="0" bIns="0" rtlCol="0" anchor="t"/>
          <a:lstStyle/>
          <a:p>
            <a:pPr indent="0" marL="0">
              <a:buNone/>
            </a:pPr>
            <a:r>
              <a:rPr lang="ko-KR" altLang="en-US" sz="1200" b="1" dirty="0">
                <a:solidFill>
                  <a:srgbClr val="0E7C7B"/>
                </a:solidFill>
                <a:latin typeface="맑은 고딕" pitchFamily="34" charset="0"/>
                <a:ea typeface="맑은 고딕" pitchFamily="34" charset="-122"/>
                <a:cs typeface="맑은 고딕" pitchFamily="34" charset="-120"/>
              </a:rPr>
              <a:t>핵심 메커니즘</a:t>
            </a:r>
            <a:endParaRPr lang="ko-KR" sz="1200" dirty="0"/>
          </a:p>
        </p:txBody>
      </p:sp>
      <p:sp>
        <p:nvSpPr>
          <p:cNvPr id="28" name="Text 22"/>
          <p:cNvSpPr txBox="1"/>
          <p:nvPr/>
        </p:nvSpPr>
        <p:spPr>
          <a:xfrm>
            <a:off x="4594860" y="3703320"/>
            <a:ext cx="3044952" cy="914400"/>
          </a:xfrm>
          <a:prstGeom prst="rect">
            <a:avLst/>
          </a:prstGeom>
          <a:noFill/>
          <a:ln/>
        </p:spPr>
        <p:txBody>
          <a:bodyPr wrap="square" lIns="0" tIns="0" rIns="0" bIns="0" rtlCol="0" anchor="t"/>
          <a:lstStyle/>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이메일 정상·피싱 판별</a:t>
            </a:r>
            <a:endParaRPr lang="ko-KR" sz="1500" dirty="0"/>
          </a:p>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피싱 단서 탐지</a:t>
            </a:r>
            <a:endParaRPr lang="ko-KR" sz="1500" dirty="0"/>
          </a:p>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문항별 즉각 해설 피드백</a:t>
            </a:r>
            <a:endParaRPr lang="ko-KR" sz="1500" dirty="0"/>
          </a:p>
        </p:txBody>
      </p:sp>
      <p:sp>
        <p:nvSpPr>
          <p:cNvPr id="29" name="Text 23"/>
          <p:cNvSpPr txBox="1"/>
          <p:nvPr/>
        </p:nvSpPr>
        <p:spPr>
          <a:xfrm>
            <a:off x="4594860" y="4645152"/>
            <a:ext cx="2743200" cy="237744"/>
          </a:xfrm>
          <a:prstGeom prst="rect">
            <a:avLst/>
          </a:prstGeom>
          <a:noFill/>
          <a:ln/>
        </p:spPr>
        <p:txBody>
          <a:bodyPr wrap="square" lIns="0" tIns="0" rIns="0" bIns="0" rtlCol="0" anchor="t"/>
          <a:lstStyle/>
          <a:p>
            <a:pPr indent="0" marL="0">
              <a:buNone/>
            </a:pPr>
            <a:r>
              <a:rPr lang="ko-KR" altLang="en-US" sz="1200" b="1" dirty="0">
                <a:solidFill>
                  <a:srgbClr val="0E7C7B"/>
                </a:solidFill>
                <a:latin typeface="맑은 고딕" pitchFamily="34" charset="0"/>
                <a:ea typeface="맑은 고딕" pitchFamily="34" charset="-122"/>
                <a:cs typeface="맑은 고딕" pitchFamily="34" charset="-120"/>
              </a:rPr>
              <a:t>DIGITAL GUARD가 참고할 점</a:t>
            </a:r>
            <a:endParaRPr lang="ko-KR" sz="1200" dirty="0"/>
          </a:p>
        </p:txBody>
      </p:sp>
      <p:sp>
        <p:nvSpPr>
          <p:cNvPr id="30" name="Text 24"/>
          <p:cNvSpPr txBox="1"/>
          <p:nvPr/>
        </p:nvSpPr>
        <p:spPr>
          <a:xfrm>
            <a:off x="4594860" y="4892040"/>
            <a:ext cx="3044952" cy="320040"/>
          </a:xfrm>
          <a:prstGeom prst="rect">
            <a:avLst/>
          </a:prstGeom>
          <a:noFill/>
          <a:ln/>
        </p:spPr>
        <p:txBody>
          <a:bodyPr wrap="square" lIns="0" tIns="0" rIns="0" bIns="0" rtlCol="0" anchor="t"/>
          <a:lstStyle/>
          <a:p>
            <a:pPr indent="0" marL="0">
              <a:buNone/>
            </a:pPr>
            <a:r>
              <a:rPr lang="ko-KR" altLang="en-US" sz="1500" b="1" dirty="0">
                <a:solidFill>
                  <a:srgbClr val="1C2433"/>
                </a:solidFill>
                <a:latin typeface="맑은 고딕" pitchFamily="34" charset="0"/>
                <a:ea typeface="맑은 고딕" pitchFamily="34" charset="-122"/>
                <a:cs typeface="맑은 고딕" pitchFamily="34" charset="-120"/>
              </a:rPr>
              <a:t>즉각 피드백과 낮은 진입 장벽</a:t>
            </a:r>
            <a:endParaRPr lang="ko-KR" sz="1500" dirty="0"/>
          </a:p>
        </p:txBody>
      </p:sp>
      <p:sp>
        <p:nvSpPr>
          <p:cNvPr id="31" name="card-2"/>
          <p:cNvSpPr/>
          <p:nvPr/>
        </p:nvSpPr>
        <p:spPr>
          <a:xfrm>
            <a:off x="8183880" y="1188720"/>
            <a:ext cx="3456432" cy="4160520"/>
          </a:xfrm>
          <a:prstGeom prst="roundRect">
            <a:avLst>
              <a:gd name="adj" fmla="val 3704"/>
            </a:avLst>
          </a:prstGeom>
          <a:solidFill>
            <a:srgbClr val="F4F6FA"/>
          </a:solidFill>
          <a:ln/>
          <a:effectLst>
            <a:outerShdw sx="100000" sy="100000" kx="0" ky="0" algn="bl" rotWithShape="0" blurRad="127000" dist="38100" dir="5400000">
              <a:srgbClr val="000000">
                <a:alpha val="35000"/>
              </a:srgbClr>
            </a:outerShdw>
          </a:effectLst>
        </p:spPr>
      </p:sp>
      <p:sp>
        <p:nvSpPr>
          <p:cNvPr id="32" name="Shape 26"/>
          <p:cNvSpPr/>
          <p:nvPr/>
        </p:nvSpPr>
        <p:spPr>
          <a:xfrm>
            <a:off x="8321040" y="1325880"/>
            <a:ext cx="3182112" cy="1097280"/>
          </a:xfrm>
          <a:prstGeom prst="roundRect">
            <a:avLst>
              <a:gd name="adj" fmla="val 8333"/>
            </a:avLst>
          </a:prstGeom>
          <a:solidFill>
            <a:srgbClr val="F4E6EA"/>
          </a:solidFill>
          <a:ln/>
        </p:spPr>
      </p:sp>
      <p:sp>
        <p:nvSpPr>
          <p:cNvPr id="33" name="Shape 27"/>
          <p:cNvSpPr/>
          <p:nvPr/>
        </p:nvSpPr>
        <p:spPr>
          <a:xfrm>
            <a:off x="9134856" y="1490472"/>
            <a:ext cx="777240" cy="777240"/>
          </a:xfrm>
          <a:prstGeom prst="ellipse">
            <a:avLst/>
          </a:prstGeom>
          <a:solidFill>
            <a:srgbClr val="FFFFFF"/>
          </a:solidFill>
          <a:ln/>
        </p:spPr>
      </p:sp>
      <p:pic>
        <p:nvPicPr>
          <p:cNvPr id="34" name="Image 4" descr="preencoded.png">    </p:cNvPr>
          <p:cNvPicPr>
            <a:picLocks noChangeAspect="1"/>
          </p:cNvPicPr>
          <p:nvPr/>
        </p:nvPicPr>
        <p:blipFill>
          <a:blip r:embed="rId5"/>
          <a:stretch>
            <a:fillRect/>
          </a:stretch>
        </p:blipFill>
        <p:spPr>
          <a:xfrm>
            <a:off x="9329166" y="1684782"/>
            <a:ext cx="388620" cy="388620"/>
          </a:xfrm>
          <a:prstGeom prst="rect">
            <a:avLst/>
          </a:prstGeom>
        </p:spPr>
      </p:pic>
      <p:sp>
        <p:nvSpPr>
          <p:cNvPr id="35" name="Shape 28"/>
          <p:cNvSpPr/>
          <p:nvPr/>
        </p:nvSpPr>
        <p:spPr>
          <a:xfrm>
            <a:off x="9957816" y="1536192"/>
            <a:ext cx="685800" cy="685800"/>
          </a:xfrm>
          <a:prstGeom prst="ellipse">
            <a:avLst/>
          </a:prstGeom>
          <a:solidFill>
            <a:srgbClr val="14284B"/>
          </a:solidFill>
          <a:ln/>
        </p:spPr>
      </p:sp>
      <p:pic>
        <p:nvPicPr>
          <p:cNvPr id="36" name="Image 5" descr="preencoded.png">    </p:cNvPr>
          <p:cNvPicPr>
            <a:picLocks noChangeAspect="1"/>
          </p:cNvPicPr>
          <p:nvPr/>
        </p:nvPicPr>
        <p:blipFill>
          <a:blip r:embed="rId6"/>
          <a:stretch>
            <a:fillRect/>
          </a:stretch>
        </p:blipFill>
        <p:spPr>
          <a:xfrm>
            <a:off x="10129266" y="1707642"/>
            <a:ext cx="342900" cy="342900"/>
          </a:xfrm>
          <a:prstGeom prst="rect">
            <a:avLst/>
          </a:prstGeom>
        </p:spPr>
      </p:pic>
      <p:sp>
        <p:nvSpPr>
          <p:cNvPr id="37" name="Text 29"/>
          <p:cNvSpPr txBox="1"/>
          <p:nvPr/>
        </p:nvSpPr>
        <p:spPr>
          <a:xfrm>
            <a:off x="8412480" y="2560320"/>
            <a:ext cx="2999232" cy="384048"/>
          </a:xfrm>
          <a:prstGeom prst="rect">
            <a:avLst/>
          </a:prstGeom>
          <a:noFill/>
          <a:ln/>
        </p:spPr>
        <p:txBody>
          <a:bodyPr wrap="square" lIns="0" tIns="0" rIns="0" bIns="0" rtlCol="0" anchor="t"/>
          <a:lstStyle/>
          <a:p>
            <a:pPr indent="0" marL="0">
              <a:buNone/>
            </a:pPr>
            <a:r>
              <a:rPr lang="ko-KR" altLang="en-US" sz="2000" b="1" dirty="0">
                <a:solidFill>
                  <a:srgbClr val="1C2433"/>
                </a:solidFill>
                <a:latin typeface="맑은 고딕" pitchFamily="34" charset="0"/>
                <a:ea typeface="맑은 고딕" pitchFamily="34" charset="-122"/>
                <a:cs typeface="맑은 고딕" pitchFamily="34" charset="-120"/>
              </a:rPr>
              <a:t>CyberStart</a:t>
            </a:r>
            <a:endParaRPr lang="ko-KR" sz="2000" dirty="0"/>
          </a:p>
        </p:txBody>
      </p:sp>
      <p:sp>
        <p:nvSpPr>
          <p:cNvPr id="38" name="Shape 30"/>
          <p:cNvSpPr/>
          <p:nvPr/>
        </p:nvSpPr>
        <p:spPr>
          <a:xfrm>
            <a:off x="8412480" y="2990088"/>
            <a:ext cx="2331720" cy="292608"/>
          </a:xfrm>
          <a:prstGeom prst="roundRect">
            <a:avLst>
              <a:gd name="adj" fmla="val 50000"/>
            </a:avLst>
          </a:prstGeom>
          <a:solidFill>
            <a:srgbClr val="FF6B5E"/>
          </a:solidFill>
          <a:ln/>
        </p:spPr>
      </p:sp>
      <p:sp>
        <p:nvSpPr>
          <p:cNvPr id="39" name="Text 31"/>
          <p:cNvSpPr txBox="1"/>
          <p:nvPr/>
        </p:nvSpPr>
        <p:spPr>
          <a:xfrm>
            <a:off x="8412480" y="2990088"/>
            <a:ext cx="2331720" cy="292608"/>
          </a:xfrm>
          <a:prstGeom prst="rect">
            <a:avLst/>
          </a:prstGeom>
          <a:noFill/>
          <a:ln/>
        </p:spPr>
        <p:txBody>
          <a:bodyPr wrap="square" lIns="0" tIns="0" rIns="0" bIns="0" rtlCol="0" anchor="ctr"/>
          <a:lstStyle/>
          <a:p>
            <a:pPr algn="ctr" indent="0" marL="0">
              <a:buNone/>
            </a:pPr>
            <a:r>
              <a:rPr lang="ko-KR" altLang="en-US" sz="1100" b="1" dirty="0">
                <a:solidFill>
                  <a:srgbClr val="06122A"/>
                </a:solidFill>
                <a:latin typeface="맑은 고딕" pitchFamily="34" charset="0"/>
                <a:ea typeface="맑은 고딕" pitchFamily="34" charset="-122"/>
                <a:cs typeface="맑은 고딕" pitchFamily="34" charset="-120"/>
              </a:rPr>
              <a:t>2024년 종료 · 과거 사례</a:t>
            </a:r>
            <a:endParaRPr lang="ko-KR" sz="1100" dirty="0"/>
          </a:p>
        </p:txBody>
      </p:sp>
      <p:sp>
        <p:nvSpPr>
          <p:cNvPr id="40" name="Text 32"/>
          <p:cNvSpPr txBox="1"/>
          <p:nvPr/>
        </p:nvSpPr>
        <p:spPr>
          <a:xfrm>
            <a:off x="8412480" y="3429000"/>
            <a:ext cx="2286000" cy="256032"/>
          </a:xfrm>
          <a:prstGeom prst="rect">
            <a:avLst/>
          </a:prstGeom>
          <a:noFill/>
          <a:ln/>
        </p:spPr>
        <p:txBody>
          <a:bodyPr wrap="square" lIns="0" tIns="0" rIns="0" bIns="0" rtlCol="0" anchor="t"/>
          <a:lstStyle/>
          <a:p>
            <a:pPr indent="0" marL="0">
              <a:buNone/>
            </a:pPr>
            <a:r>
              <a:rPr lang="ko-KR" altLang="en-US" sz="1200" b="1" dirty="0">
                <a:solidFill>
                  <a:srgbClr val="0E7C7B"/>
                </a:solidFill>
                <a:latin typeface="맑은 고딕" pitchFamily="34" charset="0"/>
                <a:ea typeface="맑은 고딕" pitchFamily="34" charset="-122"/>
                <a:cs typeface="맑은 고딕" pitchFamily="34" charset="-120"/>
              </a:rPr>
              <a:t>핵심 메커니즘</a:t>
            </a:r>
            <a:endParaRPr lang="ko-KR" sz="1200" dirty="0"/>
          </a:p>
        </p:txBody>
      </p:sp>
      <p:sp>
        <p:nvSpPr>
          <p:cNvPr id="41" name="Text 33"/>
          <p:cNvSpPr txBox="1"/>
          <p:nvPr/>
        </p:nvSpPr>
        <p:spPr>
          <a:xfrm>
            <a:off x="8412480" y="3703320"/>
            <a:ext cx="3044952" cy="914400"/>
          </a:xfrm>
          <a:prstGeom prst="rect">
            <a:avLst/>
          </a:prstGeom>
          <a:noFill/>
          <a:ln/>
        </p:spPr>
        <p:txBody>
          <a:bodyPr wrap="square" lIns="0" tIns="0" rIns="0" bIns="0" rtlCol="0" anchor="t"/>
          <a:lstStyle/>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단계별 보안 퍼즐·챌린지</a:t>
            </a:r>
            <a:endParaRPr lang="ko-KR" sz="1500" dirty="0"/>
          </a:p>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힌트·필드 매뉴얼로 학습 지원</a:t>
            </a:r>
            <a:endParaRPr lang="ko-KR" sz="1500" dirty="0"/>
          </a:p>
          <a:p>
            <a:pPr marL="177800" indent="-177800">
              <a:spcAft>
                <a:spcPts val="300"/>
              </a:spcAft>
              <a:buSzPct val="100000"/>
              <a:buChar char="•"/>
            </a:pPr>
            <a:r>
              <a:rPr lang="ko-KR" altLang="en-US" sz="1500" dirty="0">
                <a:solidFill>
                  <a:srgbClr val="1C2433"/>
                </a:solidFill>
                <a:latin typeface="맑은 고딕" pitchFamily="34" charset="0"/>
                <a:ea typeface="맑은 고딕" pitchFamily="34" charset="-122"/>
                <a:cs typeface="맑은 고딕" pitchFamily="34" charset="-120"/>
              </a:rPr>
              <a:t>기술 중심 보안 학습</a:t>
            </a:r>
            <a:endParaRPr lang="ko-KR" sz="1500" dirty="0"/>
          </a:p>
        </p:txBody>
      </p:sp>
      <p:sp>
        <p:nvSpPr>
          <p:cNvPr id="42" name="Text 34"/>
          <p:cNvSpPr txBox="1"/>
          <p:nvPr/>
        </p:nvSpPr>
        <p:spPr>
          <a:xfrm>
            <a:off x="8412480" y="4645152"/>
            <a:ext cx="2743200" cy="237744"/>
          </a:xfrm>
          <a:prstGeom prst="rect">
            <a:avLst/>
          </a:prstGeom>
          <a:noFill/>
          <a:ln/>
        </p:spPr>
        <p:txBody>
          <a:bodyPr wrap="square" lIns="0" tIns="0" rIns="0" bIns="0" rtlCol="0" anchor="t"/>
          <a:lstStyle/>
          <a:p>
            <a:pPr indent="0" marL="0">
              <a:buNone/>
            </a:pPr>
            <a:r>
              <a:rPr lang="ko-KR" altLang="en-US" sz="1200" b="1" dirty="0">
                <a:solidFill>
                  <a:srgbClr val="0E7C7B"/>
                </a:solidFill>
                <a:latin typeface="맑은 고딕" pitchFamily="34" charset="0"/>
                <a:ea typeface="맑은 고딕" pitchFamily="34" charset="-122"/>
                <a:cs typeface="맑은 고딕" pitchFamily="34" charset="-120"/>
              </a:rPr>
              <a:t>DIGITAL GUARD가 참고할 점</a:t>
            </a:r>
            <a:endParaRPr lang="ko-KR" sz="1200" dirty="0"/>
          </a:p>
        </p:txBody>
      </p:sp>
      <p:sp>
        <p:nvSpPr>
          <p:cNvPr id="43" name="Text 35"/>
          <p:cNvSpPr txBox="1"/>
          <p:nvPr/>
        </p:nvSpPr>
        <p:spPr>
          <a:xfrm>
            <a:off x="8412480" y="4892040"/>
            <a:ext cx="3044952" cy="320040"/>
          </a:xfrm>
          <a:prstGeom prst="rect">
            <a:avLst/>
          </a:prstGeom>
          <a:noFill/>
          <a:ln/>
        </p:spPr>
        <p:txBody>
          <a:bodyPr wrap="square" lIns="0" tIns="0" rIns="0" bIns="0" rtlCol="0" anchor="t"/>
          <a:lstStyle/>
          <a:p>
            <a:pPr indent="0" marL="0">
              <a:buNone/>
            </a:pPr>
            <a:r>
              <a:rPr lang="ko-KR" altLang="en-US" sz="1500" b="1" dirty="0">
                <a:solidFill>
                  <a:srgbClr val="1C2433"/>
                </a:solidFill>
                <a:latin typeface="맑은 고딕" pitchFamily="34" charset="0"/>
                <a:ea typeface="맑은 고딕" pitchFamily="34" charset="-122"/>
                <a:cs typeface="맑은 고딕" pitchFamily="34" charset="-120"/>
              </a:rPr>
              <a:t>단계 진행과 힌트 구조</a:t>
            </a:r>
            <a:endParaRPr lang="ko-KR" sz="1500" dirty="0"/>
          </a:p>
        </p:txBody>
      </p:sp>
      <p:sp>
        <p:nvSpPr>
          <p:cNvPr id="44" name="Text 36"/>
          <p:cNvSpPr txBox="1"/>
          <p:nvPr/>
        </p:nvSpPr>
        <p:spPr>
          <a:xfrm>
            <a:off x="548640" y="5468112"/>
            <a:ext cx="11064240" cy="566928"/>
          </a:xfrm>
          <a:prstGeom prst="rect">
            <a:avLst/>
          </a:prstGeom>
          <a:noFill/>
          <a:ln/>
        </p:spPr>
        <p:txBody>
          <a:bodyPr wrap="square" lIns="0" tIns="0" rIns="0" bIns="0" rtlCol="0" anchor="t"/>
          <a:lstStyle/>
          <a:p>
            <a:pPr indent="0" marL="0">
              <a:buNone/>
            </a:pPr>
            <a:r>
              <a:rPr lang="ko-KR" altLang="en-US" sz="1600" b="1" dirty="0">
                <a:solidFill>
                  <a:srgbClr val="19B3B1"/>
                </a:solidFill>
                <a:latin typeface="맑은 고딕" pitchFamily="34" charset="0"/>
                <a:ea typeface="맑은 고딕" pitchFamily="34" charset="-122"/>
                <a:cs typeface="맑은 고딕" pitchFamily="34" charset="-120"/>
              </a:rPr>
              <a:t>공통점 </a:t>
            </a:r>
            <a:pPr indent="0" marL="0">
              <a:buNone/>
            </a:pPr>
            <a:r>
              <a:rPr lang="ko-KR" altLang="en-US" sz="1600" dirty="0">
                <a:solidFill>
                  <a:srgbClr val="FFFFFF"/>
                </a:solidFill>
                <a:latin typeface="맑은 고딕" pitchFamily="34" charset="0"/>
                <a:ea typeface="맑은 고딕" pitchFamily="34" charset="-122"/>
                <a:cs typeface="맑은 고딕" pitchFamily="34" charset="-120"/>
              </a:rPr>
              <a:t>단서를 찾아 판단하고 피드백을 받는다.   </a:t>
            </a:r>
            <a:pPr indent="0" marL="0">
              <a:buNone/>
            </a:pPr>
            <a:r>
              <a:rPr lang="ko-KR" altLang="en-US" sz="1600" b="1" dirty="0">
                <a:solidFill>
                  <a:srgbClr val="19B3B1"/>
                </a:solidFill>
                <a:latin typeface="맑은 고딕" pitchFamily="34" charset="0"/>
                <a:ea typeface="맑은 고딕" pitchFamily="34" charset="-122"/>
                <a:cs typeface="맑은 고딕" pitchFamily="34" charset="-120"/>
              </a:rPr>
              <a:t>차이점 </a:t>
            </a:r>
            <a:pPr indent="0" marL="0">
              <a:buNone/>
            </a:pPr>
            <a:r>
              <a:rPr lang="ko-KR" altLang="en-US" sz="1600" dirty="0">
                <a:solidFill>
                  <a:srgbClr val="FFFFFF"/>
                </a:solidFill>
                <a:latin typeface="맑은 고딕" pitchFamily="34" charset="0"/>
                <a:ea typeface="맑은 고딕" pitchFamily="34" charset="-122"/>
                <a:cs typeface="맑은 고딕" pitchFamily="34" charset="-120"/>
              </a:rPr>
              <a:t>여러 문서를 대조해 승인·거부·추가 확인을 고르는 청소년용 모바일 경험이 DIGITAL GUARD의 목표다.</a:t>
            </a:r>
            <a:endParaRPr lang="ko-KR" sz="1600" dirty="0"/>
          </a:p>
        </p:txBody>
      </p:sp>
      <p:sp>
        <p:nvSpPr>
          <p:cNvPr id="45" name="Text 37"/>
          <p:cNvSpPr txBox="1"/>
          <p:nvPr/>
        </p:nvSpPr>
        <p:spPr>
          <a:xfrm>
            <a:off x="548640" y="6053328"/>
            <a:ext cx="11064240" cy="347472"/>
          </a:xfrm>
          <a:prstGeom prst="rect">
            <a:avLst/>
          </a:prstGeom>
          <a:noFill/>
          <a:ln/>
        </p:spPr>
        <p:txBody>
          <a:bodyPr wrap="square" lIns="0" tIns="0" rIns="0" bIns="0" rtlCol="0" anchor="t"/>
          <a:lstStyle/>
          <a:p>
            <a:pPr indent="0" marL="0">
              <a:buNone/>
            </a:pPr>
            <a:r>
              <a:rPr lang="ko-KR" altLang="en-US" sz="950" dirty="0">
                <a:solidFill>
                  <a:srgbClr val="8197B5"/>
                </a:solidFill>
                <a:latin typeface="맑은 고딕" pitchFamily="34" charset="0"/>
                <a:ea typeface="맑은 고딕" pitchFamily="34" charset="-122"/>
                <a:cs typeface="맑은 고딕" pitchFamily="34" charset="-120"/>
              </a:rPr>
              <a:t>출처: Pocket Gamer(2022.07) Papers, Please iOS·Android 출시 보도 / Dark Reading(2019.01.23) “Google Creates Online Phishing Quiz” / HackerDNA(2026) “CyberStart Closed” — 2026년 10월 조사. 대표 이미지는 이해를 돕기 위한 일러스트(실제 화면 아님).</a:t>
            </a:r>
            <a:endParaRPr lang="ko-KR" sz="9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기존 게임과 DIGITAL GUARD의 차이</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1581912"/>
                <a:gridCol w="2377440"/>
                <a:gridCol w="2377440"/>
                <a:gridCol w="2377440"/>
                <a:gridCol w="2377440"/>
              </a:tblGrid>
              <a:tr h="484632">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비교 항목</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E3A66"/>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Papers, Please</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E3A66"/>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Jigsaw Phishing Quiz</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E3A66"/>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CyberStart</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E3A66"/>
                    </a:solidFill>
                  </a:tcPr>
                </a:tc>
                <a:tc>
                  <a:txBody>
                    <a:bodyPr/>
                    <a:lstStyle/>
                    <a:p>
                      <a:pPr algn="ctr" indent="0" marL="0">
                        <a:buNone/>
                      </a:pPr>
                      <a:r>
                        <a:rPr lang="ko-KR" altLang="en-US" sz="1600" b="1" dirty="0">
                          <a:solidFill>
                            <a:srgbClr val="FFFFFF"/>
                          </a:solidFill>
                          <a:latin typeface="맑은 고딕" pitchFamily="34" charset="0"/>
                          <a:ea typeface="맑은 고딕" pitchFamily="34" charset="-122"/>
                          <a:cs typeface="맑은 고딕" pitchFamily="34" charset="-120"/>
                        </a:rPr>
                        <a:t>DIGITAL GUARD</a:t>
                      </a:r>
                      <a:endParaRPr lang="ko-KR" sz="16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r h="484632">
                <a:tc>
                  <a:txBody>
                    <a:bodyPr/>
                    <a:lstStyle/>
                    <a:p>
                      <a:pPr algn="l" indent="0" marL="0">
                        <a:buNone/>
                      </a:pPr>
                      <a:r>
                        <a:rPr lang="ko-KR" altLang="en-US" sz="1400" b="1" dirty="0">
                          <a:solidFill>
                            <a:srgbClr val="FFFFFF"/>
                          </a:solidFill>
                          <a:latin typeface="맑은 고딕" pitchFamily="34" charset="0"/>
                          <a:ea typeface="맑은 고딕" pitchFamily="34" charset="-122"/>
                          <a:cs typeface="맑은 고딕" pitchFamily="34" charset="-120"/>
                        </a:rPr>
                        <a:t>주요 장르</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4284B"/>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문서 심사 시뮬레이션</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피싱 판별 퀴즈</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보안 퍼즐·챌린지</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모바일 심사 시뮬레이션</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r h="484632">
                <a:tc>
                  <a:txBody>
                    <a:bodyPr/>
                    <a:lstStyle/>
                    <a:p>
                      <a:pPr algn="l" indent="0" marL="0">
                        <a:buNone/>
                      </a:pPr>
                      <a:r>
                        <a:rPr lang="ko-KR" altLang="en-US" sz="1400" b="1" dirty="0">
                          <a:solidFill>
                            <a:srgbClr val="FFFFFF"/>
                          </a:solidFill>
                          <a:latin typeface="맑은 고딕" pitchFamily="34" charset="0"/>
                          <a:ea typeface="맑은 고딕" pitchFamily="34" charset="-122"/>
                          <a:cs typeface="맑은 고딕" pitchFamily="34" charset="-120"/>
                        </a:rPr>
                        <a:t>주요 콘텐츠</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4284B"/>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입국 서류·규칙 검토</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이메일 식별</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보안 과제</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메시지·계정·파일·권한</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r h="484632">
                <a:tc>
                  <a:txBody>
                    <a:bodyPr/>
                    <a:lstStyle/>
                    <a:p>
                      <a:pPr algn="l" indent="0" marL="0">
                        <a:buNone/>
                      </a:pPr>
                      <a:r>
                        <a:rPr lang="ko-KR" altLang="en-US" sz="1400" b="1" dirty="0">
                          <a:solidFill>
                            <a:srgbClr val="FFFFFF"/>
                          </a:solidFill>
                          <a:latin typeface="맑은 고딕" pitchFamily="34" charset="0"/>
                          <a:ea typeface="맑은 고딕" pitchFamily="34" charset="-122"/>
                          <a:cs typeface="맑은 고딕" pitchFamily="34" charset="-120"/>
                        </a:rPr>
                        <a:t>정보 대조</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4284B"/>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핵심</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제한적 (메일 단위)</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과제별 상이</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핵심 (복수 문서)</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r h="484632">
                <a:tc>
                  <a:txBody>
                    <a:bodyPr/>
                    <a:lstStyle/>
                    <a:p>
                      <a:pPr algn="l" indent="0" marL="0">
                        <a:buNone/>
                      </a:pPr>
                      <a:r>
                        <a:rPr lang="ko-KR" altLang="en-US" sz="1400" b="1" dirty="0">
                          <a:solidFill>
                            <a:srgbClr val="FFFFFF"/>
                          </a:solidFill>
                          <a:latin typeface="맑은 고딕" pitchFamily="34" charset="0"/>
                          <a:ea typeface="맑은 고딕" pitchFamily="34" charset="-122"/>
                          <a:cs typeface="맑은 고딕" pitchFamily="34" charset="-120"/>
                        </a:rPr>
                        <a:t>판정 방식</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4284B"/>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승인·거부</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정상·피싱 분류</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과제별 상이</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승인·거부·추가 확인</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r h="484632">
                <a:tc>
                  <a:txBody>
                    <a:bodyPr/>
                    <a:lstStyle/>
                    <a:p>
                      <a:pPr algn="l" indent="0" marL="0">
                        <a:buNone/>
                      </a:pPr>
                      <a:r>
                        <a:rPr lang="ko-KR" altLang="en-US" sz="1400" b="1" dirty="0">
                          <a:solidFill>
                            <a:srgbClr val="FFFFFF"/>
                          </a:solidFill>
                          <a:latin typeface="맑은 고딕" pitchFamily="34" charset="0"/>
                          <a:ea typeface="맑은 고딕" pitchFamily="34" charset="-122"/>
                          <a:cs typeface="맑은 고딕" pitchFamily="34" charset="-120"/>
                        </a:rPr>
                        <a:t>대상 및 목적</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4284B"/>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성인 중심 서사 시뮬레이션</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일반 이용자 피싱 인식</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학생 대상 보안 기술 학습</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청소년 디지털 안전 판단</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r h="484632">
                <a:tc>
                  <a:txBody>
                    <a:bodyPr/>
                    <a:lstStyle/>
                    <a:p>
                      <a:pPr algn="l" indent="0" marL="0">
                        <a:buNone/>
                      </a:pPr>
                      <a:r>
                        <a:rPr lang="ko-KR" altLang="en-US" sz="1400" b="1" dirty="0">
                          <a:solidFill>
                            <a:srgbClr val="FFFFFF"/>
                          </a:solidFill>
                          <a:latin typeface="맑은 고딕" pitchFamily="34" charset="0"/>
                          <a:ea typeface="맑은 고딕" pitchFamily="34" charset="-122"/>
                          <a:cs typeface="맑은 고딕" pitchFamily="34" charset="-120"/>
                        </a:rPr>
                        <a:t>모바일 UX</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4284B"/>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공식 모바일 (2022, 세로)</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웹 브라우저 퀴즈</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웹 기반</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E6ECF4"/>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세로 화면·터치 조작 지향</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r h="484632">
                <a:tc>
                  <a:txBody>
                    <a:bodyPr/>
                    <a:lstStyle/>
                    <a:p>
                      <a:pPr algn="l" indent="0" marL="0">
                        <a:buNone/>
                      </a:pPr>
                      <a:r>
                        <a:rPr lang="ko-KR" altLang="en-US" sz="1400" b="1" dirty="0">
                          <a:solidFill>
                            <a:srgbClr val="FFFFFF"/>
                          </a:solidFill>
                          <a:latin typeface="맑은 고딕" pitchFamily="34" charset="0"/>
                          <a:ea typeface="맑은 고딕" pitchFamily="34" charset="-122"/>
                          <a:cs typeface="맑은 고딕" pitchFamily="34" charset="-120"/>
                        </a:rPr>
                        <a:t>서비스 상태</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14284B"/>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PC·모바일 출시</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2019년 웹 공개</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dirty="0">
                          <a:solidFill>
                            <a:srgbClr val="1C2433"/>
                          </a:solidFill>
                          <a:latin typeface="맑은 고딕" pitchFamily="34" charset="0"/>
                          <a:ea typeface="맑은 고딕" pitchFamily="34" charset="-122"/>
                          <a:cs typeface="맑은 고딕" pitchFamily="34" charset="-120"/>
                        </a:rPr>
                        <a:t>2024년 종료</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F4F6FA"/>
                    </a:solidFill>
                  </a:tcPr>
                </a:tc>
                <a:tc>
                  <a:txBody>
                    <a:bodyPr/>
                    <a:lstStyle/>
                    <a:p>
                      <a:pPr algn="ctr" indent="0" marL="0">
                        <a:buNone/>
                      </a:pPr>
                      <a:r>
                        <a:rPr lang="ko-KR" altLang="en-US" sz="1400" b="1" dirty="0">
                          <a:solidFill>
                            <a:srgbClr val="FFFFFF"/>
                          </a:solidFill>
                          <a:latin typeface="맑은 고딕" pitchFamily="34" charset="0"/>
                          <a:ea typeface="맑은 고딕" pitchFamily="34" charset="-122"/>
                          <a:cs typeface="맑은 고딕" pitchFamily="34" charset="-120"/>
                        </a:rPr>
                        <a:t>기획 단계</a:t>
                      </a:r>
                      <a:endParaRPr lang="ko-KR" sz="1400" dirty="0">
                        <a:latin typeface="맑은 고딕" charset="0"/>
                        <a:ea typeface="맑은 고딕" charset="0"/>
                        <a:cs typeface="맑은 고딕" charset="0"/>
                      </a:endParaRPr>
                    </a:p>
                  </a:txBody>
                  <a:tcPr marL="76200" marR="76200" marT="25400" marB="25400" anchor="ctr">
                    <a:lnL w="19050" cap="flat" cmpd="sng" algn="ctr">
                      <a:solidFill>
                        <a:srgbClr val="0B1A33"/>
                      </a:solidFill>
                      <a:prstDash val="solid"/>
                      <a:round/>
                      <a:headEnd type="none" w="med" len="med"/>
                      <a:tailEnd type="none" w="med" len="med"/>
                    </a:lnL>
                    <a:lnR w="19050" cap="flat" cmpd="sng" algn="ctr">
                      <a:solidFill>
                        <a:srgbClr val="0B1A33"/>
                      </a:solidFill>
                      <a:prstDash val="solid"/>
                      <a:round/>
                      <a:headEnd type="none" w="med" len="med"/>
                      <a:tailEnd type="none" w="med" len="med"/>
                    </a:lnR>
                    <a:lnT w="19050" cap="flat" cmpd="sng" algn="ctr">
                      <a:solidFill>
                        <a:srgbClr val="0B1A33"/>
                      </a:solidFill>
                      <a:prstDash val="solid"/>
                      <a:round/>
                      <a:headEnd type="none" w="med" len="med"/>
                      <a:tailEnd type="none" w="med" len="med"/>
                    </a:lnT>
                    <a:lnB w="19050" cap="flat" cmpd="sng" algn="ctr">
                      <a:solidFill>
                        <a:srgbClr val="0B1A33"/>
                      </a:solidFill>
                      <a:prstDash val="solid"/>
                      <a:round/>
                      <a:headEnd type="none" w="med" len="med"/>
                      <a:tailEnd type="none" w="med" len="med"/>
                    </a:lnB>
                    <a:solidFill>
                      <a:srgbClr val="0E7C7B"/>
                    </a:solidFill>
                  </a:tcPr>
                </a:tc>
              </a:tr>
            </a:tbl>
          </a:graphicData>
        </a:graphic>
      </p:graphicFrame>
      <p:pic>
        <p:nvPicPr>
          <p:cNvPr id="4" name="Image 0" descr="preencoded.png">    </p:cNvPr>
          <p:cNvPicPr>
            <a:picLocks noChangeAspect="1"/>
          </p:cNvPicPr>
          <p:nvPr/>
        </p:nvPicPr>
        <p:blipFill>
          <a:blip r:embed="rId1"/>
          <a:stretch>
            <a:fillRect/>
          </a:stretch>
        </p:blipFill>
        <p:spPr>
          <a:xfrm>
            <a:off x="548640" y="5193792"/>
            <a:ext cx="384048" cy="384048"/>
          </a:xfrm>
          <a:prstGeom prst="rect">
            <a:avLst/>
          </a:prstGeom>
        </p:spPr>
      </p:pic>
      <p:sp>
        <p:nvSpPr>
          <p:cNvPr id="5" name="Text 1"/>
          <p:cNvSpPr txBox="1"/>
          <p:nvPr/>
        </p:nvSpPr>
        <p:spPr>
          <a:xfrm>
            <a:off x="1051560" y="5138928"/>
            <a:ext cx="10607040" cy="512064"/>
          </a:xfrm>
          <a:prstGeom prst="rect">
            <a:avLst/>
          </a:prstGeom>
          <a:noFill/>
          <a:ln/>
        </p:spPr>
        <p:txBody>
          <a:bodyPr wrap="square" lIns="0" tIns="0" rIns="0" bIns="0" rtlCol="0" anchor="ctr"/>
          <a:lstStyle/>
          <a:p>
            <a:pPr indent="0" marL="0">
              <a:buNone/>
            </a:pPr>
            <a:r>
              <a:rPr lang="ko-KR" altLang="en-US" sz="1800" b="1" dirty="0">
                <a:solidFill>
                  <a:srgbClr val="FFFFFF"/>
                </a:solidFill>
                <a:latin typeface="맑은 고딕" pitchFamily="34" charset="0"/>
                <a:ea typeface="맑은 고딕" pitchFamily="34" charset="-122"/>
                <a:cs typeface="맑은 고딕" pitchFamily="34" charset="-120"/>
              </a:rPr>
              <a:t>핵심 차별점 — 복수 문서 대조 × 3단 판정 × 세로형 터치 UX를 청소년 디지털 안전 판단에 결합</a:t>
            </a:r>
            <a:endParaRPr lang="ko-KR" sz="1800" dirty="0"/>
          </a:p>
        </p:txBody>
      </p:sp>
      <p:sp>
        <p:nvSpPr>
          <p:cNvPr id="6" name="Text 2"/>
          <p:cNvSpPr txBox="1"/>
          <p:nvPr/>
        </p:nvSpPr>
        <p:spPr>
          <a:xfrm>
            <a:off x="548640" y="5788152"/>
            <a:ext cx="11064240" cy="548640"/>
          </a:xfrm>
          <a:prstGeom prst="rect">
            <a:avLst/>
          </a:prstGeom>
          <a:noFill/>
          <a:ln/>
        </p:spPr>
        <p:txBody>
          <a:bodyPr wrap="square" lIns="0" tIns="0" rIns="0" bIns="0" rtlCol="0" anchor="t"/>
          <a:lstStyle/>
          <a:p>
            <a:pPr indent="0" marL="0">
              <a:buNone/>
            </a:pPr>
            <a:r>
              <a:rPr lang="ko-KR" altLang="en-US" sz="950" dirty="0">
                <a:solidFill>
                  <a:srgbClr val="8197B5"/>
                </a:solidFill>
                <a:latin typeface="맑은 고딕" pitchFamily="34" charset="0"/>
                <a:ea typeface="맑은 고딕" pitchFamily="34" charset="-122"/>
                <a:cs typeface="맑은 고딕" pitchFamily="34" charset="-120"/>
              </a:rPr>
              <a:t>※ 공식 정보·보도 자료를 바탕으로 한 비교이며, 각 제품의 모든 기능을 직접 검증한 결과는 아님. DIGITAL GUARD 열은 기획 목표.</a:t>
            </a:r>
            <a:endParaRPr lang="ko-KR" sz="950" dirty="0"/>
          </a:p>
          <a:p>
            <a:pPr indent="0" marL="0">
              <a:buNone/>
            </a:pPr>
            <a:r>
              <a:rPr lang="ko-KR" altLang="en-US" sz="950" dirty="0">
                <a:solidFill>
                  <a:srgbClr val="8197B5"/>
                </a:solidFill>
                <a:latin typeface="맑은 고딕" pitchFamily="34" charset="0"/>
                <a:ea typeface="맑은 고딕" pitchFamily="34" charset="-122"/>
                <a:cs typeface="맑은 고딕" pitchFamily="34" charset="-120"/>
              </a:rPr>
              <a:t>출처: Pocket Gamer(2022.07), Dark Reading(2019.01.23), HackerDNA(2026) — 세부 URL은 슬라이드 노트 참고. 2026년 10월 조사.</a:t>
            </a:r>
            <a:endParaRPr lang="ko-KR" sz="9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퀴즈를 넘어, 판단하는 게임으로</a:t>
            </a:r>
            <a:endParaRPr lang="en-US" sz="3000" dirty="0"/>
          </a:p>
        </p:txBody>
      </p:sp>
      <p:sp>
        <p:nvSpPr>
          <p:cNvPr id="3" name="Shape 1"/>
          <p:cNvSpPr/>
          <p:nvPr/>
        </p:nvSpPr>
        <p:spPr>
          <a:xfrm>
            <a:off x="4480560" y="2148840"/>
            <a:ext cx="1615745" cy="1051560"/>
          </a:xfrm>
          <a:prstGeom prst="line">
            <a:avLst/>
          </a:prstGeom>
          <a:noFill/>
          <a:ln w="15875">
            <a:solidFill>
              <a:srgbClr val="19B3B1"/>
            </a:solidFill>
            <a:prstDash val="dash"/>
          </a:ln>
        </p:spPr>
      </p:sp>
      <p:sp>
        <p:nvSpPr>
          <p:cNvPr id="4" name="Shape 2"/>
          <p:cNvSpPr/>
          <p:nvPr/>
        </p:nvSpPr>
        <p:spPr>
          <a:xfrm flipV="1">
            <a:off x="6096305" y="2148840"/>
            <a:ext cx="1612087" cy="1051560"/>
          </a:xfrm>
          <a:prstGeom prst="line">
            <a:avLst/>
          </a:prstGeom>
          <a:noFill/>
          <a:ln w="15875">
            <a:solidFill>
              <a:srgbClr val="19B3B1"/>
            </a:solidFill>
            <a:prstDash val="dash"/>
          </a:ln>
        </p:spPr>
      </p:sp>
      <p:sp>
        <p:nvSpPr>
          <p:cNvPr id="5" name="Shape 3"/>
          <p:cNvSpPr/>
          <p:nvPr/>
        </p:nvSpPr>
        <p:spPr>
          <a:xfrm flipV="1">
            <a:off x="4480560" y="3200400"/>
            <a:ext cx="1615745" cy="1005840"/>
          </a:xfrm>
          <a:prstGeom prst="line">
            <a:avLst/>
          </a:prstGeom>
          <a:noFill/>
          <a:ln w="15875">
            <a:solidFill>
              <a:srgbClr val="19B3B1"/>
            </a:solidFill>
            <a:prstDash val="dash"/>
          </a:ln>
        </p:spPr>
      </p:sp>
      <p:sp>
        <p:nvSpPr>
          <p:cNvPr id="6" name="Shape 4"/>
          <p:cNvSpPr/>
          <p:nvPr/>
        </p:nvSpPr>
        <p:spPr>
          <a:xfrm>
            <a:off x="6096305" y="3200400"/>
            <a:ext cx="1612087" cy="1005840"/>
          </a:xfrm>
          <a:prstGeom prst="line">
            <a:avLst/>
          </a:prstGeom>
          <a:noFill/>
          <a:ln w="15875">
            <a:solidFill>
              <a:srgbClr val="19B3B1"/>
            </a:solidFill>
            <a:prstDash val="dash"/>
          </a:ln>
        </p:spPr>
      </p:sp>
      <p:sp>
        <p:nvSpPr>
          <p:cNvPr id="7" name="Shape 5"/>
          <p:cNvSpPr/>
          <p:nvPr/>
        </p:nvSpPr>
        <p:spPr>
          <a:xfrm>
            <a:off x="4770425" y="1874520"/>
            <a:ext cx="2651760" cy="2651760"/>
          </a:xfrm>
          <a:prstGeom prst="ellipse">
            <a:avLst/>
          </a:prstGeom>
          <a:solidFill>
            <a:srgbClr val="14284B"/>
          </a:solidFill>
          <a:ln w="31750">
            <a:solidFill>
              <a:srgbClr val="19B3B1"/>
            </a:solidFill>
            <a:prstDash val="solid"/>
          </a:ln>
        </p:spPr>
      </p:sp>
      <p:sp>
        <p:nvSpPr>
          <p:cNvPr id="8" name="Shape 6"/>
          <p:cNvSpPr/>
          <p:nvPr/>
        </p:nvSpPr>
        <p:spPr>
          <a:xfrm>
            <a:off x="4999025" y="2103120"/>
            <a:ext cx="2194560" cy="2194560"/>
          </a:xfrm>
          <a:prstGeom prst="ellipse">
            <a:avLst/>
          </a:prstGeom>
          <a:solidFill>
            <a:srgbClr val="06122A"/>
          </a:solidFill>
          <a:ln/>
        </p:spPr>
      </p:sp>
      <p:pic>
        <p:nvPicPr>
          <p:cNvPr id="9" name="Image 0" descr="preencoded.png">    </p:cNvPr>
          <p:cNvPicPr>
            <a:picLocks noChangeAspect="1"/>
          </p:cNvPicPr>
          <p:nvPr/>
        </p:nvPicPr>
        <p:blipFill>
          <a:blip r:embed="rId1"/>
          <a:stretch>
            <a:fillRect/>
          </a:stretch>
        </p:blipFill>
        <p:spPr>
          <a:xfrm>
            <a:off x="5767121" y="2331720"/>
            <a:ext cx="658368" cy="658368"/>
          </a:xfrm>
          <a:prstGeom prst="rect">
            <a:avLst/>
          </a:prstGeom>
        </p:spPr>
      </p:pic>
      <p:sp>
        <p:nvSpPr>
          <p:cNvPr id="10" name="Text 7"/>
          <p:cNvSpPr txBox="1"/>
          <p:nvPr/>
        </p:nvSpPr>
        <p:spPr>
          <a:xfrm>
            <a:off x="5090465" y="3063240"/>
            <a:ext cx="2011680" cy="685800"/>
          </a:xfrm>
          <a:prstGeom prst="rect">
            <a:avLst/>
          </a:prstGeom>
          <a:noFill/>
          <a:ln/>
        </p:spPr>
        <p:txBody>
          <a:bodyPr wrap="square" lIns="0" tIns="0" rIns="0" bIns="0" rtlCol="0" anchor="t"/>
          <a:lstStyle/>
          <a:p>
            <a:pPr algn="ctr" indent="0" marL="0">
              <a:lnSpc>
                <a:spcPct val="90000"/>
              </a:lnSpc>
              <a:buNone/>
            </a:pPr>
            <a:r>
              <a:rPr lang="ko-KR" altLang="en-US" sz="2000" b="1" dirty="0">
                <a:solidFill>
                  <a:srgbClr val="FFFFFF"/>
                </a:solidFill>
                <a:latin typeface="맑은 고딕" pitchFamily="34" charset="0"/>
                <a:ea typeface="맑은 고딕" pitchFamily="34" charset="-122"/>
                <a:cs typeface="맑은 고딕" pitchFamily="34" charset="-120"/>
              </a:rPr>
              <a:t>DIGITAL</a:t>
            </a:r>
            <a:endParaRPr lang="ko-KR" sz="2000" dirty="0"/>
          </a:p>
          <a:p>
            <a:pPr algn="ctr" indent="0" marL="0">
              <a:lnSpc>
                <a:spcPct val="90000"/>
              </a:lnSpc>
              <a:buNone/>
            </a:pPr>
            <a:r>
              <a:rPr lang="ko-KR" altLang="en-US" sz="2000" b="1" dirty="0">
                <a:solidFill>
                  <a:srgbClr val="FFFFFF"/>
                </a:solidFill>
                <a:latin typeface="맑은 고딕" pitchFamily="34" charset="0"/>
                <a:ea typeface="맑은 고딕" pitchFamily="34" charset="-122"/>
                <a:cs typeface="맑은 고딕" pitchFamily="34" charset="-120"/>
              </a:rPr>
              <a:t>GUARD</a:t>
            </a:r>
            <a:endParaRPr lang="ko-KR" sz="2000" dirty="0"/>
          </a:p>
        </p:txBody>
      </p:sp>
      <p:sp>
        <p:nvSpPr>
          <p:cNvPr id="11" name="Text 8"/>
          <p:cNvSpPr txBox="1"/>
          <p:nvPr/>
        </p:nvSpPr>
        <p:spPr>
          <a:xfrm>
            <a:off x="5090465" y="3767328"/>
            <a:ext cx="2011680" cy="274320"/>
          </a:xfrm>
          <a:prstGeom prst="rect">
            <a:avLst/>
          </a:prstGeom>
          <a:noFill/>
          <a:ln/>
        </p:spPr>
        <p:txBody>
          <a:bodyPr wrap="square" lIns="0" tIns="0" rIns="0" bIns="0" rtlCol="0" anchor="t"/>
          <a:lstStyle/>
          <a:p>
            <a:pPr algn="ctr" indent="0" marL="0">
              <a:buNone/>
            </a:pPr>
            <a:r>
              <a:rPr lang="ko-KR" altLang="en-US" sz="1100" dirty="0">
                <a:solidFill>
                  <a:srgbClr val="19B3B1"/>
                </a:solidFill>
                <a:latin typeface="맑은 고딕" pitchFamily="34" charset="0"/>
                <a:ea typeface="맑은 고딕" pitchFamily="34" charset="-122"/>
                <a:cs typeface="맑은 고딕" pitchFamily="34" charset="-120"/>
              </a:rPr>
              <a:t>모바일 심사 시뮬레이션</a:t>
            </a:r>
            <a:endParaRPr lang="ko-KR" sz="1100" dirty="0"/>
          </a:p>
        </p:txBody>
      </p:sp>
      <p:sp>
        <p:nvSpPr>
          <p:cNvPr id="12" name="diff-01"/>
          <p:cNvSpPr/>
          <p:nvPr/>
        </p:nvSpPr>
        <p:spPr>
          <a:xfrm>
            <a:off x="548640" y="1234440"/>
            <a:ext cx="3931920" cy="1828800"/>
          </a:xfrm>
          <a:prstGeom prst="roundRect">
            <a:avLst>
              <a:gd name="adj" fmla="val 7000"/>
            </a:avLst>
          </a:prstGeom>
          <a:solidFill>
            <a:srgbClr val="14284B"/>
          </a:solidFill>
          <a:ln w="12700">
            <a:solidFill>
              <a:srgbClr val="1E3A66"/>
            </a:solidFill>
            <a:prstDash val="solid"/>
          </a:ln>
        </p:spPr>
      </p:sp>
      <p:sp>
        <p:nvSpPr>
          <p:cNvPr id="13" name="Shape 10"/>
          <p:cNvSpPr/>
          <p:nvPr/>
        </p:nvSpPr>
        <p:spPr>
          <a:xfrm>
            <a:off x="822960" y="1527048"/>
            <a:ext cx="731520" cy="731520"/>
          </a:xfrm>
          <a:prstGeom prst="ellipse">
            <a:avLst/>
          </a:prstGeom>
          <a:solidFill>
            <a:srgbClr val="19B3B1"/>
          </a:solidFill>
          <a:ln/>
        </p:spPr>
      </p:sp>
      <p:pic>
        <p:nvPicPr>
          <p:cNvPr id="14" name="Image 1" descr="preencoded.png">    </p:cNvPr>
          <p:cNvPicPr>
            <a:picLocks noChangeAspect="1"/>
          </p:cNvPicPr>
          <p:nvPr/>
        </p:nvPicPr>
        <p:blipFill>
          <a:blip r:embed="rId2"/>
          <a:stretch>
            <a:fillRect/>
          </a:stretch>
        </p:blipFill>
        <p:spPr>
          <a:xfrm>
            <a:off x="1005840" y="1709928"/>
            <a:ext cx="365760" cy="365760"/>
          </a:xfrm>
          <a:prstGeom prst="rect">
            <a:avLst/>
          </a:prstGeom>
        </p:spPr>
      </p:pic>
      <p:sp>
        <p:nvSpPr>
          <p:cNvPr id="15" name="Text 11"/>
          <p:cNvSpPr txBox="1"/>
          <p:nvPr/>
        </p:nvSpPr>
        <p:spPr>
          <a:xfrm>
            <a:off x="1737360" y="1508760"/>
            <a:ext cx="731520" cy="320040"/>
          </a:xfrm>
          <a:prstGeom prst="rect">
            <a:avLst/>
          </a:prstGeom>
          <a:noFill/>
          <a:ln/>
        </p:spPr>
        <p:txBody>
          <a:bodyPr wrap="square" lIns="0" tIns="0" rIns="0" bIns="0" rtlCol="0" anchor="t"/>
          <a:lstStyle/>
          <a:p>
            <a:pPr indent="0" marL="0">
              <a:buNone/>
            </a:pPr>
            <a:r>
              <a:rPr lang="ko-KR" altLang="en-US" sz="1600" b="1" dirty="0">
                <a:solidFill>
                  <a:srgbClr val="19B3B1"/>
                </a:solidFill>
                <a:latin typeface="맑은 고딕" pitchFamily="34" charset="0"/>
                <a:ea typeface="맑은 고딕" pitchFamily="34" charset="-122"/>
                <a:cs typeface="맑은 고딕" pitchFamily="34" charset="-120"/>
              </a:rPr>
              <a:t>01</a:t>
            </a:r>
            <a:endParaRPr lang="ko-KR" sz="1600" dirty="0"/>
          </a:p>
        </p:txBody>
      </p:sp>
      <p:sp>
        <p:nvSpPr>
          <p:cNvPr id="16" name="Text 12"/>
          <p:cNvSpPr txBox="1"/>
          <p:nvPr/>
        </p:nvSpPr>
        <p:spPr>
          <a:xfrm>
            <a:off x="1737360" y="1828800"/>
            <a:ext cx="2606040" cy="411480"/>
          </a:xfrm>
          <a:prstGeom prst="rect">
            <a:avLst/>
          </a:prstGeom>
          <a:noFill/>
          <a:ln/>
        </p:spPr>
        <p:txBody>
          <a:bodyPr wrap="square" lIns="0" tIns="0" rIns="0" bIns="0" rtlCol="0" anchor="t"/>
          <a:lstStyle/>
          <a:p>
            <a:pPr indent="0" marL="0">
              <a:buNone/>
            </a:pPr>
            <a:r>
              <a:rPr lang="ko-KR" altLang="en-US" sz="2100" b="1" dirty="0">
                <a:solidFill>
                  <a:srgbClr val="FFFFFF"/>
                </a:solidFill>
                <a:latin typeface="맑은 고딕" pitchFamily="34" charset="0"/>
                <a:ea typeface="맑은 고딕" pitchFamily="34" charset="-122"/>
                <a:cs typeface="맑은 고딕" pitchFamily="34" charset="-120"/>
              </a:rPr>
              <a:t>복수 문서 대조</a:t>
            </a:r>
            <a:endParaRPr lang="ko-KR" sz="2100" dirty="0"/>
          </a:p>
        </p:txBody>
      </p:sp>
      <p:sp>
        <p:nvSpPr>
          <p:cNvPr id="17" name="Text 13"/>
          <p:cNvSpPr txBox="1"/>
          <p:nvPr/>
        </p:nvSpPr>
        <p:spPr>
          <a:xfrm>
            <a:off x="1737360" y="2286000"/>
            <a:ext cx="2651760" cy="685800"/>
          </a:xfrm>
          <a:prstGeom prst="rect">
            <a:avLst/>
          </a:prstGeom>
          <a:noFill/>
          <a:ln/>
        </p:spPr>
        <p:txBody>
          <a:bodyPr wrap="square" lIns="0" tIns="0" rIns="0" bIns="0" rtlCol="0" anchor="t"/>
          <a:lstStyle/>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프로필·요청서·권한 정보를</a:t>
            </a:r>
            <a:endParaRPr lang="ko-KR" sz="1500" dirty="0"/>
          </a:p>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함께 검토한다</a:t>
            </a:r>
            <a:endParaRPr lang="ko-KR" sz="1500" dirty="0"/>
          </a:p>
        </p:txBody>
      </p:sp>
      <p:sp>
        <p:nvSpPr>
          <p:cNvPr id="18" name="diff-02"/>
          <p:cNvSpPr/>
          <p:nvPr/>
        </p:nvSpPr>
        <p:spPr>
          <a:xfrm>
            <a:off x="7708392" y="1234440"/>
            <a:ext cx="3931920" cy="1828800"/>
          </a:xfrm>
          <a:prstGeom prst="roundRect">
            <a:avLst>
              <a:gd name="adj" fmla="val 7000"/>
            </a:avLst>
          </a:prstGeom>
          <a:solidFill>
            <a:srgbClr val="14284B"/>
          </a:solidFill>
          <a:ln w="12700">
            <a:solidFill>
              <a:srgbClr val="1E3A66"/>
            </a:solidFill>
            <a:prstDash val="solid"/>
          </a:ln>
        </p:spPr>
      </p:sp>
      <p:sp>
        <p:nvSpPr>
          <p:cNvPr id="19" name="Shape 15"/>
          <p:cNvSpPr/>
          <p:nvPr/>
        </p:nvSpPr>
        <p:spPr>
          <a:xfrm>
            <a:off x="7982712" y="1527048"/>
            <a:ext cx="731520" cy="731520"/>
          </a:xfrm>
          <a:prstGeom prst="ellipse">
            <a:avLst/>
          </a:prstGeom>
          <a:solidFill>
            <a:srgbClr val="19B3B1"/>
          </a:solidFill>
          <a:ln/>
        </p:spPr>
      </p:sp>
      <p:pic>
        <p:nvPicPr>
          <p:cNvPr id="20" name="Image 2" descr="preencoded.png">    </p:cNvPr>
          <p:cNvPicPr>
            <a:picLocks noChangeAspect="1"/>
          </p:cNvPicPr>
          <p:nvPr/>
        </p:nvPicPr>
        <p:blipFill>
          <a:blip r:embed="rId3"/>
          <a:stretch>
            <a:fillRect/>
          </a:stretch>
        </p:blipFill>
        <p:spPr>
          <a:xfrm>
            <a:off x="8165592" y="1709928"/>
            <a:ext cx="365760" cy="365760"/>
          </a:xfrm>
          <a:prstGeom prst="rect">
            <a:avLst/>
          </a:prstGeom>
        </p:spPr>
      </p:pic>
      <p:sp>
        <p:nvSpPr>
          <p:cNvPr id="21" name="Text 16"/>
          <p:cNvSpPr txBox="1"/>
          <p:nvPr/>
        </p:nvSpPr>
        <p:spPr>
          <a:xfrm>
            <a:off x="8897112" y="1508760"/>
            <a:ext cx="731520" cy="320040"/>
          </a:xfrm>
          <a:prstGeom prst="rect">
            <a:avLst/>
          </a:prstGeom>
          <a:noFill/>
          <a:ln/>
        </p:spPr>
        <p:txBody>
          <a:bodyPr wrap="square" lIns="0" tIns="0" rIns="0" bIns="0" rtlCol="0" anchor="t"/>
          <a:lstStyle/>
          <a:p>
            <a:pPr indent="0" marL="0">
              <a:buNone/>
            </a:pPr>
            <a:r>
              <a:rPr lang="ko-KR" altLang="en-US" sz="1600" b="1" dirty="0">
                <a:solidFill>
                  <a:srgbClr val="19B3B1"/>
                </a:solidFill>
                <a:latin typeface="맑은 고딕" pitchFamily="34" charset="0"/>
                <a:ea typeface="맑은 고딕" pitchFamily="34" charset="-122"/>
                <a:cs typeface="맑은 고딕" pitchFamily="34" charset="-120"/>
              </a:rPr>
              <a:t>02</a:t>
            </a:r>
            <a:endParaRPr lang="ko-KR" sz="1600" dirty="0"/>
          </a:p>
        </p:txBody>
      </p:sp>
      <p:sp>
        <p:nvSpPr>
          <p:cNvPr id="22" name="Text 17"/>
          <p:cNvSpPr txBox="1"/>
          <p:nvPr/>
        </p:nvSpPr>
        <p:spPr>
          <a:xfrm>
            <a:off x="8897112" y="1828800"/>
            <a:ext cx="2606040" cy="411480"/>
          </a:xfrm>
          <a:prstGeom prst="rect">
            <a:avLst/>
          </a:prstGeom>
          <a:noFill/>
          <a:ln/>
        </p:spPr>
        <p:txBody>
          <a:bodyPr wrap="square" lIns="0" tIns="0" rIns="0" bIns="0" rtlCol="0" anchor="t"/>
          <a:lstStyle/>
          <a:p>
            <a:pPr indent="0" marL="0">
              <a:buNone/>
            </a:pPr>
            <a:r>
              <a:rPr lang="ko-KR" altLang="en-US" sz="2100" b="1" dirty="0">
                <a:solidFill>
                  <a:srgbClr val="FFFFFF"/>
                </a:solidFill>
                <a:latin typeface="맑은 고딕" pitchFamily="34" charset="0"/>
                <a:ea typeface="맑은 고딕" pitchFamily="34" charset="-122"/>
                <a:cs typeface="맑은 고딕" pitchFamily="34" charset="-120"/>
              </a:rPr>
              <a:t>세 가지 판단</a:t>
            </a:r>
            <a:endParaRPr lang="ko-KR" sz="2100" dirty="0"/>
          </a:p>
        </p:txBody>
      </p:sp>
      <p:sp>
        <p:nvSpPr>
          <p:cNvPr id="23" name="Text 18"/>
          <p:cNvSpPr txBox="1"/>
          <p:nvPr/>
        </p:nvSpPr>
        <p:spPr>
          <a:xfrm>
            <a:off x="8897112" y="2286000"/>
            <a:ext cx="2651760" cy="685800"/>
          </a:xfrm>
          <a:prstGeom prst="rect">
            <a:avLst/>
          </a:prstGeom>
          <a:noFill/>
          <a:ln/>
        </p:spPr>
        <p:txBody>
          <a:bodyPr wrap="square" lIns="0" tIns="0" rIns="0" bIns="0" rtlCol="0" anchor="t"/>
          <a:lstStyle/>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정상은 승인, 위험은 거부,</a:t>
            </a:r>
            <a:endParaRPr lang="ko-KR" sz="1500" dirty="0"/>
          </a:p>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증거가 부족하면 추가 확인</a:t>
            </a:r>
            <a:endParaRPr lang="ko-KR" sz="1500" dirty="0"/>
          </a:p>
        </p:txBody>
      </p:sp>
      <p:sp>
        <p:nvSpPr>
          <p:cNvPr id="24" name="diff-03"/>
          <p:cNvSpPr/>
          <p:nvPr/>
        </p:nvSpPr>
        <p:spPr>
          <a:xfrm>
            <a:off x="548640" y="3291840"/>
            <a:ext cx="3931920" cy="1828800"/>
          </a:xfrm>
          <a:prstGeom prst="roundRect">
            <a:avLst>
              <a:gd name="adj" fmla="val 7000"/>
            </a:avLst>
          </a:prstGeom>
          <a:solidFill>
            <a:srgbClr val="14284B"/>
          </a:solidFill>
          <a:ln w="12700">
            <a:solidFill>
              <a:srgbClr val="1E3A66"/>
            </a:solidFill>
            <a:prstDash val="solid"/>
          </a:ln>
        </p:spPr>
      </p:sp>
      <p:sp>
        <p:nvSpPr>
          <p:cNvPr id="25" name="Shape 20"/>
          <p:cNvSpPr/>
          <p:nvPr/>
        </p:nvSpPr>
        <p:spPr>
          <a:xfrm>
            <a:off x="822960" y="3584448"/>
            <a:ext cx="731520" cy="731520"/>
          </a:xfrm>
          <a:prstGeom prst="ellipse">
            <a:avLst/>
          </a:prstGeom>
          <a:solidFill>
            <a:srgbClr val="19B3B1"/>
          </a:solidFill>
          <a:ln/>
        </p:spPr>
      </p:sp>
      <p:pic>
        <p:nvPicPr>
          <p:cNvPr id="26" name="Image 3" descr="preencoded.png">    </p:cNvPr>
          <p:cNvPicPr>
            <a:picLocks noChangeAspect="1"/>
          </p:cNvPicPr>
          <p:nvPr/>
        </p:nvPicPr>
        <p:blipFill>
          <a:blip r:embed="rId4"/>
          <a:stretch>
            <a:fillRect/>
          </a:stretch>
        </p:blipFill>
        <p:spPr>
          <a:xfrm>
            <a:off x="1005840" y="3767328"/>
            <a:ext cx="365760" cy="365760"/>
          </a:xfrm>
          <a:prstGeom prst="rect">
            <a:avLst/>
          </a:prstGeom>
        </p:spPr>
      </p:pic>
      <p:sp>
        <p:nvSpPr>
          <p:cNvPr id="27" name="Text 21"/>
          <p:cNvSpPr txBox="1"/>
          <p:nvPr/>
        </p:nvSpPr>
        <p:spPr>
          <a:xfrm>
            <a:off x="1737360" y="3566160"/>
            <a:ext cx="731520" cy="320040"/>
          </a:xfrm>
          <a:prstGeom prst="rect">
            <a:avLst/>
          </a:prstGeom>
          <a:noFill/>
          <a:ln/>
        </p:spPr>
        <p:txBody>
          <a:bodyPr wrap="square" lIns="0" tIns="0" rIns="0" bIns="0" rtlCol="0" anchor="t"/>
          <a:lstStyle/>
          <a:p>
            <a:pPr indent="0" marL="0">
              <a:buNone/>
            </a:pPr>
            <a:r>
              <a:rPr lang="ko-KR" altLang="en-US" sz="1600" b="1" dirty="0">
                <a:solidFill>
                  <a:srgbClr val="19B3B1"/>
                </a:solidFill>
                <a:latin typeface="맑은 고딕" pitchFamily="34" charset="0"/>
                <a:ea typeface="맑은 고딕" pitchFamily="34" charset="-122"/>
                <a:cs typeface="맑은 고딕" pitchFamily="34" charset="-120"/>
              </a:rPr>
              <a:t>03</a:t>
            </a:r>
            <a:endParaRPr lang="ko-KR" sz="1600" dirty="0"/>
          </a:p>
        </p:txBody>
      </p:sp>
      <p:sp>
        <p:nvSpPr>
          <p:cNvPr id="28" name="Text 22"/>
          <p:cNvSpPr txBox="1"/>
          <p:nvPr/>
        </p:nvSpPr>
        <p:spPr>
          <a:xfrm>
            <a:off x="1737360" y="3886200"/>
            <a:ext cx="2606040" cy="411480"/>
          </a:xfrm>
          <a:prstGeom prst="rect">
            <a:avLst/>
          </a:prstGeom>
          <a:noFill/>
          <a:ln/>
        </p:spPr>
        <p:txBody>
          <a:bodyPr wrap="square" lIns="0" tIns="0" rIns="0" bIns="0" rtlCol="0" anchor="t"/>
          <a:lstStyle/>
          <a:p>
            <a:pPr indent="0" marL="0">
              <a:buNone/>
            </a:pPr>
            <a:r>
              <a:rPr lang="ko-KR" altLang="en-US" sz="2100" b="1" dirty="0">
                <a:solidFill>
                  <a:srgbClr val="FFFFFF"/>
                </a:solidFill>
                <a:latin typeface="맑은 고딕" pitchFamily="34" charset="0"/>
                <a:ea typeface="맑은 고딕" pitchFamily="34" charset="-122"/>
                <a:cs typeface="맑은 고딕" pitchFamily="34" charset="-120"/>
              </a:rPr>
              <a:t>모바일 우선 설계</a:t>
            </a:r>
            <a:endParaRPr lang="ko-KR" sz="2100" dirty="0"/>
          </a:p>
        </p:txBody>
      </p:sp>
      <p:sp>
        <p:nvSpPr>
          <p:cNvPr id="29" name="Text 23"/>
          <p:cNvSpPr txBox="1"/>
          <p:nvPr/>
        </p:nvSpPr>
        <p:spPr>
          <a:xfrm>
            <a:off x="1737360" y="4343400"/>
            <a:ext cx="2651760" cy="685800"/>
          </a:xfrm>
          <a:prstGeom prst="rect">
            <a:avLst/>
          </a:prstGeom>
          <a:noFill/>
          <a:ln/>
        </p:spPr>
        <p:txBody>
          <a:bodyPr wrap="square" lIns="0" tIns="0" rIns="0" bIns="0" rtlCol="0" anchor="t"/>
          <a:lstStyle/>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알림·문서를 탭으로 열고</a:t>
            </a:r>
            <a:endParaRPr lang="ko-KR" sz="1500" dirty="0"/>
          </a:p>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하단 버튼으로 판정한다</a:t>
            </a:r>
            <a:endParaRPr lang="ko-KR" sz="1500" dirty="0"/>
          </a:p>
        </p:txBody>
      </p:sp>
      <p:sp>
        <p:nvSpPr>
          <p:cNvPr id="30" name="diff-04"/>
          <p:cNvSpPr/>
          <p:nvPr/>
        </p:nvSpPr>
        <p:spPr>
          <a:xfrm>
            <a:off x="7708392" y="3291840"/>
            <a:ext cx="3931920" cy="1828800"/>
          </a:xfrm>
          <a:prstGeom prst="roundRect">
            <a:avLst>
              <a:gd name="adj" fmla="val 7000"/>
            </a:avLst>
          </a:prstGeom>
          <a:solidFill>
            <a:srgbClr val="14284B"/>
          </a:solidFill>
          <a:ln w="12700">
            <a:solidFill>
              <a:srgbClr val="1E3A66"/>
            </a:solidFill>
            <a:prstDash val="solid"/>
          </a:ln>
        </p:spPr>
      </p:sp>
      <p:sp>
        <p:nvSpPr>
          <p:cNvPr id="31" name="Shape 25"/>
          <p:cNvSpPr/>
          <p:nvPr/>
        </p:nvSpPr>
        <p:spPr>
          <a:xfrm>
            <a:off x="7982712" y="3584448"/>
            <a:ext cx="731520" cy="731520"/>
          </a:xfrm>
          <a:prstGeom prst="ellipse">
            <a:avLst/>
          </a:prstGeom>
          <a:solidFill>
            <a:srgbClr val="19B3B1"/>
          </a:solidFill>
          <a:ln/>
        </p:spPr>
      </p:sp>
      <p:pic>
        <p:nvPicPr>
          <p:cNvPr id="32" name="Image 4" descr="preencoded.png">    </p:cNvPr>
          <p:cNvPicPr>
            <a:picLocks noChangeAspect="1"/>
          </p:cNvPicPr>
          <p:nvPr/>
        </p:nvPicPr>
        <p:blipFill>
          <a:blip r:embed="rId5"/>
          <a:stretch>
            <a:fillRect/>
          </a:stretch>
        </p:blipFill>
        <p:spPr>
          <a:xfrm>
            <a:off x="8165592" y="3767328"/>
            <a:ext cx="365760" cy="365760"/>
          </a:xfrm>
          <a:prstGeom prst="rect">
            <a:avLst/>
          </a:prstGeom>
        </p:spPr>
      </p:pic>
      <p:sp>
        <p:nvSpPr>
          <p:cNvPr id="33" name="Text 26"/>
          <p:cNvSpPr txBox="1"/>
          <p:nvPr/>
        </p:nvSpPr>
        <p:spPr>
          <a:xfrm>
            <a:off x="8897112" y="3566160"/>
            <a:ext cx="731520" cy="320040"/>
          </a:xfrm>
          <a:prstGeom prst="rect">
            <a:avLst/>
          </a:prstGeom>
          <a:noFill/>
          <a:ln/>
        </p:spPr>
        <p:txBody>
          <a:bodyPr wrap="square" lIns="0" tIns="0" rIns="0" bIns="0" rtlCol="0" anchor="t"/>
          <a:lstStyle/>
          <a:p>
            <a:pPr indent="0" marL="0">
              <a:buNone/>
            </a:pPr>
            <a:r>
              <a:rPr lang="ko-KR" altLang="en-US" sz="1600" b="1" dirty="0">
                <a:solidFill>
                  <a:srgbClr val="19B3B1"/>
                </a:solidFill>
                <a:latin typeface="맑은 고딕" pitchFamily="34" charset="0"/>
                <a:ea typeface="맑은 고딕" pitchFamily="34" charset="-122"/>
                <a:cs typeface="맑은 고딕" pitchFamily="34" charset="-120"/>
              </a:rPr>
              <a:t>04</a:t>
            </a:r>
            <a:endParaRPr lang="ko-KR" sz="1600" dirty="0"/>
          </a:p>
        </p:txBody>
      </p:sp>
      <p:sp>
        <p:nvSpPr>
          <p:cNvPr id="34" name="Text 27"/>
          <p:cNvSpPr txBox="1"/>
          <p:nvPr/>
        </p:nvSpPr>
        <p:spPr>
          <a:xfrm>
            <a:off x="8897112" y="3886200"/>
            <a:ext cx="2606040" cy="411480"/>
          </a:xfrm>
          <a:prstGeom prst="rect">
            <a:avLst/>
          </a:prstGeom>
          <a:noFill/>
          <a:ln/>
        </p:spPr>
        <p:txBody>
          <a:bodyPr wrap="square" lIns="0" tIns="0" rIns="0" bIns="0" rtlCol="0" anchor="t"/>
          <a:lstStyle/>
          <a:p>
            <a:pPr indent="0" marL="0">
              <a:buNone/>
            </a:pPr>
            <a:r>
              <a:rPr lang="ko-KR" altLang="en-US" sz="2100" b="1" dirty="0">
                <a:solidFill>
                  <a:srgbClr val="FFFFFF"/>
                </a:solidFill>
                <a:latin typeface="맑은 고딕" pitchFamily="34" charset="0"/>
                <a:ea typeface="맑은 고딕" pitchFamily="34" charset="-122"/>
                <a:cs typeface="맑은 고딕" pitchFamily="34" charset="-120"/>
              </a:rPr>
              <a:t>실생활 중심 교육</a:t>
            </a:r>
            <a:endParaRPr lang="ko-KR" sz="2100" dirty="0"/>
          </a:p>
        </p:txBody>
      </p:sp>
      <p:sp>
        <p:nvSpPr>
          <p:cNvPr id="35" name="Text 28"/>
          <p:cNvSpPr txBox="1"/>
          <p:nvPr/>
        </p:nvSpPr>
        <p:spPr>
          <a:xfrm>
            <a:off x="8897112" y="4343400"/>
            <a:ext cx="2651760" cy="685800"/>
          </a:xfrm>
          <a:prstGeom prst="rect">
            <a:avLst/>
          </a:prstGeom>
          <a:noFill/>
          <a:ln/>
        </p:spPr>
        <p:txBody>
          <a:bodyPr wrap="square" lIns="0" tIns="0" rIns="0" bIns="0" rtlCol="0" anchor="t"/>
          <a:lstStyle/>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개인정보·피싱·공유 권한을</a:t>
            </a:r>
            <a:endParaRPr lang="ko-KR" sz="1500" dirty="0"/>
          </a:p>
          <a:p>
            <a:pPr indent="0" marL="0">
              <a:buNone/>
            </a:pPr>
            <a:r>
              <a:rPr lang="ko-KR" altLang="en-US" sz="1500" dirty="0">
                <a:solidFill>
                  <a:srgbClr val="A9BCD3"/>
                </a:solidFill>
                <a:latin typeface="맑은 고딕" pitchFamily="34" charset="0"/>
                <a:ea typeface="맑은 고딕" pitchFamily="34" charset="-122"/>
                <a:cs typeface="맑은 고딕" pitchFamily="34" charset="-120"/>
              </a:rPr>
              <a:t>가상 사건으로 익힌다</a:t>
            </a:r>
            <a:endParaRPr lang="ko-KR" sz="1500" dirty="0"/>
          </a:p>
        </p:txBody>
      </p:sp>
      <p:sp>
        <p:nvSpPr>
          <p:cNvPr id="36" name="Shape 29"/>
          <p:cNvSpPr/>
          <p:nvPr/>
        </p:nvSpPr>
        <p:spPr>
          <a:xfrm>
            <a:off x="548640" y="5349240"/>
            <a:ext cx="11091672" cy="868680"/>
          </a:xfrm>
          <a:prstGeom prst="roundRect">
            <a:avLst>
              <a:gd name="adj" fmla="val 14737"/>
            </a:avLst>
          </a:prstGeom>
          <a:solidFill>
            <a:srgbClr val="F4F6FA"/>
          </a:solidFill>
          <a:ln/>
        </p:spPr>
      </p:sp>
      <p:sp>
        <p:nvSpPr>
          <p:cNvPr id="37" name="Text 30"/>
          <p:cNvSpPr txBox="1"/>
          <p:nvPr/>
        </p:nvSpPr>
        <p:spPr>
          <a:xfrm>
            <a:off x="868680" y="5394960"/>
            <a:ext cx="10469880" cy="777240"/>
          </a:xfrm>
          <a:prstGeom prst="rect">
            <a:avLst/>
          </a:prstGeom>
          <a:noFill/>
          <a:ln/>
        </p:spPr>
        <p:txBody>
          <a:bodyPr wrap="square" lIns="0" tIns="0" rIns="0" bIns="0" rtlCol="0" anchor="ctr"/>
          <a:lstStyle/>
          <a:p>
            <a:pPr algn="ctr" indent="0" marL="0">
              <a:buNone/>
            </a:pPr>
            <a:r>
              <a:rPr lang="ko-KR" altLang="en-US" sz="1700" b="1" i="1" dirty="0">
                <a:solidFill>
                  <a:srgbClr val="0B1A33"/>
                </a:solidFill>
                <a:latin typeface="맑은 고딕" pitchFamily="34" charset="0"/>
                <a:ea typeface="맑은 고딕" pitchFamily="34" charset="-122"/>
                <a:cs typeface="맑은 고딕" pitchFamily="34" charset="-120"/>
              </a:rPr>
              <a:t>“DIGITAL GUARD는 디지털 보안 지식을 퀴즈로 맞히는 게임이 아니라, 여러 정보를 대조해 안전한 결정을 내리는 모바일 심사 시뮬레이션이다.”</a:t>
            </a:r>
            <a:endParaRPr lang="ko-KR" sz="17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사건을 해결하는 5단계 플레이 루프</a:t>
            </a:r>
            <a:endParaRPr lang="en-US" sz="3000" dirty="0"/>
          </a:p>
        </p:txBody>
      </p:sp>
      <p:sp>
        <p:nvSpPr>
          <p:cNvPr id="3" name="Shape 1"/>
          <p:cNvSpPr/>
          <p:nvPr/>
        </p:nvSpPr>
        <p:spPr>
          <a:xfrm>
            <a:off x="9902952" y="521208"/>
            <a:ext cx="1737360" cy="310896"/>
          </a:xfrm>
          <a:prstGeom prst="roundRect">
            <a:avLst>
              <a:gd name="adj" fmla="val 50000"/>
            </a:avLst>
          </a:prstGeom>
          <a:solidFill>
            <a:srgbClr val="F2B33D"/>
          </a:solidFill>
          <a:ln/>
        </p:spPr>
      </p:sp>
      <p:sp>
        <p:nvSpPr>
          <p:cNvPr id="4" name="Text 2"/>
          <p:cNvSpPr txBox="1"/>
          <p:nvPr/>
        </p:nvSpPr>
        <p:spPr>
          <a:xfrm>
            <a:off x="9902952" y="521208"/>
            <a:ext cx="1737360" cy="310896"/>
          </a:xfrm>
          <a:prstGeom prst="rect">
            <a:avLst/>
          </a:prstGeom>
          <a:noFill/>
          <a:ln/>
        </p:spPr>
        <p:txBody>
          <a:bodyPr wrap="square" lIns="0" tIns="0" rIns="0" bIns="0" rtlCol="0" anchor="ctr"/>
          <a:lstStyle/>
          <a:p>
            <a:pPr algn="ctr" indent="0" marL="0">
              <a:buNone/>
            </a:pPr>
            <a:r>
              <a:rPr lang="ko-KR" altLang="en-US" sz="1100" b="1" dirty="0">
                <a:solidFill>
                  <a:srgbClr val="0B1A33"/>
                </a:solidFill>
                <a:latin typeface="맑은 고딕" pitchFamily="34" charset="0"/>
                <a:ea typeface="맑은 고딕" pitchFamily="34" charset="-122"/>
                <a:cs typeface="맑은 고딕" pitchFamily="34" charset="-120"/>
              </a:rPr>
              <a:t>UI 목업 · 예상안</a:t>
            </a:r>
            <a:endParaRPr lang="ko-KR" sz="1100" dirty="0"/>
          </a:p>
        </p:txBody>
      </p:sp>
      <p:sp>
        <p:nvSpPr>
          <p:cNvPr id="5" name="Shape 3"/>
          <p:cNvSpPr/>
          <p:nvPr/>
        </p:nvSpPr>
        <p:spPr>
          <a:xfrm>
            <a:off x="1248156" y="1188720"/>
            <a:ext cx="658368" cy="658368"/>
          </a:xfrm>
          <a:prstGeom prst="ellipse">
            <a:avLst/>
          </a:prstGeom>
          <a:solidFill>
            <a:srgbClr val="19B3B1"/>
          </a:solidFill>
          <a:ln/>
        </p:spPr>
      </p:sp>
      <p:pic>
        <p:nvPicPr>
          <p:cNvPr id="6" name="Image 0" descr="preencoded.png">    </p:cNvPr>
          <p:cNvPicPr>
            <a:picLocks noChangeAspect="1"/>
          </p:cNvPicPr>
          <p:nvPr/>
        </p:nvPicPr>
        <p:blipFill>
          <a:blip r:embed="rId1"/>
          <a:stretch>
            <a:fillRect/>
          </a:stretch>
        </p:blipFill>
        <p:spPr>
          <a:xfrm>
            <a:off x="1412748" y="1353312"/>
            <a:ext cx="329184" cy="329184"/>
          </a:xfrm>
          <a:prstGeom prst="rect">
            <a:avLst/>
          </a:prstGeom>
        </p:spPr>
      </p:pic>
      <p:sp>
        <p:nvSpPr>
          <p:cNvPr id="7" name="Shape 4"/>
          <p:cNvSpPr/>
          <p:nvPr/>
        </p:nvSpPr>
        <p:spPr>
          <a:xfrm>
            <a:off x="1741932" y="1133856"/>
            <a:ext cx="274320" cy="274320"/>
          </a:xfrm>
          <a:prstGeom prst="roundRect">
            <a:avLst>
              <a:gd name="adj" fmla="val 50000"/>
            </a:avLst>
          </a:prstGeom>
          <a:solidFill>
            <a:srgbClr val="F2B33D"/>
          </a:solidFill>
          <a:ln/>
        </p:spPr>
      </p:sp>
      <p:sp>
        <p:nvSpPr>
          <p:cNvPr id="8" name="Text 5"/>
          <p:cNvSpPr txBox="1"/>
          <p:nvPr/>
        </p:nvSpPr>
        <p:spPr>
          <a:xfrm>
            <a:off x="1741932" y="1133856"/>
            <a:ext cx="274320" cy="274320"/>
          </a:xfrm>
          <a:prstGeom prst="rect">
            <a:avLst/>
          </a:prstGeom>
          <a:noFill/>
          <a:ln/>
        </p:spPr>
        <p:txBody>
          <a:bodyPr wrap="square" lIns="0" tIns="0" rIns="0" bIns="0" rtlCol="0" anchor="ctr"/>
          <a:lstStyle/>
          <a:p>
            <a:pPr algn="ctr" indent="0" marL="0">
              <a:buNone/>
            </a:pPr>
            <a:r>
              <a:rPr lang="ko-KR" altLang="en-US" sz="1100" b="1" dirty="0">
                <a:solidFill>
                  <a:srgbClr val="0B1A33"/>
                </a:solidFill>
                <a:latin typeface="맑은 고딕" pitchFamily="34" charset="0"/>
                <a:ea typeface="맑은 고딕" pitchFamily="34" charset="-122"/>
                <a:cs typeface="맑은 고딕" pitchFamily="34" charset="-120"/>
              </a:rPr>
              <a:t>1</a:t>
            </a:r>
            <a:endParaRPr lang="ko-KR" sz="1100" dirty="0"/>
          </a:p>
        </p:txBody>
      </p:sp>
      <p:sp>
        <p:nvSpPr>
          <p:cNvPr id="9" name="Text 6"/>
          <p:cNvSpPr txBox="1"/>
          <p:nvPr/>
        </p:nvSpPr>
        <p:spPr>
          <a:xfrm>
            <a:off x="548640" y="1920240"/>
            <a:ext cx="2057400" cy="347472"/>
          </a:xfrm>
          <a:prstGeom prst="rect">
            <a:avLst/>
          </a:prstGeom>
          <a:noFill/>
          <a:ln/>
        </p:spPr>
        <p:txBody>
          <a:bodyPr wrap="square" lIns="0" tIns="0" rIns="0" bIns="0" rtlCol="0" anchor="t"/>
          <a:lstStyle/>
          <a:p>
            <a:pPr algn="ctr" indent="0" marL="0">
              <a:buNone/>
            </a:pPr>
            <a:r>
              <a:rPr lang="ko-KR" altLang="en-US" sz="1700" b="1" dirty="0">
                <a:solidFill>
                  <a:srgbClr val="FFFFFF"/>
                </a:solidFill>
                <a:latin typeface="맑은 고딕" pitchFamily="34" charset="0"/>
                <a:ea typeface="맑은 고딕" pitchFamily="34" charset="-122"/>
                <a:cs typeface="맑은 고딕" pitchFamily="34" charset="-120"/>
              </a:rPr>
              <a:t>사건 접수</a:t>
            </a:r>
            <a:endParaRPr lang="ko-KR" sz="1700" dirty="0"/>
          </a:p>
        </p:txBody>
      </p:sp>
      <p:sp>
        <p:nvSpPr>
          <p:cNvPr id="10" name="Text 7"/>
          <p:cNvSpPr txBox="1"/>
          <p:nvPr/>
        </p:nvSpPr>
        <p:spPr>
          <a:xfrm>
            <a:off x="548640" y="2286000"/>
            <a:ext cx="2057400" cy="502920"/>
          </a:xfrm>
          <a:prstGeom prst="rect">
            <a:avLst/>
          </a:prstGeom>
          <a:noFill/>
          <a:ln/>
        </p:spPr>
        <p:txBody>
          <a:bodyPr wrap="square" lIns="0" tIns="0" rIns="0" bIns="0" rtlCol="0" anchor="t"/>
          <a:lstStyle/>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새 사건 알림이</a:t>
            </a:r>
            <a:endParaRPr lang="ko-KR" sz="1300" dirty="0"/>
          </a:p>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데스크에 도착</a:t>
            </a:r>
            <a:endParaRPr lang="ko-KR" sz="1300" dirty="0"/>
          </a:p>
        </p:txBody>
      </p:sp>
      <p:sp>
        <p:nvSpPr>
          <p:cNvPr id="11" name="Shape 8"/>
          <p:cNvSpPr/>
          <p:nvPr/>
        </p:nvSpPr>
        <p:spPr>
          <a:xfrm>
            <a:off x="2642616" y="1389888"/>
            <a:ext cx="128016" cy="256032"/>
          </a:xfrm>
          <a:prstGeom prst="chevron">
            <a:avLst/>
          </a:prstGeom>
          <a:solidFill>
            <a:srgbClr val="19B3B1"/>
          </a:solidFill>
          <a:ln/>
        </p:spPr>
      </p:sp>
      <p:sp>
        <p:nvSpPr>
          <p:cNvPr id="12" name="Shape 9"/>
          <p:cNvSpPr/>
          <p:nvPr/>
        </p:nvSpPr>
        <p:spPr>
          <a:xfrm>
            <a:off x="594360" y="2907792"/>
            <a:ext cx="1965960" cy="2514600"/>
          </a:xfrm>
          <a:prstGeom prst="roundRect">
            <a:avLst>
              <a:gd name="adj" fmla="val 8372"/>
            </a:avLst>
          </a:prstGeom>
          <a:solidFill>
            <a:srgbClr val="040B17"/>
          </a:solidFill>
          <a:ln w="12700">
            <a:solidFill>
              <a:srgbClr val="3A5478"/>
            </a:solidFill>
            <a:prstDash val="solid"/>
          </a:ln>
        </p:spPr>
      </p:sp>
      <p:sp>
        <p:nvSpPr>
          <p:cNvPr id="13" name="Shape 10"/>
          <p:cNvSpPr/>
          <p:nvPr/>
        </p:nvSpPr>
        <p:spPr>
          <a:xfrm>
            <a:off x="667512" y="2980944"/>
            <a:ext cx="1819656" cy="2368296"/>
          </a:xfrm>
          <a:prstGeom prst="roundRect">
            <a:avLst>
              <a:gd name="adj" fmla="val 6030"/>
            </a:avLst>
          </a:prstGeom>
          <a:solidFill>
            <a:srgbClr val="14284B"/>
          </a:solidFill>
          <a:ln/>
        </p:spPr>
      </p:sp>
      <p:sp>
        <p:nvSpPr>
          <p:cNvPr id="14" name="Text 11"/>
          <p:cNvSpPr txBox="1"/>
          <p:nvPr/>
        </p:nvSpPr>
        <p:spPr>
          <a:xfrm>
            <a:off x="777240" y="3090672"/>
            <a:ext cx="1600200" cy="201168"/>
          </a:xfrm>
          <a:prstGeom prst="rect">
            <a:avLst/>
          </a:prstGeom>
          <a:noFill/>
          <a:ln/>
        </p:spPr>
        <p:txBody>
          <a:bodyPr wrap="square" lIns="0" tIns="0" rIns="0" bIns="0" rtlCol="0" anchor="t"/>
          <a:lstStyle/>
          <a:p>
            <a:pPr indent="0" marL="0">
              <a:buNone/>
            </a:pPr>
            <a:r>
              <a:rPr lang="ko-KR" altLang="en-US" sz="900" dirty="0">
                <a:solidFill>
                  <a:srgbClr val="A9BCD3"/>
                </a:solidFill>
                <a:latin typeface="맑은 고딕" pitchFamily="34" charset="0"/>
                <a:ea typeface="맑은 고딕" pitchFamily="34" charset="-122"/>
                <a:cs typeface="맑은 고딕" pitchFamily="34" charset="-120"/>
              </a:rPr>
              <a:t>누리 디지털 안전 센터</a:t>
            </a:r>
            <a:endParaRPr lang="ko-KR" sz="900" dirty="0"/>
          </a:p>
        </p:txBody>
      </p:sp>
      <p:sp>
        <p:nvSpPr>
          <p:cNvPr id="15" name="Shape 12"/>
          <p:cNvSpPr/>
          <p:nvPr/>
        </p:nvSpPr>
        <p:spPr>
          <a:xfrm>
            <a:off x="777240" y="3392424"/>
            <a:ext cx="1600200" cy="1097280"/>
          </a:xfrm>
          <a:prstGeom prst="roundRect">
            <a:avLst>
              <a:gd name="adj" fmla="val 8333"/>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886968" y="3502152"/>
            <a:ext cx="237744" cy="237744"/>
          </a:xfrm>
          <a:prstGeom prst="rect">
            <a:avLst/>
          </a:prstGeom>
        </p:spPr>
      </p:pic>
      <p:sp>
        <p:nvSpPr>
          <p:cNvPr id="17" name="Text 13"/>
          <p:cNvSpPr txBox="1"/>
          <p:nvPr/>
        </p:nvSpPr>
        <p:spPr>
          <a:xfrm>
            <a:off x="1197864" y="3511296"/>
            <a:ext cx="1188720" cy="228600"/>
          </a:xfrm>
          <a:prstGeom prst="rect">
            <a:avLst/>
          </a:prstGeom>
          <a:noFill/>
          <a:ln/>
        </p:spPr>
        <p:txBody>
          <a:bodyPr wrap="square" lIns="0" tIns="0" rIns="0" bIns="0" rtlCol="0" anchor="t"/>
          <a:lstStyle/>
          <a:p>
            <a:pPr indent="0" marL="0">
              <a:buNone/>
            </a:pPr>
            <a:r>
              <a:rPr lang="ko-KR" altLang="en-US" sz="1000" b="1" dirty="0">
                <a:solidFill>
                  <a:srgbClr val="1C2433"/>
                </a:solidFill>
                <a:latin typeface="맑은 고딕" pitchFamily="34" charset="0"/>
                <a:ea typeface="맑은 고딕" pitchFamily="34" charset="-122"/>
                <a:cs typeface="맑은 고딕" pitchFamily="34" charset="-120"/>
              </a:rPr>
              <a:t>새 사건 도착</a:t>
            </a:r>
            <a:endParaRPr lang="ko-KR" sz="1000" dirty="0"/>
          </a:p>
        </p:txBody>
      </p:sp>
      <p:sp>
        <p:nvSpPr>
          <p:cNvPr id="18" name="Text 14"/>
          <p:cNvSpPr txBox="1"/>
          <p:nvPr/>
        </p:nvSpPr>
        <p:spPr>
          <a:xfrm>
            <a:off x="886968" y="3849624"/>
            <a:ext cx="1408176" cy="548640"/>
          </a:xfrm>
          <a:prstGeom prst="rect">
            <a:avLst/>
          </a:prstGeom>
          <a:noFill/>
          <a:ln/>
        </p:spPr>
        <p:txBody>
          <a:bodyPr wrap="square" lIns="0" tIns="0" rIns="0" bIns="0" rtlCol="0" anchor="t"/>
          <a:lstStyle/>
          <a:p>
            <a:pPr indent="0" marL="0">
              <a:buNone/>
            </a:pPr>
            <a:r>
              <a:rPr lang="ko-KR" altLang="en-US" sz="1050" b="1" dirty="0">
                <a:solidFill>
                  <a:srgbClr val="1C2433"/>
                </a:solidFill>
                <a:latin typeface="맑은 고딕" pitchFamily="34" charset="0"/>
                <a:ea typeface="맑은 고딕" pitchFamily="34" charset="-122"/>
                <a:cs typeface="맑은 고딕" pitchFamily="34" charset="-120"/>
              </a:rPr>
              <a:t>‘학교 지원팀’</a:t>
            </a:r>
            <a:endParaRPr lang="ko-KR" sz="1050" dirty="0"/>
          </a:p>
          <a:p>
            <a:pPr indent="0" marL="0">
              <a:buNone/>
            </a:pPr>
            <a:r>
              <a:rPr lang="ko-KR" altLang="en-US" sz="1050" b="1" dirty="0">
                <a:solidFill>
                  <a:srgbClr val="1C2433"/>
                </a:solidFill>
                <a:latin typeface="맑은 고딕" pitchFamily="34" charset="0"/>
                <a:ea typeface="맑은 고딕" pitchFamily="34" charset="-122"/>
                <a:cs typeface="맑은 고딕" pitchFamily="34" charset="-120"/>
              </a:rPr>
              <a:t>메시지 확인 요청</a:t>
            </a:r>
            <a:endParaRPr lang="ko-KR" sz="1050" dirty="0"/>
          </a:p>
        </p:txBody>
      </p:sp>
      <p:sp>
        <p:nvSpPr>
          <p:cNvPr id="19" name="Shape 15"/>
          <p:cNvSpPr/>
          <p:nvPr/>
        </p:nvSpPr>
        <p:spPr>
          <a:xfrm>
            <a:off x="777240" y="4782312"/>
            <a:ext cx="1600200" cy="411480"/>
          </a:xfrm>
          <a:prstGeom prst="roundRect">
            <a:avLst>
              <a:gd name="adj" fmla="val 22222"/>
            </a:avLst>
          </a:prstGeom>
          <a:solidFill>
            <a:srgbClr val="19B3B1"/>
          </a:solidFill>
          <a:ln/>
        </p:spPr>
      </p:sp>
      <p:sp>
        <p:nvSpPr>
          <p:cNvPr id="20" name="Text 16"/>
          <p:cNvSpPr txBox="1"/>
          <p:nvPr/>
        </p:nvSpPr>
        <p:spPr>
          <a:xfrm>
            <a:off x="777240" y="4782312"/>
            <a:ext cx="1600200" cy="411480"/>
          </a:xfrm>
          <a:prstGeom prst="rect">
            <a:avLst/>
          </a:prstGeom>
          <a:noFill/>
          <a:ln/>
        </p:spPr>
        <p:txBody>
          <a:bodyPr wrap="square" lIns="0" tIns="0" rIns="0" bIns="0" rtlCol="0" anchor="ctr"/>
          <a:lstStyle/>
          <a:p>
            <a:pPr algn="ctr" indent="0" marL="0">
              <a:buNone/>
            </a:pPr>
            <a:r>
              <a:rPr lang="ko-KR" altLang="en-US" sz="1200" b="1" dirty="0">
                <a:solidFill>
                  <a:srgbClr val="06122A"/>
                </a:solidFill>
                <a:latin typeface="맑은 고딕" pitchFamily="34" charset="0"/>
                <a:ea typeface="맑은 고딕" pitchFamily="34" charset="-122"/>
                <a:cs typeface="맑은 고딕" pitchFamily="34" charset="-120"/>
              </a:rPr>
              <a:t>검토 시작</a:t>
            </a:r>
            <a:endParaRPr lang="ko-KR" sz="1200" dirty="0"/>
          </a:p>
        </p:txBody>
      </p:sp>
      <p:sp>
        <p:nvSpPr>
          <p:cNvPr id="21" name="Shape 17"/>
          <p:cNvSpPr/>
          <p:nvPr/>
        </p:nvSpPr>
        <p:spPr>
          <a:xfrm>
            <a:off x="3506724" y="1188720"/>
            <a:ext cx="658368" cy="658368"/>
          </a:xfrm>
          <a:prstGeom prst="ellipse">
            <a:avLst/>
          </a:prstGeom>
          <a:solidFill>
            <a:srgbClr val="19B3B1"/>
          </a:solidFill>
          <a:ln/>
        </p:spPr>
      </p:sp>
      <p:pic>
        <p:nvPicPr>
          <p:cNvPr id="22" name="Image 2" descr="preencoded.png">    </p:cNvPr>
          <p:cNvPicPr>
            <a:picLocks noChangeAspect="1"/>
          </p:cNvPicPr>
          <p:nvPr/>
        </p:nvPicPr>
        <p:blipFill>
          <a:blip r:embed="rId3"/>
          <a:stretch>
            <a:fillRect/>
          </a:stretch>
        </p:blipFill>
        <p:spPr>
          <a:xfrm>
            <a:off x="3671316" y="1353312"/>
            <a:ext cx="329184" cy="329184"/>
          </a:xfrm>
          <a:prstGeom prst="rect">
            <a:avLst/>
          </a:prstGeom>
        </p:spPr>
      </p:pic>
      <p:sp>
        <p:nvSpPr>
          <p:cNvPr id="23" name="Shape 18"/>
          <p:cNvSpPr/>
          <p:nvPr/>
        </p:nvSpPr>
        <p:spPr>
          <a:xfrm>
            <a:off x="4000500" y="1133856"/>
            <a:ext cx="274320" cy="274320"/>
          </a:xfrm>
          <a:prstGeom prst="roundRect">
            <a:avLst>
              <a:gd name="adj" fmla="val 50000"/>
            </a:avLst>
          </a:prstGeom>
          <a:solidFill>
            <a:srgbClr val="F2B33D"/>
          </a:solidFill>
          <a:ln/>
        </p:spPr>
      </p:sp>
      <p:sp>
        <p:nvSpPr>
          <p:cNvPr id="24" name="Text 19"/>
          <p:cNvSpPr txBox="1"/>
          <p:nvPr/>
        </p:nvSpPr>
        <p:spPr>
          <a:xfrm>
            <a:off x="4000500" y="1133856"/>
            <a:ext cx="274320" cy="274320"/>
          </a:xfrm>
          <a:prstGeom prst="rect">
            <a:avLst/>
          </a:prstGeom>
          <a:noFill/>
          <a:ln/>
        </p:spPr>
        <p:txBody>
          <a:bodyPr wrap="square" lIns="0" tIns="0" rIns="0" bIns="0" rtlCol="0" anchor="ctr"/>
          <a:lstStyle/>
          <a:p>
            <a:pPr algn="ctr" indent="0" marL="0">
              <a:buNone/>
            </a:pPr>
            <a:r>
              <a:rPr lang="ko-KR" altLang="en-US" sz="1100" b="1" dirty="0">
                <a:solidFill>
                  <a:srgbClr val="0B1A33"/>
                </a:solidFill>
                <a:latin typeface="맑은 고딕" pitchFamily="34" charset="0"/>
                <a:ea typeface="맑은 고딕" pitchFamily="34" charset="-122"/>
                <a:cs typeface="맑은 고딕" pitchFamily="34" charset="-120"/>
              </a:rPr>
              <a:t>2</a:t>
            </a:r>
            <a:endParaRPr lang="ko-KR" sz="1100" dirty="0"/>
          </a:p>
        </p:txBody>
      </p:sp>
      <p:sp>
        <p:nvSpPr>
          <p:cNvPr id="25" name="Text 20"/>
          <p:cNvSpPr txBox="1"/>
          <p:nvPr/>
        </p:nvSpPr>
        <p:spPr>
          <a:xfrm>
            <a:off x="2807208" y="1920240"/>
            <a:ext cx="2057400" cy="347472"/>
          </a:xfrm>
          <a:prstGeom prst="rect">
            <a:avLst/>
          </a:prstGeom>
          <a:noFill/>
          <a:ln/>
        </p:spPr>
        <p:txBody>
          <a:bodyPr wrap="square" lIns="0" tIns="0" rIns="0" bIns="0" rtlCol="0" anchor="t"/>
          <a:lstStyle/>
          <a:p>
            <a:pPr algn="ctr" indent="0" marL="0">
              <a:buNone/>
            </a:pPr>
            <a:r>
              <a:rPr lang="ko-KR" altLang="en-US" sz="1700" b="1" dirty="0">
                <a:solidFill>
                  <a:srgbClr val="FFFFFF"/>
                </a:solidFill>
                <a:latin typeface="맑은 고딕" pitchFamily="34" charset="0"/>
                <a:ea typeface="맑은 고딕" pitchFamily="34" charset="-122"/>
                <a:cs typeface="맑은 고딕" pitchFamily="34" charset="-120"/>
              </a:rPr>
              <a:t>문서·메시지 확인</a:t>
            </a:r>
            <a:endParaRPr lang="ko-KR" sz="1700" dirty="0"/>
          </a:p>
        </p:txBody>
      </p:sp>
      <p:sp>
        <p:nvSpPr>
          <p:cNvPr id="26" name="Text 21"/>
          <p:cNvSpPr txBox="1"/>
          <p:nvPr/>
        </p:nvSpPr>
        <p:spPr>
          <a:xfrm>
            <a:off x="2807208" y="2286000"/>
            <a:ext cx="2057400" cy="502920"/>
          </a:xfrm>
          <a:prstGeom prst="rect">
            <a:avLst/>
          </a:prstGeom>
          <a:noFill/>
          <a:ln/>
        </p:spPr>
        <p:txBody>
          <a:bodyPr wrap="square" lIns="0" tIns="0" rIns="0" bIns="0" rtlCol="0" anchor="t"/>
          <a:lstStyle/>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탭으로 문서를 열고</a:t>
            </a:r>
            <a:endParaRPr lang="ko-KR" sz="1300" dirty="0"/>
          </a:p>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요청 내용 확인</a:t>
            </a:r>
            <a:endParaRPr lang="ko-KR" sz="1300" dirty="0"/>
          </a:p>
        </p:txBody>
      </p:sp>
      <p:sp>
        <p:nvSpPr>
          <p:cNvPr id="27" name="Shape 22"/>
          <p:cNvSpPr/>
          <p:nvPr/>
        </p:nvSpPr>
        <p:spPr>
          <a:xfrm>
            <a:off x="4901184" y="1389888"/>
            <a:ext cx="128016" cy="256032"/>
          </a:xfrm>
          <a:prstGeom prst="chevron">
            <a:avLst/>
          </a:prstGeom>
          <a:solidFill>
            <a:srgbClr val="19B3B1"/>
          </a:solidFill>
          <a:ln/>
        </p:spPr>
      </p:sp>
      <p:sp>
        <p:nvSpPr>
          <p:cNvPr id="28" name="Shape 23"/>
          <p:cNvSpPr/>
          <p:nvPr/>
        </p:nvSpPr>
        <p:spPr>
          <a:xfrm>
            <a:off x="2852928" y="2907792"/>
            <a:ext cx="1965960" cy="2514600"/>
          </a:xfrm>
          <a:prstGeom prst="roundRect">
            <a:avLst>
              <a:gd name="adj" fmla="val 8372"/>
            </a:avLst>
          </a:prstGeom>
          <a:solidFill>
            <a:srgbClr val="040B17"/>
          </a:solidFill>
          <a:ln w="12700">
            <a:solidFill>
              <a:srgbClr val="3A5478"/>
            </a:solidFill>
            <a:prstDash val="solid"/>
          </a:ln>
        </p:spPr>
      </p:sp>
      <p:sp>
        <p:nvSpPr>
          <p:cNvPr id="29" name="Shape 24"/>
          <p:cNvSpPr/>
          <p:nvPr/>
        </p:nvSpPr>
        <p:spPr>
          <a:xfrm>
            <a:off x="2926080" y="2980944"/>
            <a:ext cx="1819656" cy="2368296"/>
          </a:xfrm>
          <a:prstGeom prst="roundRect">
            <a:avLst>
              <a:gd name="adj" fmla="val 6030"/>
            </a:avLst>
          </a:prstGeom>
          <a:solidFill>
            <a:srgbClr val="F4F6FA"/>
          </a:solidFill>
          <a:ln/>
        </p:spPr>
      </p:sp>
      <p:sp>
        <p:nvSpPr>
          <p:cNvPr id="30" name="Text 25"/>
          <p:cNvSpPr txBox="1"/>
          <p:nvPr/>
        </p:nvSpPr>
        <p:spPr>
          <a:xfrm>
            <a:off x="3035808" y="3072384"/>
            <a:ext cx="1371600" cy="201168"/>
          </a:xfrm>
          <a:prstGeom prst="rect">
            <a:avLst/>
          </a:prstGeom>
          <a:noFill/>
          <a:ln/>
        </p:spPr>
        <p:txBody>
          <a:bodyPr wrap="square" lIns="0" tIns="0" rIns="0" bIns="0" rtlCol="0" anchor="t"/>
          <a:lstStyle/>
          <a:p>
            <a:pPr indent="0" marL="0">
              <a:buNone/>
            </a:pPr>
            <a:r>
              <a:rPr lang="ko-KR" altLang="en-US" sz="900" b="1" dirty="0">
                <a:solidFill>
                  <a:srgbClr val="5A6576"/>
                </a:solidFill>
                <a:latin typeface="맑은 고딕" pitchFamily="34" charset="0"/>
                <a:ea typeface="맑은 고딕" pitchFamily="34" charset="-122"/>
                <a:cs typeface="맑은 고딕" pitchFamily="34" charset="-120"/>
              </a:rPr>
              <a:t>받은 메시지</a:t>
            </a:r>
            <a:endParaRPr lang="ko-KR" sz="900" dirty="0"/>
          </a:p>
        </p:txBody>
      </p:sp>
      <p:sp>
        <p:nvSpPr>
          <p:cNvPr id="31" name="Shape 26"/>
          <p:cNvSpPr/>
          <p:nvPr/>
        </p:nvSpPr>
        <p:spPr>
          <a:xfrm>
            <a:off x="3017520" y="3328416"/>
            <a:ext cx="1636776" cy="658368"/>
          </a:xfrm>
          <a:prstGeom prst="roundRect">
            <a:avLst>
              <a:gd name="adj" fmla="val 11111"/>
            </a:avLst>
          </a:prstGeom>
          <a:solidFill>
            <a:srgbClr val="FFFFFF"/>
          </a:solidFill>
          <a:ln w="22225">
            <a:solidFill>
              <a:srgbClr val="19B3B1"/>
            </a:solidFill>
            <a:prstDash val="solid"/>
          </a:ln>
        </p:spPr>
      </p:sp>
      <p:sp>
        <p:nvSpPr>
          <p:cNvPr id="32" name="Text 27"/>
          <p:cNvSpPr txBox="1"/>
          <p:nvPr/>
        </p:nvSpPr>
        <p:spPr>
          <a:xfrm>
            <a:off x="3090672" y="3374136"/>
            <a:ext cx="914400" cy="164592"/>
          </a:xfrm>
          <a:prstGeom prst="rect">
            <a:avLst/>
          </a:prstGeom>
          <a:noFill/>
          <a:ln/>
        </p:spPr>
        <p:txBody>
          <a:bodyPr wrap="square" lIns="0" tIns="0" rIns="0" bIns="0" rtlCol="0" anchor="t"/>
          <a:lstStyle/>
          <a:p>
            <a:pPr indent="0" marL="0">
              <a:buNone/>
            </a:pPr>
            <a:r>
              <a:rPr lang="ko-KR" altLang="en-US" sz="750" dirty="0">
                <a:solidFill>
                  <a:srgbClr val="5A6576"/>
                </a:solidFill>
                <a:latin typeface="맑은 고딕" pitchFamily="34" charset="0"/>
                <a:ea typeface="맑은 고딕" pitchFamily="34" charset="-122"/>
                <a:cs typeface="맑은 고딕" pitchFamily="34" charset="-120"/>
              </a:rPr>
              <a:t>보낸 사람</a:t>
            </a:r>
            <a:endParaRPr lang="ko-KR" sz="750" dirty="0"/>
          </a:p>
        </p:txBody>
      </p:sp>
      <p:sp>
        <p:nvSpPr>
          <p:cNvPr id="33" name="Text 28"/>
          <p:cNvSpPr txBox="1"/>
          <p:nvPr/>
        </p:nvSpPr>
        <p:spPr>
          <a:xfrm>
            <a:off x="3090672" y="3529584"/>
            <a:ext cx="1545336" cy="411480"/>
          </a:xfrm>
          <a:prstGeom prst="rect">
            <a:avLst/>
          </a:prstGeom>
          <a:noFill/>
          <a:ln/>
        </p:spPr>
        <p:txBody>
          <a:bodyPr wrap="square" lIns="0" tIns="0" rIns="0" bIns="0" rtlCol="0" anchor="t"/>
          <a:lstStyle/>
          <a:p>
            <a:pPr indent="0" marL="0">
              <a:buNone/>
            </a:pPr>
            <a:r>
              <a:rPr lang="ko-KR" altLang="en-US" sz="800" b="1" dirty="0">
                <a:solidFill>
                  <a:srgbClr val="1C2433"/>
                </a:solidFill>
                <a:latin typeface="맑은 고딕" pitchFamily="34" charset="0"/>
                <a:ea typeface="맑은 고딕" pitchFamily="34" charset="-122"/>
                <a:cs typeface="맑은 고딕" pitchFamily="34" charset="-120"/>
              </a:rPr>
              <a:t>학교 지원팀</a:t>
            </a:r>
            <a:endParaRPr lang="ko-KR" sz="800" dirty="0"/>
          </a:p>
          <a:p>
            <a:pPr indent="0" marL="0">
              <a:buNone/>
            </a:pPr>
            <a:r>
              <a:rPr lang="ko-KR" altLang="en-US" sz="800" b="1" dirty="0">
                <a:solidFill>
                  <a:srgbClr val="1C2433"/>
                </a:solidFill>
                <a:latin typeface="맑은 고딕" pitchFamily="34" charset="0"/>
                <a:ea typeface="맑은 고딕" pitchFamily="34" charset="-122"/>
                <a:cs typeface="맑은 고딕" pitchFamily="34" charset="-120"/>
              </a:rPr>
              <a:t>help@nuri-help.example</a:t>
            </a:r>
            <a:endParaRPr lang="ko-KR" sz="800" dirty="0"/>
          </a:p>
        </p:txBody>
      </p:sp>
      <p:sp>
        <p:nvSpPr>
          <p:cNvPr id="34" name="Shape 29"/>
          <p:cNvSpPr/>
          <p:nvPr/>
        </p:nvSpPr>
        <p:spPr>
          <a:xfrm>
            <a:off x="3017520" y="4059936"/>
            <a:ext cx="1636776" cy="685800"/>
          </a:xfrm>
          <a:prstGeom prst="roundRect">
            <a:avLst>
              <a:gd name="adj" fmla="val 10667"/>
            </a:avLst>
          </a:prstGeom>
          <a:solidFill>
            <a:srgbClr val="FFFFFF"/>
          </a:solidFill>
          <a:ln/>
        </p:spPr>
      </p:sp>
      <p:sp>
        <p:nvSpPr>
          <p:cNvPr id="35" name="Text 30"/>
          <p:cNvSpPr txBox="1"/>
          <p:nvPr/>
        </p:nvSpPr>
        <p:spPr>
          <a:xfrm>
            <a:off x="3090672" y="4123944"/>
            <a:ext cx="1545336" cy="548640"/>
          </a:xfrm>
          <a:prstGeom prst="rect">
            <a:avLst/>
          </a:prstGeom>
          <a:noFill/>
          <a:ln/>
        </p:spPr>
        <p:txBody>
          <a:bodyPr wrap="square" lIns="0" tIns="0" rIns="0" bIns="0" rtlCol="0" anchor="t"/>
          <a:lstStyle/>
          <a:p>
            <a:pPr indent="0" marL="0">
              <a:buNone/>
            </a:pPr>
            <a:r>
              <a:rPr lang="ko-KR" altLang="en-US" sz="850" dirty="0">
                <a:solidFill>
                  <a:srgbClr val="1C2433"/>
                </a:solidFill>
                <a:latin typeface="맑은 고딕" pitchFamily="34" charset="0"/>
                <a:ea typeface="맑은 고딕" pitchFamily="34" charset="-122"/>
                <a:cs typeface="맑은 고딕" pitchFamily="34" charset="-120"/>
              </a:rPr>
              <a:t>“계정 확인을 위해</a:t>
            </a:r>
            <a:endParaRPr lang="ko-KR" sz="850" dirty="0"/>
          </a:p>
          <a:p>
            <a:pPr indent="0" marL="0">
              <a:buNone/>
            </a:pPr>
            <a:r>
              <a:rPr lang="ko-KR" altLang="en-US" sz="850" dirty="0">
                <a:solidFill>
                  <a:srgbClr val="1C2433"/>
                </a:solidFill>
                <a:latin typeface="맑은 고딕" pitchFamily="34" charset="0"/>
                <a:ea typeface="맑은 고딕" pitchFamily="34" charset="-122"/>
                <a:cs typeface="맑은 고딕" pitchFamily="34" charset="-120"/>
              </a:rPr>
              <a:t>비밀번호를 입력해 주세요”</a:t>
            </a:r>
            <a:endParaRPr lang="ko-KR" sz="850" dirty="0"/>
          </a:p>
        </p:txBody>
      </p:sp>
      <p:pic>
        <p:nvPicPr>
          <p:cNvPr id="36" name="Image 3" descr="preencoded.png">    </p:cNvPr>
          <p:cNvPicPr>
            <a:picLocks noChangeAspect="1"/>
          </p:cNvPicPr>
          <p:nvPr/>
        </p:nvPicPr>
        <p:blipFill>
          <a:blip r:embed="rId4"/>
          <a:stretch>
            <a:fillRect/>
          </a:stretch>
        </p:blipFill>
        <p:spPr>
          <a:xfrm>
            <a:off x="4242816" y="3730752"/>
            <a:ext cx="365760" cy="365760"/>
          </a:xfrm>
          <a:prstGeom prst="rect">
            <a:avLst/>
          </a:prstGeom>
        </p:spPr>
      </p:pic>
      <p:sp>
        <p:nvSpPr>
          <p:cNvPr id="37" name="Text 31"/>
          <p:cNvSpPr txBox="1"/>
          <p:nvPr/>
        </p:nvSpPr>
        <p:spPr>
          <a:xfrm>
            <a:off x="2926080" y="5001768"/>
            <a:ext cx="1819656" cy="228600"/>
          </a:xfrm>
          <a:prstGeom prst="rect">
            <a:avLst/>
          </a:prstGeom>
          <a:noFill/>
          <a:ln/>
        </p:spPr>
        <p:txBody>
          <a:bodyPr wrap="square" lIns="0" tIns="0" rIns="0" bIns="0" rtlCol="0" anchor="t"/>
          <a:lstStyle/>
          <a:p>
            <a:pPr algn="ctr" indent="0" marL="0">
              <a:buNone/>
            </a:pPr>
            <a:r>
              <a:rPr lang="ko-KR" altLang="en-US" sz="900" b="1" dirty="0">
                <a:solidFill>
                  <a:srgbClr val="0E7C7B"/>
                </a:solidFill>
                <a:latin typeface="맑은 고딕" pitchFamily="34" charset="0"/>
                <a:ea typeface="맑은 고딕" pitchFamily="34" charset="-122"/>
                <a:cs typeface="맑은 고딕" pitchFamily="34" charset="-120"/>
              </a:rPr>
              <a:t>탭해서 상세 정보 열기</a:t>
            </a:r>
            <a:endParaRPr lang="ko-KR" sz="900" dirty="0"/>
          </a:p>
        </p:txBody>
      </p:sp>
      <p:sp>
        <p:nvSpPr>
          <p:cNvPr id="38" name="Shape 32"/>
          <p:cNvSpPr/>
          <p:nvPr/>
        </p:nvSpPr>
        <p:spPr>
          <a:xfrm>
            <a:off x="5765292" y="1188720"/>
            <a:ext cx="658368" cy="658368"/>
          </a:xfrm>
          <a:prstGeom prst="ellipse">
            <a:avLst/>
          </a:prstGeom>
          <a:solidFill>
            <a:srgbClr val="19B3B1"/>
          </a:solidFill>
          <a:ln/>
        </p:spPr>
      </p:sp>
      <p:pic>
        <p:nvPicPr>
          <p:cNvPr id="39" name="Image 4" descr="preencoded.png">    </p:cNvPr>
          <p:cNvPicPr>
            <a:picLocks noChangeAspect="1"/>
          </p:cNvPicPr>
          <p:nvPr/>
        </p:nvPicPr>
        <p:blipFill>
          <a:blip r:embed="rId5"/>
          <a:stretch>
            <a:fillRect/>
          </a:stretch>
        </p:blipFill>
        <p:spPr>
          <a:xfrm>
            <a:off x="5929884" y="1353312"/>
            <a:ext cx="329184" cy="329184"/>
          </a:xfrm>
          <a:prstGeom prst="rect">
            <a:avLst/>
          </a:prstGeom>
        </p:spPr>
      </p:pic>
      <p:sp>
        <p:nvSpPr>
          <p:cNvPr id="40" name="Shape 33"/>
          <p:cNvSpPr/>
          <p:nvPr/>
        </p:nvSpPr>
        <p:spPr>
          <a:xfrm>
            <a:off x="6259068" y="1133856"/>
            <a:ext cx="274320" cy="274320"/>
          </a:xfrm>
          <a:prstGeom prst="roundRect">
            <a:avLst>
              <a:gd name="adj" fmla="val 50000"/>
            </a:avLst>
          </a:prstGeom>
          <a:solidFill>
            <a:srgbClr val="F2B33D"/>
          </a:solidFill>
          <a:ln/>
        </p:spPr>
      </p:sp>
      <p:sp>
        <p:nvSpPr>
          <p:cNvPr id="41" name="Text 34"/>
          <p:cNvSpPr txBox="1"/>
          <p:nvPr/>
        </p:nvSpPr>
        <p:spPr>
          <a:xfrm>
            <a:off x="6259068" y="1133856"/>
            <a:ext cx="274320" cy="274320"/>
          </a:xfrm>
          <a:prstGeom prst="rect">
            <a:avLst/>
          </a:prstGeom>
          <a:noFill/>
          <a:ln/>
        </p:spPr>
        <p:txBody>
          <a:bodyPr wrap="square" lIns="0" tIns="0" rIns="0" bIns="0" rtlCol="0" anchor="ctr"/>
          <a:lstStyle/>
          <a:p>
            <a:pPr algn="ctr" indent="0" marL="0">
              <a:buNone/>
            </a:pPr>
            <a:r>
              <a:rPr lang="ko-KR" altLang="en-US" sz="1100" b="1" dirty="0">
                <a:solidFill>
                  <a:srgbClr val="0B1A33"/>
                </a:solidFill>
                <a:latin typeface="맑은 고딕" pitchFamily="34" charset="0"/>
                <a:ea typeface="맑은 고딕" pitchFamily="34" charset="-122"/>
                <a:cs typeface="맑은 고딕" pitchFamily="34" charset="-120"/>
              </a:rPr>
              <a:t>3</a:t>
            </a:r>
            <a:endParaRPr lang="ko-KR" sz="1100" dirty="0"/>
          </a:p>
        </p:txBody>
      </p:sp>
      <p:sp>
        <p:nvSpPr>
          <p:cNvPr id="42" name="Text 35"/>
          <p:cNvSpPr txBox="1"/>
          <p:nvPr/>
        </p:nvSpPr>
        <p:spPr>
          <a:xfrm>
            <a:off x="5065776" y="1920240"/>
            <a:ext cx="2057400" cy="347472"/>
          </a:xfrm>
          <a:prstGeom prst="rect">
            <a:avLst/>
          </a:prstGeom>
          <a:noFill/>
          <a:ln/>
        </p:spPr>
        <p:txBody>
          <a:bodyPr wrap="square" lIns="0" tIns="0" rIns="0" bIns="0" rtlCol="0" anchor="t"/>
          <a:lstStyle/>
          <a:p>
            <a:pPr algn="ctr" indent="0" marL="0">
              <a:buNone/>
            </a:pPr>
            <a:r>
              <a:rPr lang="ko-KR" altLang="en-US" sz="1700" b="1" dirty="0">
                <a:solidFill>
                  <a:srgbClr val="FFFFFF"/>
                </a:solidFill>
                <a:latin typeface="맑은 고딕" pitchFamily="34" charset="0"/>
                <a:ea typeface="맑은 고딕" pitchFamily="34" charset="-122"/>
                <a:cs typeface="맑은 고딕" pitchFamily="34" charset="-120"/>
              </a:rPr>
              <a:t>단서 비교·위험 탐지</a:t>
            </a:r>
            <a:endParaRPr lang="ko-KR" sz="1700" dirty="0"/>
          </a:p>
        </p:txBody>
      </p:sp>
      <p:sp>
        <p:nvSpPr>
          <p:cNvPr id="43" name="Text 36"/>
          <p:cNvSpPr txBox="1"/>
          <p:nvPr/>
        </p:nvSpPr>
        <p:spPr>
          <a:xfrm>
            <a:off x="5065776" y="2286000"/>
            <a:ext cx="2057400" cy="502920"/>
          </a:xfrm>
          <a:prstGeom prst="rect">
            <a:avLst/>
          </a:prstGeom>
          <a:noFill/>
          <a:ln/>
        </p:spPr>
        <p:txBody>
          <a:bodyPr wrap="square" lIns="0" tIns="0" rIns="0" bIns="0" rtlCol="0" anchor="t"/>
          <a:lstStyle/>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두 정보를 대조해</a:t>
            </a:r>
            <a:endParaRPr lang="ko-KR" sz="1300" dirty="0"/>
          </a:p>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불일치를 찾는다</a:t>
            </a:r>
            <a:endParaRPr lang="ko-KR" sz="1300" dirty="0"/>
          </a:p>
        </p:txBody>
      </p:sp>
      <p:sp>
        <p:nvSpPr>
          <p:cNvPr id="44" name="Shape 37"/>
          <p:cNvSpPr/>
          <p:nvPr/>
        </p:nvSpPr>
        <p:spPr>
          <a:xfrm>
            <a:off x="7159752" y="1389888"/>
            <a:ext cx="128016" cy="256032"/>
          </a:xfrm>
          <a:prstGeom prst="chevron">
            <a:avLst/>
          </a:prstGeom>
          <a:solidFill>
            <a:srgbClr val="19B3B1"/>
          </a:solidFill>
          <a:ln/>
        </p:spPr>
      </p:sp>
      <p:sp>
        <p:nvSpPr>
          <p:cNvPr id="45" name="Shape 38"/>
          <p:cNvSpPr/>
          <p:nvPr/>
        </p:nvSpPr>
        <p:spPr>
          <a:xfrm>
            <a:off x="5111496" y="2907792"/>
            <a:ext cx="1965960" cy="2514600"/>
          </a:xfrm>
          <a:prstGeom prst="roundRect">
            <a:avLst>
              <a:gd name="adj" fmla="val 8372"/>
            </a:avLst>
          </a:prstGeom>
          <a:solidFill>
            <a:srgbClr val="040B17"/>
          </a:solidFill>
          <a:ln w="12700">
            <a:solidFill>
              <a:srgbClr val="3A5478"/>
            </a:solidFill>
            <a:prstDash val="solid"/>
          </a:ln>
        </p:spPr>
      </p:sp>
      <p:sp>
        <p:nvSpPr>
          <p:cNvPr id="46" name="Shape 39"/>
          <p:cNvSpPr/>
          <p:nvPr/>
        </p:nvSpPr>
        <p:spPr>
          <a:xfrm>
            <a:off x="5184648" y="2980944"/>
            <a:ext cx="1819656" cy="2368296"/>
          </a:xfrm>
          <a:prstGeom prst="roundRect">
            <a:avLst>
              <a:gd name="adj" fmla="val 6030"/>
            </a:avLst>
          </a:prstGeom>
          <a:solidFill>
            <a:srgbClr val="F4F6FA"/>
          </a:solidFill>
          <a:ln/>
        </p:spPr>
      </p:sp>
      <p:sp>
        <p:nvSpPr>
          <p:cNvPr id="47" name="Text 40"/>
          <p:cNvSpPr txBox="1"/>
          <p:nvPr/>
        </p:nvSpPr>
        <p:spPr>
          <a:xfrm>
            <a:off x="5294376" y="3072384"/>
            <a:ext cx="1371600" cy="201168"/>
          </a:xfrm>
          <a:prstGeom prst="rect">
            <a:avLst/>
          </a:prstGeom>
          <a:noFill/>
          <a:ln/>
        </p:spPr>
        <p:txBody>
          <a:bodyPr wrap="square" lIns="0" tIns="0" rIns="0" bIns="0" rtlCol="0" anchor="t"/>
          <a:lstStyle/>
          <a:p>
            <a:pPr indent="0" marL="0">
              <a:buNone/>
            </a:pPr>
            <a:r>
              <a:rPr lang="ko-KR" altLang="en-US" sz="900" b="1" dirty="0">
                <a:solidFill>
                  <a:srgbClr val="5A6576"/>
                </a:solidFill>
                <a:latin typeface="맑은 고딕" pitchFamily="34" charset="0"/>
                <a:ea typeface="맑은 고딕" pitchFamily="34" charset="-122"/>
                <a:cs typeface="맑은 고딕" pitchFamily="34" charset="-120"/>
              </a:rPr>
              <a:t>비교 모드</a:t>
            </a:r>
            <a:endParaRPr lang="ko-KR" sz="900" dirty="0"/>
          </a:p>
        </p:txBody>
      </p:sp>
      <p:sp>
        <p:nvSpPr>
          <p:cNvPr id="48" name="Shape 41"/>
          <p:cNvSpPr/>
          <p:nvPr/>
        </p:nvSpPr>
        <p:spPr>
          <a:xfrm>
            <a:off x="5276088" y="3328416"/>
            <a:ext cx="1636776" cy="502920"/>
          </a:xfrm>
          <a:prstGeom prst="roundRect">
            <a:avLst>
              <a:gd name="adj" fmla="val 14545"/>
            </a:avLst>
          </a:prstGeom>
          <a:solidFill>
            <a:srgbClr val="FFFFFF"/>
          </a:solidFill>
          <a:ln w="22225">
            <a:solidFill>
              <a:srgbClr val="F2B33D"/>
            </a:solidFill>
            <a:prstDash val="solid"/>
          </a:ln>
        </p:spPr>
      </p:sp>
      <p:sp>
        <p:nvSpPr>
          <p:cNvPr id="49" name="Text 42"/>
          <p:cNvSpPr txBox="1"/>
          <p:nvPr/>
        </p:nvSpPr>
        <p:spPr>
          <a:xfrm>
            <a:off x="5349240" y="3328416"/>
            <a:ext cx="1545336" cy="502920"/>
          </a:xfrm>
          <a:prstGeom prst="rect">
            <a:avLst/>
          </a:prstGeom>
          <a:noFill/>
          <a:ln/>
        </p:spPr>
        <p:txBody>
          <a:bodyPr wrap="square" lIns="0" tIns="0" rIns="0" bIns="0" rtlCol="0" anchor="ctr"/>
          <a:lstStyle/>
          <a:p>
            <a:pPr indent="0" marL="0">
              <a:buNone/>
            </a:pPr>
            <a:r>
              <a:rPr lang="ko-KR" altLang="en-US" sz="850" b="1" dirty="0">
                <a:solidFill>
                  <a:srgbClr val="1C2433"/>
                </a:solidFill>
                <a:latin typeface="맑은 고딕" pitchFamily="34" charset="0"/>
                <a:ea typeface="맑은 고딕" pitchFamily="34" charset="-122"/>
                <a:cs typeface="맑은 고딕" pitchFamily="34" charset="-120"/>
              </a:rPr>
              <a:t>발신  nuri-help.example</a:t>
            </a:r>
            <a:endParaRPr lang="ko-KR" sz="850" dirty="0"/>
          </a:p>
        </p:txBody>
      </p:sp>
      <p:sp>
        <p:nvSpPr>
          <p:cNvPr id="50" name="Shape 43"/>
          <p:cNvSpPr/>
          <p:nvPr/>
        </p:nvSpPr>
        <p:spPr>
          <a:xfrm>
            <a:off x="5682996" y="3895344"/>
            <a:ext cx="822960" cy="256032"/>
          </a:xfrm>
          <a:prstGeom prst="roundRect">
            <a:avLst>
              <a:gd name="adj" fmla="val 50000"/>
            </a:avLst>
          </a:prstGeom>
          <a:solidFill>
            <a:srgbClr val="F2B33D"/>
          </a:solidFill>
          <a:ln/>
        </p:spPr>
      </p:sp>
      <p:sp>
        <p:nvSpPr>
          <p:cNvPr id="51" name="Text 44"/>
          <p:cNvSpPr txBox="1"/>
          <p:nvPr/>
        </p:nvSpPr>
        <p:spPr>
          <a:xfrm>
            <a:off x="5682996" y="3895344"/>
            <a:ext cx="822960" cy="256032"/>
          </a:xfrm>
          <a:prstGeom prst="rect">
            <a:avLst/>
          </a:prstGeom>
          <a:noFill/>
          <a:ln/>
        </p:spPr>
        <p:txBody>
          <a:bodyPr wrap="square" lIns="0" tIns="0" rIns="0" bIns="0" rtlCol="0" anchor="ctr"/>
          <a:lstStyle/>
          <a:p>
            <a:pPr algn="ctr" indent="0" marL="0">
              <a:buNone/>
            </a:pPr>
            <a:r>
              <a:rPr lang="ko-KR" altLang="en-US" sz="900" b="1" dirty="0">
                <a:solidFill>
                  <a:srgbClr val="0B1A33"/>
                </a:solidFill>
                <a:latin typeface="맑은 고딕" pitchFamily="34" charset="0"/>
                <a:ea typeface="맑은 고딕" pitchFamily="34" charset="-122"/>
                <a:cs typeface="맑은 고딕" pitchFamily="34" charset="-120"/>
              </a:rPr>
              <a:t>! 불일치</a:t>
            </a:r>
            <a:endParaRPr lang="ko-KR" sz="900" dirty="0"/>
          </a:p>
        </p:txBody>
      </p:sp>
      <p:sp>
        <p:nvSpPr>
          <p:cNvPr id="52" name="Shape 45"/>
          <p:cNvSpPr/>
          <p:nvPr/>
        </p:nvSpPr>
        <p:spPr>
          <a:xfrm>
            <a:off x="5276088" y="4215384"/>
            <a:ext cx="1636776" cy="502920"/>
          </a:xfrm>
          <a:prstGeom prst="roundRect">
            <a:avLst>
              <a:gd name="adj" fmla="val 14545"/>
            </a:avLst>
          </a:prstGeom>
          <a:solidFill>
            <a:srgbClr val="FFFFFF"/>
          </a:solidFill>
          <a:ln w="22225">
            <a:solidFill>
              <a:srgbClr val="F2B33D"/>
            </a:solidFill>
            <a:prstDash val="solid"/>
          </a:ln>
        </p:spPr>
      </p:sp>
      <p:sp>
        <p:nvSpPr>
          <p:cNvPr id="53" name="Text 46"/>
          <p:cNvSpPr txBox="1"/>
          <p:nvPr/>
        </p:nvSpPr>
        <p:spPr>
          <a:xfrm>
            <a:off x="5349240" y="4215384"/>
            <a:ext cx="1545336" cy="502920"/>
          </a:xfrm>
          <a:prstGeom prst="rect">
            <a:avLst/>
          </a:prstGeom>
          <a:noFill/>
          <a:ln/>
        </p:spPr>
        <p:txBody>
          <a:bodyPr wrap="square" lIns="0" tIns="0" rIns="0" bIns="0" rtlCol="0" anchor="ctr"/>
          <a:lstStyle/>
          <a:p>
            <a:pPr indent="0" marL="0">
              <a:buNone/>
            </a:pPr>
            <a:r>
              <a:rPr lang="ko-KR" altLang="en-US" sz="850" b="1" dirty="0">
                <a:solidFill>
                  <a:srgbClr val="1C2433"/>
                </a:solidFill>
                <a:latin typeface="맑은 고딕" pitchFamily="34" charset="0"/>
                <a:ea typeface="맑은 고딕" pitchFamily="34" charset="-122"/>
                <a:cs typeface="맑은 고딕" pitchFamily="34" charset="-120"/>
              </a:rPr>
              <a:t>등록  baeumteo.example</a:t>
            </a:r>
            <a:endParaRPr lang="ko-KR" sz="850" dirty="0"/>
          </a:p>
        </p:txBody>
      </p:sp>
      <p:sp>
        <p:nvSpPr>
          <p:cNvPr id="54" name="Shape 47"/>
          <p:cNvSpPr/>
          <p:nvPr/>
        </p:nvSpPr>
        <p:spPr>
          <a:xfrm>
            <a:off x="5276088" y="4965192"/>
            <a:ext cx="1143000" cy="256032"/>
          </a:xfrm>
          <a:prstGeom prst="roundRect">
            <a:avLst>
              <a:gd name="adj" fmla="val 50000"/>
            </a:avLst>
          </a:prstGeom>
          <a:solidFill>
            <a:srgbClr val="FF6B5E"/>
          </a:solidFill>
          <a:ln/>
        </p:spPr>
      </p:sp>
      <p:sp>
        <p:nvSpPr>
          <p:cNvPr id="55" name="Text 48"/>
          <p:cNvSpPr txBox="1"/>
          <p:nvPr/>
        </p:nvSpPr>
        <p:spPr>
          <a:xfrm>
            <a:off x="5276088" y="4965192"/>
            <a:ext cx="1143000" cy="256032"/>
          </a:xfrm>
          <a:prstGeom prst="rect">
            <a:avLst/>
          </a:prstGeom>
          <a:noFill/>
          <a:ln/>
        </p:spPr>
        <p:txBody>
          <a:bodyPr wrap="square" lIns="0" tIns="0" rIns="0" bIns="0" rtlCol="0" anchor="ctr"/>
          <a:lstStyle/>
          <a:p>
            <a:pPr algn="ctr" indent="0" marL="0">
              <a:buNone/>
            </a:pPr>
            <a:r>
              <a:rPr lang="ko-KR" altLang="en-US" sz="900" b="1" dirty="0">
                <a:solidFill>
                  <a:srgbClr val="0B1A33"/>
                </a:solidFill>
                <a:latin typeface="맑은 고딕" pitchFamily="34" charset="0"/>
                <a:ea typeface="맑은 고딕" pitchFamily="34" charset="-122"/>
                <a:cs typeface="맑은 고딕" pitchFamily="34" charset="-120"/>
              </a:rPr>
              <a:t>비밀번호 요구</a:t>
            </a:r>
            <a:endParaRPr lang="ko-KR" sz="900" dirty="0"/>
          </a:p>
        </p:txBody>
      </p:sp>
      <p:sp>
        <p:nvSpPr>
          <p:cNvPr id="56" name="Shape 49"/>
          <p:cNvSpPr/>
          <p:nvPr/>
        </p:nvSpPr>
        <p:spPr>
          <a:xfrm>
            <a:off x="8023860" y="1188720"/>
            <a:ext cx="658368" cy="658368"/>
          </a:xfrm>
          <a:prstGeom prst="ellipse">
            <a:avLst/>
          </a:prstGeom>
          <a:solidFill>
            <a:srgbClr val="19B3B1"/>
          </a:solidFill>
          <a:ln/>
        </p:spPr>
      </p:sp>
      <p:pic>
        <p:nvPicPr>
          <p:cNvPr id="57" name="Image 5" descr="preencoded.png">    </p:cNvPr>
          <p:cNvPicPr>
            <a:picLocks noChangeAspect="1"/>
          </p:cNvPicPr>
          <p:nvPr/>
        </p:nvPicPr>
        <p:blipFill>
          <a:blip r:embed="rId6"/>
          <a:stretch>
            <a:fillRect/>
          </a:stretch>
        </p:blipFill>
        <p:spPr>
          <a:xfrm>
            <a:off x="8188452" y="1353312"/>
            <a:ext cx="329184" cy="329184"/>
          </a:xfrm>
          <a:prstGeom prst="rect">
            <a:avLst/>
          </a:prstGeom>
        </p:spPr>
      </p:pic>
      <p:sp>
        <p:nvSpPr>
          <p:cNvPr id="58" name="Shape 50"/>
          <p:cNvSpPr/>
          <p:nvPr/>
        </p:nvSpPr>
        <p:spPr>
          <a:xfrm>
            <a:off x="8517636" y="1133856"/>
            <a:ext cx="274320" cy="274320"/>
          </a:xfrm>
          <a:prstGeom prst="roundRect">
            <a:avLst>
              <a:gd name="adj" fmla="val 50000"/>
            </a:avLst>
          </a:prstGeom>
          <a:solidFill>
            <a:srgbClr val="F2B33D"/>
          </a:solidFill>
          <a:ln/>
        </p:spPr>
      </p:sp>
      <p:sp>
        <p:nvSpPr>
          <p:cNvPr id="59" name="Text 51"/>
          <p:cNvSpPr txBox="1"/>
          <p:nvPr/>
        </p:nvSpPr>
        <p:spPr>
          <a:xfrm>
            <a:off x="8517636" y="1133856"/>
            <a:ext cx="274320" cy="274320"/>
          </a:xfrm>
          <a:prstGeom prst="rect">
            <a:avLst/>
          </a:prstGeom>
          <a:noFill/>
          <a:ln/>
        </p:spPr>
        <p:txBody>
          <a:bodyPr wrap="square" lIns="0" tIns="0" rIns="0" bIns="0" rtlCol="0" anchor="ctr"/>
          <a:lstStyle/>
          <a:p>
            <a:pPr algn="ctr" indent="0" marL="0">
              <a:buNone/>
            </a:pPr>
            <a:r>
              <a:rPr lang="ko-KR" altLang="en-US" sz="1100" b="1" dirty="0">
                <a:solidFill>
                  <a:srgbClr val="0B1A33"/>
                </a:solidFill>
                <a:latin typeface="맑은 고딕" pitchFamily="34" charset="0"/>
                <a:ea typeface="맑은 고딕" pitchFamily="34" charset="-122"/>
                <a:cs typeface="맑은 고딕" pitchFamily="34" charset="-120"/>
              </a:rPr>
              <a:t>4</a:t>
            </a:r>
            <a:endParaRPr lang="ko-KR" sz="1100" dirty="0"/>
          </a:p>
        </p:txBody>
      </p:sp>
      <p:sp>
        <p:nvSpPr>
          <p:cNvPr id="60" name="Text 52"/>
          <p:cNvSpPr txBox="1"/>
          <p:nvPr/>
        </p:nvSpPr>
        <p:spPr>
          <a:xfrm>
            <a:off x="7324344" y="1920240"/>
            <a:ext cx="2057400" cy="347472"/>
          </a:xfrm>
          <a:prstGeom prst="rect">
            <a:avLst/>
          </a:prstGeom>
          <a:noFill/>
          <a:ln/>
        </p:spPr>
        <p:txBody>
          <a:bodyPr wrap="square" lIns="0" tIns="0" rIns="0" bIns="0" rtlCol="0" anchor="t"/>
          <a:lstStyle/>
          <a:p>
            <a:pPr algn="ctr" indent="0" marL="0">
              <a:buNone/>
            </a:pPr>
            <a:r>
              <a:rPr lang="ko-KR" altLang="en-US" sz="1700" b="1" dirty="0">
                <a:solidFill>
                  <a:srgbClr val="FFFFFF"/>
                </a:solidFill>
                <a:latin typeface="맑은 고딕" pitchFamily="34" charset="0"/>
                <a:ea typeface="맑은 고딕" pitchFamily="34" charset="-122"/>
                <a:cs typeface="맑은 고딕" pitchFamily="34" charset="-120"/>
              </a:rPr>
              <a:t>판정</a:t>
            </a:r>
            <a:endParaRPr lang="ko-KR" sz="1700" dirty="0"/>
          </a:p>
        </p:txBody>
      </p:sp>
      <p:sp>
        <p:nvSpPr>
          <p:cNvPr id="61" name="Text 53"/>
          <p:cNvSpPr txBox="1"/>
          <p:nvPr/>
        </p:nvSpPr>
        <p:spPr>
          <a:xfrm>
            <a:off x="7324344" y="2286000"/>
            <a:ext cx="2057400" cy="502920"/>
          </a:xfrm>
          <a:prstGeom prst="rect">
            <a:avLst/>
          </a:prstGeom>
          <a:noFill/>
          <a:ln/>
        </p:spPr>
        <p:txBody>
          <a:bodyPr wrap="square" lIns="0" tIns="0" rIns="0" bIns="0" rtlCol="0" anchor="t"/>
          <a:lstStyle/>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승인·거부·추가 확인</a:t>
            </a:r>
            <a:endParaRPr lang="ko-KR" sz="1300" dirty="0"/>
          </a:p>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중 하나를 선택</a:t>
            </a:r>
            <a:endParaRPr lang="ko-KR" sz="1300" dirty="0"/>
          </a:p>
        </p:txBody>
      </p:sp>
      <p:sp>
        <p:nvSpPr>
          <p:cNvPr id="62" name="Shape 54"/>
          <p:cNvSpPr/>
          <p:nvPr/>
        </p:nvSpPr>
        <p:spPr>
          <a:xfrm>
            <a:off x="9418320" y="1389888"/>
            <a:ext cx="128016" cy="256032"/>
          </a:xfrm>
          <a:prstGeom prst="chevron">
            <a:avLst/>
          </a:prstGeom>
          <a:solidFill>
            <a:srgbClr val="19B3B1"/>
          </a:solidFill>
          <a:ln/>
        </p:spPr>
      </p:sp>
      <p:sp>
        <p:nvSpPr>
          <p:cNvPr id="63" name="Shape 55"/>
          <p:cNvSpPr/>
          <p:nvPr/>
        </p:nvSpPr>
        <p:spPr>
          <a:xfrm>
            <a:off x="7370064" y="2907792"/>
            <a:ext cx="1965960" cy="2514600"/>
          </a:xfrm>
          <a:prstGeom prst="roundRect">
            <a:avLst>
              <a:gd name="adj" fmla="val 8372"/>
            </a:avLst>
          </a:prstGeom>
          <a:solidFill>
            <a:srgbClr val="040B17"/>
          </a:solidFill>
          <a:ln w="12700">
            <a:solidFill>
              <a:srgbClr val="3A5478"/>
            </a:solidFill>
            <a:prstDash val="solid"/>
          </a:ln>
        </p:spPr>
      </p:sp>
      <p:sp>
        <p:nvSpPr>
          <p:cNvPr id="64" name="Shape 56"/>
          <p:cNvSpPr/>
          <p:nvPr/>
        </p:nvSpPr>
        <p:spPr>
          <a:xfrm>
            <a:off x="7443216" y="2980944"/>
            <a:ext cx="1819656" cy="2368296"/>
          </a:xfrm>
          <a:prstGeom prst="roundRect">
            <a:avLst>
              <a:gd name="adj" fmla="val 6030"/>
            </a:avLst>
          </a:prstGeom>
          <a:solidFill>
            <a:srgbClr val="F4F6FA"/>
          </a:solidFill>
          <a:ln/>
        </p:spPr>
      </p:sp>
      <p:sp>
        <p:nvSpPr>
          <p:cNvPr id="65" name="Text 57"/>
          <p:cNvSpPr txBox="1"/>
          <p:nvPr/>
        </p:nvSpPr>
        <p:spPr>
          <a:xfrm>
            <a:off x="7552944" y="3072384"/>
            <a:ext cx="1371600" cy="201168"/>
          </a:xfrm>
          <a:prstGeom prst="rect">
            <a:avLst/>
          </a:prstGeom>
          <a:noFill/>
          <a:ln/>
        </p:spPr>
        <p:txBody>
          <a:bodyPr wrap="square" lIns="0" tIns="0" rIns="0" bIns="0" rtlCol="0" anchor="t"/>
          <a:lstStyle/>
          <a:p>
            <a:pPr indent="0" marL="0">
              <a:buNone/>
            </a:pPr>
            <a:r>
              <a:rPr lang="ko-KR" altLang="en-US" sz="900" b="1" dirty="0">
                <a:solidFill>
                  <a:srgbClr val="5A6576"/>
                </a:solidFill>
                <a:latin typeface="맑은 고딕" pitchFamily="34" charset="0"/>
                <a:ea typeface="맑은 고딕" pitchFamily="34" charset="-122"/>
                <a:cs typeface="맑은 고딕" pitchFamily="34" charset="-120"/>
              </a:rPr>
              <a:t>판정 근거</a:t>
            </a:r>
            <a:endParaRPr lang="ko-KR" sz="900" dirty="0"/>
          </a:p>
        </p:txBody>
      </p:sp>
      <p:sp>
        <p:nvSpPr>
          <p:cNvPr id="66" name="Shape 58"/>
          <p:cNvSpPr/>
          <p:nvPr/>
        </p:nvSpPr>
        <p:spPr>
          <a:xfrm>
            <a:off x="7552944" y="3364992"/>
            <a:ext cx="1188720" cy="256032"/>
          </a:xfrm>
          <a:prstGeom prst="roundRect">
            <a:avLst>
              <a:gd name="adj" fmla="val 50000"/>
            </a:avLst>
          </a:prstGeom>
          <a:solidFill>
            <a:srgbClr val="F2B33D"/>
          </a:solidFill>
          <a:ln/>
        </p:spPr>
      </p:sp>
      <p:sp>
        <p:nvSpPr>
          <p:cNvPr id="67" name="Text 59"/>
          <p:cNvSpPr txBox="1"/>
          <p:nvPr/>
        </p:nvSpPr>
        <p:spPr>
          <a:xfrm>
            <a:off x="7552944" y="3364992"/>
            <a:ext cx="1188720" cy="256032"/>
          </a:xfrm>
          <a:prstGeom prst="rect">
            <a:avLst/>
          </a:prstGeom>
          <a:noFill/>
          <a:ln/>
        </p:spPr>
        <p:txBody>
          <a:bodyPr wrap="square" lIns="0" tIns="0" rIns="0" bIns="0" rtlCol="0" anchor="ctr"/>
          <a:lstStyle/>
          <a:p>
            <a:pPr algn="ctr" indent="0" marL="0">
              <a:buNone/>
            </a:pPr>
            <a:r>
              <a:rPr lang="ko-KR" altLang="en-US" sz="900" b="1" dirty="0">
                <a:solidFill>
                  <a:srgbClr val="0B1A33"/>
                </a:solidFill>
                <a:latin typeface="맑은 고딕" pitchFamily="34" charset="0"/>
                <a:ea typeface="맑은 고딕" pitchFamily="34" charset="-122"/>
                <a:cs typeface="맑은 고딕" pitchFamily="34" charset="-120"/>
              </a:rPr>
              <a:t>도메인 불일치</a:t>
            </a:r>
            <a:endParaRPr lang="ko-KR" sz="900" dirty="0"/>
          </a:p>
        </p:txBody>
      </p:sp>
      <p:sp>
        <p:nvSpPr>
          <p:cNvPr id="68" name="Shape 60"/>
          <p:cNvSpPr/>
          <p:nvPr/>
        </p:nvSpPr>
        <p:spPr>
          <a:xfrm>
            <a:off x="7552944" y="3694176"/>
            <a:ext cx="1188720" cy="256032"/>
          </a:xfrm>
          <a:prstGeom prst="roundRect">
            <a:avLst>
              <a:gd name="adj" fmla="val 50000"/>
            </a:avLst>
          </a:prstGeom>
          <a:solidFill>
            <a:srgbClr val="FF6B5E"/>
          </a:solidFill>
          <a:ln/>
        </p:spPr>
      </p:sp>
      <p:sp>
        <p:nvSpPr>
          <p:cNvPr id="69" name="Text 61"/>
          <p:cNvSpPr txBox="1"/>
          <p:nvPr/>
        </p:nvSpPr>
        <p:spPr>
          <a:xfrm>
            <a:off x="7552944" y="3694176"/>
            <a:ext cx="1188720" cy="256032"/>
          </a:xfrm>
          <a:prstGeom prst="rect">
            <a:avLst/>
          </a:prstGeom>
          <a:noFill/>
          <a:ln/>
        </p:spPr>
        <p:txBody>
          <a:bodyPr wrap="square" lIns="0" tIns="0" rIns="0" bIns="0" rtlCol="0" anchor="ctr"/>
          <a:lstStyle/>
          <a:p>
            <a:pPr algn="ctr" indent="0" marL="0">
              <a:buNone/>
            </a:pPr>
            <a:r>
              <a:rPr lang="ko-KR" altLang="en-US" sz="900" b="1" dirty="0">
                <a:solidFill>
                  <a:srgbClr val="0B1A33"/>
                </a:solidFill>
                <a:latin typeface="맑은 고딕" pitchFamily="34" charset="0"/>
                <a:ea typeface="맑은 고딕" pitchFamily="34" charset="-122"/>
                <a:cs typeface="맑은 고딕" pitchFamily="34" charset="-120"/>
              </a:rPr>
              <a:t>비밀번호 요구</a:t>
            </a:r>
            <a:endParaRPr lang="ko-KR" sz="900" dirty="0"/>
          </a:p>
        </p:txBody>
      </p:sp>
      <p:sp>
        <p:nvSpPr>
          <p:cNvPr id="70" name="Shape 62"/>
          <p:cNvSpPr/>
          <p:nvPr/>
        </p:nvSpPr>
        <p:spPr>
          <a:xfrm>
            <a:off x="7534656" y="4507992"/>
            <a:ext cx="509016" cy="713232"/>
          </a:xfrm>
          <a:prstGeom prst="roundRect">
            <a:avLst>
              <a:gd name="adj" fmla="val 17964"/>
            </a:avLst>
          </a:prstGeom>
          <a:solidFill>
            <a:srgbClr val="19B3B1"/>
          </a:solidFill>
          <a:ln/>
        </p:spPr>
      </p:sp>
      <p:pic>
        <p:nvPicPr>
          <p:cNvPr id="71" name="Image 6" descr="preencoded.png">    </p:cNvPr>
          <p:cNvPicPr>
            <a:picLocks noChangeAspect="1"/>
          </p:cNvPicPr>
          <p:nvPr/>
        </p:nvPicPr>
        <p:blipFill>
          <a:blip r:embed="rId7"/>
          <a:stretch>
            <a:fillRect/>
          </a:stretch>
        </p:blipFill>
        <p:spPr>
          <a:xfrm>
            <a:off x="7697724" y="4581144"/>
            <a:ext cx="182880" cy="182880"/>
          </a:xfrm>
          <a:prstGeom prst="rect">
            <a:avLst/>
          </a:prstGeom>
        </p:spPr>
      </p:pic>
      <p:sp>
        <p:nvSpPr>
          <p:cNvPr id="72" name="Text 63"/>
          <p:cNvSpPr txBox="1"/>
          <p:nvPr/>
        </p:nvSpPr>
        <p:spPr>
          <a:xfrm>
            <a:off x="7534656" y="4782312"/>
            <a:ext cx="509016" cy="402336"/>
          </a:xfrm>
          <a:prstGeom prst="rect">
            <a:avLst/>
          </a:prstGeom>
          <a:noFill/>
          <a:ln/>
        </p:spPr>
        <p:txBody>
          <a:bodyPr wrap="square" lIns="0" tIns="0" rIns="0" bIns="0" rtlCol="0" anchor="ctr"/>
          <a:lstStyle/>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승인</a:t>
            </a:r>
            <a:endParaRPr lang="ko-KR" sz="850" dirty="0"/>
          </a:p>
        </p:txBody>
      </p:sp>
      <p:sp>
        <p:nvSpPr>
          <p:cNvPr id="73" name="Shape 64"/>
          <p:cNvSpPr/>
          <p:nvPr/>
        </p:nvSpPr>
        <p:spPr>
          <a:xfrm>
            <a:off x="8061960" y="4471416"/>
            <a:ext cx="582168" cy="786384"/>
          </a:xfrm>
          <a:prstGeom prst="roundRect">
            <a:avLst>
              <a:gd name="adj" fmla="val 18848"/>
            </a:avLst>
          </a:prstGeom>
          <a:solidFill>
            <a:srgbClr val="F4F6FA"/>
          </a:solidFill>
          <a:ln w="25400">
            <a:solidFill>
              <a:srgbClr val="0B1A33"/>
            </a:solidFill>
            <a:prstDash val="solid"/>
          </a:ln>
        </p:spPr>
      </p:sp>
      <p:sp>
        <p:nvSpPr>
          <p:cNvPr id="74" name="Shape 65"/>
          <p:cNvSpPr/>
          <p:nvPr/>
        </p:nvSpPr>
        <p:spPr>
          <a:xfrm>
            <a:off x="8098536" y="4507992"/>
            <a:ext cx="509016" cy="713232"/>
          </a:xfrm>
          <a:prstGeom prst="roundRect">
            <a:avLst>
              <a:gd name="adj" fmla="val 17964"/>
            </a:avLst>
          </a:prstGeom>
          <a:solidFill>
            <a:srgbClr val="FF6B5E"/>
          </a:solidFill>
          <a:ln/>
        </p:spPr>
      </p:sp>
      <p:pic>
        <p:nvPicPr>
          <p:cNvPr id="75" name="Image 7" descr="preencoded.png">    </p:cNvPr>
          <p:cNvPicPr>
            <a:picLocks noChangeAspect="1"/>
          </p:cNvPicPr>
          <p:nvPr/>
        </p:nvPicPr>
        <p:blipFill>
          <a:blip r:embed="rId8"/>
          <a:stretch>
            <a:fillRect/>
          </a:stretch>
        </p:blipFill>
        <p:spPr>
          <a:xfrm>
            <a:off x="8261604" y="4581144"/>
            <a:ext cx="182880" cy="182880"/>
          </a:xfrm>
          <a:prstGeom prst="rect">
            <a:avLst/>
          </a:prstGeom>
        </p:spPr>
      </p:pic>
      <p:sp>
        <p:nvSpPr>
          <p:cNvPr id="76" name="Text 66"/>
          <p:cNvSpPr txBox="1"/>
          <p:nvPr/>
        </p:nvSpPr>
        <p:spPr>
          <a:xfrm>
            <a:off x="8098536" y="4782312"/>
            <a:ext cx="509016" cy="402336"/>
          </a:xfrm>
          <a:prstGeom prst="rect">
            <a:avLst/>
          </a:prstGeom>
          <a:noFill/>
          <a:ln/>
        </p:spPr>
        <p:txBody>
          <a:bodyPr wrap="square" lIns="0" tIns="0" rIns="0" bIns="0" rtlCol="0" anchor="ctr"/>
          <a:lstStyle/>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거부</a:t>
            </a:r>
            <a:endParaRPr lang="ko-KR" sz="850" dirty="0"/>
          </a:p>
        </p:txBody>
      </p:sp>
      <p:sp>
        <p:nvSpPr>
          <p:cNvPr id="77" name="Shape 67"/>
          <p:cNvSpPr/>
          <p:nvPr/>
        </p:nvSpPr>
        <p:spPr>
          <a:xfrm>
            <a:off x="8662416" y="4507992"/>
            <a:ext cx="509016" cy="713232"/>
          </a:xfrm>
          <a:prstGeom prst="roundRect">
            <a:avLst>
              <a:gd name="adj" fmla="val 17964"/>
            </a:avLst>
          </a:prstGeom>
          <a:solidFill>
            <a:srgbClr val="F2B33D"/>
          </a:solidFill>
          <a:ln/>
        </p:spPr>
      </p:sp>
      <p:pic>
        <p:nvPicPr>
          <p:cNvPr id="78" name="Image 8" descr="preencoded.png">    </p:cNvPr>
          <p:cNvPicPr>
            <a:picLocks noChangeAspect="1"/>
          </p:cNvPicPr>
          <p:nvPr/>
        </p:nvPicPr>
        <p:blipFill>
          <a:blip r:embed="rId9"/>
          <a:stretch>
            <a:fillRect/>
          </a:stretch>
        </p:blipFill>
        <p:spPr>
          <a:xfrm>
            <a:off x="8825484" y="4581144"/>
            <a:ext cx="182880" cy="182880"/>
          </a:xfrm>
          <a:prstGeom prst="rect">
            <a:avLst/>
          </a:prstGeom>
        </p:spPr>
      </p:pic>
      <p:sp>
        <p:nvSpPr>
          <p:cNvPr id="79" name="Text 68"/>
          <p:cNvSpPr txBox="1"/>
          <p:nvPr/>
        </p:nvSpPr>
        <p:spPr>
          <a:xfrm>
            <a:off x="8662416" y="4782312"/>
            <a:ext cx="509016" cy="402336"/>
          </a:xfrm>
          <a:prstGeom prst="rect">
            <a:avLst/>
          </a:prstGeom>
          <a:noFill/>
          <a:ln/>
        </p:spPr>
        <p:txBody>
          <a:bodyPr wrap="square" lIns="0" tIns="0" rIns="0" bIns="0" rtlCol="0" anchor="ctr"/>
          <a:lstStyle/>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추가</a:t>
            </a:r>
            <a:endParaRPr lang="ko-KR" sz="850" dirty="0"/>
          </a:p>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확인</a:t>
            </a:r>
            <a:endParaRPr lang="ko-KR" sz="850" dirty="0"/>
          </a:p>
        </p:txBody>
      </p:sp>
      <p:sp>
        <p:nvSpPr>
          <p:cNvPr id="80" name="Shape 69"/>
          <p:cNvSpPr/>
          <p:nvPr/>
        </p:nvSpPr>
        <p:spPr>
          <a:xfrm>
            <a:off x="10282428" y="1188720"/>
            <a:ext cx="658368" cy="658368"/>
          </a:xfrm>
          <a:prstGeom prst="ellipse">
            <a:avLst/>
          </a:prstGeom>
          <a:solidFill>
            <a:srgbClr val="19B3B1"/>
          </a:solidFill>
          <a:ln/>
        </p:spPr>
      </p:sp>
      <p:pic>
        <p:nvPicPr>
          <p:cNvPr id="81" name="Image 9" descr="preencoded.png">    </p:cNvPr>
          <p:cNvPicPr>
            <a:picLocks noChangeAspect="1"/>
          </p:cNvPicPr>
          <p:nvPr/>
        </p:nvPicPr>
        <p:blipFill>
          <a:blip r:embed="rId10"/>
          <a:stretch>
            <a:fillRect/>
          </a:stretch>
        </p:blipFill>
        <p:spPr>
          <a:xfrm>
            <a:off x="10447020" y="1353312"/>
            <a:ext cx="329184" cy="329184"/>
          </a:xfrm>
          <a:prstGeom prst="rect">
            <a:avLst/>
          </a:prstGeom>
        </p:spPr>
      </p:pic>
      <p:sp>
        <p:nvSpPr>
          <p:cNvPr id="82" name="Shape 70"/>
          <p:cNvSpPr/>
          <p:nvPr/>
        </p:nvSpPr>
        <p:spPr>
          <a:xfrm>
            <a:off x="10776204" y="1133856"/>
            <a:ext cx="274320" cy="274320"/>
          </a:xfrm>
          <a:prstGeom prst="roundRect">
            <a:avLst>
              <a:gd name="adj" fmla="val 50000"/>
            </a:avLst>
          </a:prstGeom>
          <a:solidFill>
            <a:srgbClr val="F2B33D"/>
          </a:solidFill>
          <a:ln/>
        </p:spPr>
      </p:sp>
      <p:sp>
        <p:nvSpPr>
          <p:cNvPr id="83" name="Text 71"/>
          <p:cNvSpPr txBox="1"/>
          <p:nvPr/>
        </p:nvSpPr>
        <p:spPr>
          <a:xfrm>
            <a:off x="10776204" y="1133856"/>
            <a:ext cx="274320" cy="274320"/>
          </a:xfrm>
          <a:prstGeom prst="rect">
            <a:avLst/>
          </a:prstGeom>
          <a:noFill/>
          <a:ln/>
        </p:spPr>
        <p:txBody>
          <a:bodyPr wrap="square" lIns="0" tIns="0" rIns="0" bIns="0" rtlCol="0" anchor="ctr"/>
          <a:lstStyle/>
          <a:p>
            <a:pPr algn="ctr" indent="0" marL="0">
              <a:buNone/>
            </a:pPr>
            <a:r>
              <a:rPr lang="ko-KR" altLang="en-US" sz="1100" b="1" dirty="0">
                <a:solidFill>
                  <a:srgbClr val="0B1A33"/>
                </a:solidFill>
                <a:latin typeface="맑은 고딕" pitchFamily="34" charset="0"/>
                <a:ea typeface="맑은 고딕" pitchFamily="34" charset="-122"/>
                <a:cs typeface="맑은 고딕" pitchFamily="34" charset="-120"/>
              </a:rPr>
              <a:t>5</a:t>
            </a:r>
            <a:endParaRPr lang="ko-KR" sz="1100" dirty="0"/>
          </a:p>
        </p:txBody>
      </p:sp>
      <p:sp>
        <p:nvSpPr>
          <p:cNvPr id="84" name="Text 72"/>
          <p:cNvSpPr txBox="1"/>
          <p:nvPr/>
        </p:nvSpPr>
        <p:spPr>
          <a:xfrm>
            <a:off x="9582912" y="1920240"/>
            <a:ext cx="2057400" cy="347472"/>
          </a:xfrm>
          <a:prstGeom prst="rect">
            <a:avLst/>
          </a:prstGeom>
          <a:noFill/>
          <a:ln/>
        </p:spPr>
        <p:txBody>
          <a:bodyPr wrap="square" lIns="0" tIns="0" rIns="0" bIns="0" rtlCol="0" anchor="t"/>
          <a:lstStyle/>
          <a:p>
            <a:pPr algn="ctr" indent="0" marL="0">
              <a:buNone/>
            </a:pPr>
            <a:r>
              <a:rPr lang="ko-KR" altLang="en-US" sz="1700" b="1" dirty="0">
                <a:solidFill>
                  <a:srgbClr val="FFFFFF"/>
                </a:solidFill>
                <a:latin typeface="맑은 고딕" pitchFamily="34" charset="0"/>
                <a:ea typeface="맑은 고딕" pitchFamily="34" charset="-122"/>
                <a:cs typeface="맑은 고딕" pitchFamily="34" charset="-120"/>
              </a:rPr>
              <a:t>결과 해설·성장</a:t>
            </a:r>
            <a:endParaRPr lang="ko-KR" sz="1700" dirty="0"/>
          </a:p>
        </p:txBody>
      </p:sp>
      <p:sp>
        <p:nvSpPr>
          <p:cNvPr id="85" name="Text 73"/>
          <p:cNvSpPr txBox="1"/>
          <p:nvPr/>
        </p:nvSpPr>
        <p:spPr>
          <a:xfrm>
            <a:off x="9582912" y="2286000"/>
            <a:ext cx="2057400" cy="502920"/>
          </a:xfrm>
          <a:prstGeom prst="rect">
            <a:avLst/>
          </a:prstGeom>
          <a:noFill/>
          <a:ln/>
        </p:spPr>
        <p:txBody>
          <a:bodyPr wrap="square" lIns="0" tIns="0" rIns="0" bIns="0" rtlCol="0" anchor="t"/>
          <a:lstStyle/>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정답 해설과 점수,</a:t>
            </a:r>
            <a:endParaRPr lang="ko-KR" sz="1300" dirty="0"/>
          </a:p>
          <a:p>
            <a:pPr algn="ctr" indent="0" marL="0">
              <a:buNone/>
            </a:pPr>
            <a:r>
              <a:rPr lang="ko-KR" altLang="en-US" sz="1300" dirty="0">
                <a:solidFill>
                  <a:srgbClr val="A9BCD3"/>
                </a:solidFill>
                <a:latin typeface="맑은 고딕" pitchFamily="34" charset="0"/>
                <a:ea typeface="맑은 고딕" pitchFamily="34" charset="-122"/>
                <a:cs typeface="맑은 고딕" pitchFamily="34" charset="-120"/>
              </a:rPr>
              <a:t>숙달도 상승</a:t>
            </a:r>
            <a:endParaRPr lang="ko-KR" sz="1300" dirty="0"/>
          </a:p>
        </p:txBody>
      </p:sp>
      <p:sp>
        <p:nvSpPr>
          <p:cNvPr id="86" name="Shape 74"/>
          <p:cNvSpPr/>
          <p:nvPr/>
        </p:nvSpPr>
        <p:spPr>
          <a:xfrm>
            <a:off x="9628632" y="2907792"/>
            <a:ext cx="1965960" cy="2514600"/>
          </a:xfrm>
          <a:prstGeom prst="roundRect">
            <a:avLst>
              <a:gd name="adj" fmla="val 8372"/>
            </a:avLst>
          </a:prstGeom>
          <a:solidFill>
            <a:srgbClr val="040B17"/>
          </a:solidFill>
          <a:ln w="12700">
            <a:solidFill>
              <a:srgbClr val="3A5478"/>
            </a:solidFill>
            <a:prstDash val="solid"/>
          </a:ln>
        </p:spPr>
      </p:sp>
      <p:sp>
        <p:nvSpPr>
          <p:cNvPr id="87" name="Shape 75"/>
          <p:cNvSpPr/>
          <p:nvPr/>
        </p:nvSpPr>
        <p:spPr>
          <a:xfrm>
            <a:off x="9701784" y="2980944"/>
            <a:ext cx="1819656" cy="2368296"/>
          </a:xfrm>
          <a:prstGeom prst="roundRect">
            <a:avLst>
              <a:gd name="adj" fmla="val 6030"/>
            </a:avLst>
          </a:prstGeom>
          <a:solidFill>
            <a:srgbClr val="F4F6FA"/>
          </a:solidFill>
          <a:ln/>
        </p:spPr>
      </p:sp>
      <p:pic>
        <p:nvPicPr>
          <p:cNvPr id="88" name="Image 10" descr="preencoded.png">    </p:cNvPr>
          <p:cNvPicPr>
            <a:picLocks noChangeAspect="1"/>
          </p:cNvPicPr>
          <p:nvPr/>
        </p:nvPicPr>
        <p:blipFill>
          <a:blip r:embed="rId11"/>
          <a:stretch>
            <a:fillRect/>
          </a:stretch>
        </p:blipFill>
        <p:spPr>
          <a:xfrm>
            <a:off x="10383012" y="3145536"/>
            <a:ext cx="457200" cy="457200"/>
          </a:xfrm>
          <a:prstGeom prst="rect">
            <a:avLst/>
          </a:prstGeom>
        </p:spPr>
      </p:pic>
      <p:sp>
        <p:nvSpPr>
          <p:cNvPr id="89" name="Text 76"/>
          <p:cNvSpPr txBox="1"/>
          <p:nvPr/>
        </p:nvSpPr>
        <p:spPr>
          <a:xfrm>
            <a:off x="9701784" y="3666744"/>
            <a:ext cx="1819656" cy="256032"/>
          </a:xfrm>
          <a:prstGeom prst="rect">
            <a:avLst/>
          </a:prstGeom>
          <a:noFill/>
          <a:ln/>
        </p:spPr>
        <p:txBody>
          <a:bodyPr wrap="square" lIns="0" tIns="0" rIns="0" bIns="0" rtlCol="0" anchor="t"/>
          <a:lstStyle/>
          <a:p>
            <a:pPr algn="ctr" indent="0" marL="0">
              <a:buNone/>
            </a:pPr>
            <a:r>
              <a:rPr lang="ko-KR" altLang="en-US" sz="1050" b="1" dirty="0">
                <a:solidFill>
                  <a:srgbClr val="1C2433"/>
                </a:solidFill>
                <a:latin typeface="맑은 고딕" pitchFamily="34" charset="0"/>
                <a:ea typeface="맑은 고딕" pitchFamily="34" charset="-122"/>
                <a:cs typeface="맑은 고딕" pitchFamily="34" charset="-120"/>
              </a:rPr>
              <a:t>정확한 판단이에요!</a:t>
            </a:r>
            <a:endParaRPr lang="ko-KR" sz="1050" dirty="0"/>
          </a:p>
        </p:txBody>
      </p:sp>
      <p:sp>
        <p:nvSpPr>
          <p:cNvPr id="90" name="Text 77"/>
          <p:cNvSpPr txBox="1"/>
          <p:nvPr/>
        </p:nvSpPr>
        <p:spPr>
          <a:xfrm>
            <a:off x="9701784" y="3922776"/>
            <a:ext cx="1819656" cy="219456"/>
          </a:xfrm>
          <a:prstGeom prst="rect">
            <a:avLst/>
          </a:prstGeom>
          <a:noFill/>
          <a:ln/>
        </p:spPr>
        <p:txBody>
          <a:bodyPr wrap="square" lIns="0" tIns="0" rIns="0" bIns="0" rtlCol="0" anchor="t"/>
          <a:lstStyle/>
          <a:p>
            <a:pPr algn="ctr" indent="0" marL="0">
              <a:buNone/>
            </a:pPr>
            <a:r>
              <a:rPr lang="ko-KR" altLang="en-US" sz="900" b="1" dirty="0">
                <a:solidFill>
                  <a:srgbClr val="0E7C7B"/>
                </a:solidFill>
                <a:latin typeface="맑은 고딕" pitchFamily="34" charset="0"/>
                <a:ea typeface="맑은 고딕" pitchFamily="34" charset="-122"/>
                <a:cs typeface="맑은 고딕" pitchFamily="34" charset="-120"/>
              </a:rPr>
              <a:t>+170점 · 사칭 단서 2/2</a:t>
            </a:r>
            <a:endParaRPr lang="ko-KR" sz="900" dirty="0"/>
          </a:p>
        </p:txBody>
      </p:sp>
      <p:sp>
        <p:nvSpPr>
          <p:cNvPr id="91" name="Shape 78"/>
          <p:cNvSpPr/>
          <p:nvPr/>
        </p:nvSpPr>
        <p:spPr>
          <a:xfrm>
            <a:off x="9793224" y="4224528"/>
            <a:ext cx="1636776" cy="566928"/>
          </a:xfrm>
          <a:prstGeom prst="roundRect">
            <a:avLst>
              <a:gd name="adj" fmla="val 12903"/>
            </a:avLst>
          </a:prstGeom>
          <a:solidFill>
            <a:srgbClr val="FFFFFF"/>
          </a:solidFill>
          <a:ln/>
        </p:spPr>
      </p:sp>
      <p:sp>
        <p:nvSpPr>
          <p:cNvPr id="92" name="Text 79"/>
          <p:cNvSpPr txBox="1"/>
          <p:nvPr/>
        </p:nvSpPr>
        <p:spPr>
          <a:xfrm>
            <a:off x="9866376" y="4261104"/>
            <a:ext cx="1545336" cy="502920"/>
          </a:xfrm>
          <a:prstGeom prst="rect">
            <a:avLst/>
          </a:prstGeom>
          <a:noFill/>
          <a:ln/>
        </p:spPr>
        <p:txBody>
          <a:bodyPr wrap="square" lIns="0" tIns="0" rIns="0" bIns="0" rtlCol="0" anchor="ctr"/>
          <a:lstStyle/>
          <a:p>
            <a:pPr indent="0" marL="0">
              <a:buNone/>
            </a:pPr>
            <a:r>
              <a:rPr lang="ko-KR" altLang="en-US" sz="850" dirty="0">
                <a:solidFill>
                  <a:srgbClr val="1C2433"/>
                </a:solidFill>
                <a:latin typeface="맑은 고딕" pitchFamily="34" charset="0"/>
                <a:ea typeface="맑은 고딕" pitchFamily="34" charset="-122"/>
                <a:cs typeface="맑은 고딕" pitchFamily="34" charset="-120"/>
              </a:rPr>
              <a:t>링크 대신 학교 앱에서</a:t>
            </a:r>
            <a:endParaRPr lang="ko-KR" sz="850" dirty="0"/>
          </a:p>
          <a:p>
            <a:pPr indent="0" marL="0">
              <a:buNone/>
            </a:pPr>
            <a:r>
              <a:rPr lang="ko-KR" altLang="en-US" sz="850" dirty="0">
                <a:solidFill>
                  <a:srgbClr val="1C2433"/>
                </a:solidFill>
                <a:latin typeface="맑은 고딕" pitchFamily="34" charset="0"/>
                <a:ea typeface="맑은 고딕" pitchFamily="34" charset="-122"/>
                <a:cs typeface="맑은 고딕" pitchFamily="34" charset="-120"/>
              </a:rPr>
              <a:t>직접 확인하고 신고해요</a:t>
            </a:r>
            <a:endParaRPr lang="ko-KR" sz="850" dirty="0"/>
          </a:p>
        </p:txBody>
      </p:sp>
      <p:sp>
        <p:nvSpPr>
          <p:cNvPr id="93" name="Text 80"/>
          <p:cNvSpPr txBox="1"/>
          <p:nvPr/>
        </p:nvSpPr>
        <p:spPr>
          <a:xfrm>
            <a:off x="9811512" y="4937760"/>
            <a:ext cx="914400" cy="182880"/>
          </a:xfrm>
          <a:prstGeom prst="rect">
            <a:avLst/>
          </a:prstGeom>
          <a:noFill/>
          <a:ln/>
        </p:spPr>
        <p:txBody>
          <a:bodyPr wrap="square" lIns="0" tIns="0" rIns="0" bIns="0" rtlCol="0" anchor="t"/>
          <a:lstStyle/>
          <a:p>
            <a:pPr indent="0" marL="0">
              <a:buNone/>
            </a:pPr>
            <a:r>
              <a:rPr lang="ko-KR" altLang="en-US" sz="750" dirty="0">
                <a:solidFill>
                  <a:srgbClr val="5A6576"/>
                </a:solidFill>
                <a:latin typeface="맑은 고딕" pitchFamily="34" charset="0"/>
                <a:ea typeface="맑은 고딕" pitchFamily="34" charset="-122"/>
                <a:cs typeface="맑은 고딕" pitchFamily="34" charset="-120"/>
              </a:rPr>
              <a:t>피싱 숙달도</a:t>
            </a:r>
            <a:endParaRPr lang="ko-KR" sz="750" dirty="0"/>
          </a:p>
        </p:txBody>
      </p:sp>
      <p:sp>
        <p:nvSpPr>
          <p:cNvPr id="94" name="Shape 81"/>
          <p:cNvSpPr/>
          <p:nvPr/>
        </p:nvSpPr>
        <p:spPr>
          <a:xfrm>
            <a:off x="9811512" y="5148072"/>
            <a:ext cx="1600200" cy="91440"/>
          </a:xfrm>
          <a:prstGeom prst="roundRect">
            <a:avLst>
              <a:gd name="adj" fmla="val 50000"/>
            </a:avLst>
          </a:prstGeom>
          <a:solidFill>
            <a:srgbClr val="D5DEEA"/>
          </a:solidFill>
          <a:ln/>
        </p:spPr>
      </p:sp>
      <p:sp>
        <p:nvSpPr>
          <p:cNvPr id="95" name="Shape 82"/>
          <p:cNvSpPr/>
          <p:nvPr/>
        </p:nvSpPr>
        <p:spPr>
          <a:xfrm>
            <a:off x="9811512" y="5148072"/>
            <a:ext cx="1120140" cy="91440"/>
          </a:xfrm>
          <a:prstGeom prst="roundRect">
            <a:avLst>
              <a:gd name="adj" fmla="val 50000"/>
            </a:avLst>
          </a:prstGeom>
          <a:solidFill>
            <a:srgbClr val="19B3B1"/>
          </a:solidFill>
          <a:ln/>
        </p:spPr>
      </p:sp>
      <p:sp>
        <p:nvSpPr>
          <p:cNvPr id="96" name="Shape 83"/>
          <p:cNvSpPr/>
          <p:nvPr/>
        </p:nvSpPr>
        <p:spPr>
          <a:xfrm>
            <a:off x="548640" y="5577840"/>
            <a:ext cx="11091672" cy="713232"/>
          </a:xfrm>
          <a:prstGeom prst="roundRect">
            <a:avLst>
              <a:gd name="adj" fmla="val 15385"/>
            </a:avLst>
          </a:prstGeom>
          <a:solidFill>
            <a:srgbClr val="14284B"/>
          </a:solidFill>
          <a:ln w="12700">
            <a:solidFill>
              <a:srgbClr val="1E3A66"/>
            </a:solidFill>
            <a:prstDash val="solid"/>
          </a:ln>
        </p:spPr>
      </p:sp>
      <p:sp>
        <p:nvSpPr>
          <p:cNvPr id="97" name="Text 84"/>
          <p:cNvSpPr txBox="1"/>
          <p:nvPr/>
        </p:nvSpPr>
        <p:spPr>
          <a:xfrm>
            <a:off x="777240" y="5577840"/>
            <a:ext cx="10698480" cy="713232"/>
          </a:xfrm>
          <a:prstGeom prst="rect">
            <a:avLst/>
          </a:prstGeom>
          <a:noFill/>
          <a:ln/>
        </p:spPr>
        <p:txBody>
          <a:bodyPr wrap="square" lIns="0" tIns="0" rIns="0" bIns="0" rtlCol="0" anchor="ctr"/>
          <a:lstStyle/>
          <a:p>
            <a:pPr indent="0" marL="0">
              <a:buNone/>
            </a:pPr>
            <a:r>
              <a:rPr lang="ko-KR" altLang="en-US" sz="1400" b="1" dirty="0">
                <a:solidFill>
                  <a:srgbClr val="F2B33D"/>
                </a:solidFill>
                <a:latin typeface="맑은 고딕" pitchFamily="34" charset="0"/>
                <a:ea typeface="맑은 고딕" pitchFamily="34" charset="-122"/>
                <a:cs typeface="맑은 고딕" pitchFamily="34" charset="-120"/>
              </a:rPr>
              <a:t>플레이 예시  </a:t>
            </a:r>
            <a:pPr indent="0" marL="0">
              <a:buNone/>
            </a:pPr>
            <a:r>
              <a:rPr lang="ko-KR" altLang="en-US" sz="1400" dirty="0">
                <a:solidFill>
                  <a:srgbClr val="FFFFFF"/>
                </a:solidFill>
                <a:latin typeface="맑은 고딕" pitchFamily="34" charset="0"/>
                <a:ea typeface="맑은 고딕" pitchFamily="34" charset="-122"/>
                <a:cs typeface="맑은 고딕" pitchFamily="34" charset="-120"/>
              </a:rPr>
              <a:t>학교 지원팀을 사칭한 메시지 도착 → 발신 주소를 등록 연락처와 비교 → 비밀번호 입력 요구 확인 → 근거를 들어 거부 → 사칭 단서와 안전한 대응법 학습</a:t>
            </a:r>
            <a:endParaRPr lang="ko-KR" sz="14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실제 스마트폰에서는 이렇게 플레이한다</a:t>
            </a:r>
            <a:endParaRPr lang="en-US" sz="3000" dirty="0"/>
          </a:p>
        </p:txBody>
      </p:sp>
      <p:sp>
        <p:nvSpPr>
          <p:cNvPr id="3" name="Shape 1"/>
          <p:cNvSpPr/>
          <p:nvPr/>
        </p:nvSpPr>
        <p:spPr>
          <a:xfrm>
            <a:off x="9902952" y="521208"/>
            <a:ext cx="1737360" cy="310896"/>
          </a:xfrm>
          <a:prstGeom prst="roundRect">
            <a:avLst>
              <a:gd name="adj" fmla="val 50000"/>
            </a:avLst>
          </a:prstGeom>
          <a:solidFill>
            <a:srgbClr val="F2B33D"/>
          </a:solidFill>
          <a:ln/>
        </p:spPr>
      </p:sp>
      <p:sp>
        <p:nvSpPr>
          <p:cNvPr id="4" name="Text 2"/>
          <p:cNvSpPr txBox="1"/>
          <p:nvPr/>
        </p:nvSpPr>
        <p:spPr>
          <a:xfrm>
            <a:off x="9902952" y="521208"/>
            <a:ext cx="1737360" cy="310896"/>
          </a:xfrm>
          <a:prstGeom prst="rect">
            <a:avLst/>
          </a:prstGeom>
          <a:noFill/>
          <a:ln/>
        </p:spPr>
        <p:txBody>
          <a:bodyPr wrap="square" lIns="0" tIns="0" rIns="0" bIns="0" rtlCol="0" anchor="ctr"/>
          <a:lstStyle/>
          <a:p>
            <a:pPr algn="ctr" indent="0" marL="0">
              <a:buNone/>
            </a:pPr>
            <a:r>
              <a:rPr lang="ko-KR" altLang="en-US" sz="1100" b="1" dirty="0">
                <a:solidFill>
                  <a:srgbClr val="0B1A33"/>
                </a:solidFill>
                <a:latin typeface="맑은 고딕" pitchFamily="34" charset="0"/>
                <a:ea typeface="맑은 고딕" pitchFamily="34" charset="-122"/>
                <a:cs typeface="맑은 고딕" pitchFamily="34" charset="-120"/>
              </a:rPr>
              <a:t>UI 목업 · 예상안</a:t>
            </a:r>
            <a:endParaRPr lang="ko-KR" sz="1100" dirty="0"/>
          </a:p>
        </p:txBody>
      </p:sp>
      <p:sp>
        <p:nvSpPr>
          <p:cNvPr id="5" name="Shape 3"/>
          <p:cNvSpPr/>
          <p:nvPr/>
        </p:nvSpPr>
        <p:spPr>
          <a:xfrm>
            <a:off x="850392" y="1078992"/>
            <a:ext cx="1554480" cy="310896"/>
          </a:xfrm>
          <a:prstGeom prst="roundRect">
            <a:avLst>
              <a:gd name="adj" fmla="val 50000"/>
            </a:avLst>
          </a:prstGeom>
          <a:solidFill>
            <a:srgbClr val="19B3B1"/>
          </a:solidFill>
          <a:ln/>
        </p:spPr>
      </p:sp>
      <p:sp>
        <p:nvSpPr>
          <p:cNvPr id="6" name="Text 4"/>
          <p:cNvSpPr txBox="1"/>
          <p:nvPr/>
        </p:nvSpPr>
        <p:spPr>
          <a:xfrm>
            <a:off x="850392" y="1078992"/>
            <a:ext cx="1554480" cy="310896"/>
          </a:xfrm>
          <a:prstGeom prst="rect">
            <a:avLst/>
          </a:prstGeom>
          <a:noFill/>
          <a:ln/>
        </p:spPr>
        <p:txBody>
          <a:bodyPr wrap="square" lIns="0" tIns="0" rIns="0" bIns="0" rtlCol="0" anchor="ctr"/>
          <a:lstStyle/>
          <a:p>
            <a:pPr algn="ctr" indent="0" marL="0">
              <a:buNone/>
            </a:pPr>
            <a:r>
              <a:rPr lang="ko-KR" altLang="en-US" sz="1300" b="1" dirty="0">
                <a:solidFill>
                  <a:srgbClr val="06122A"/>
                </a:solidFill>
                <a:latin typeface="맑은 고딕" pitchFamily="34" charset="0"/>
                <a:ea typeface="맑은 고딕" pitchFamily="34" charset="-122"/>
                <a:cs typeface="맑은 고딕" pitchFamily="34" charset="-120"/>
              </a:rPr>
              <a:t>A  사건 접수</a:t>
            </a:r>
            <a:endParaRPr lang="ko-KR" sz="1300" dirty="0"/>
          </a:p>
        </p:txBody>
      </p:sp>
      <p:sp>
        <p:nvSpPr>
          <p:cNvPr id="7" name="Shape 5"/>
          <p:cNvSpPr/>
          <p:nvPr/>
        </p:nvSpPr>
        <p:spPr>
          <a:xfrm>
            <a:off x="3025140" y="3575304"/>
            <a:ext cx="182880" cy="365760"/>
          </a:xfrm>
          <a:prstGeom prst="chevron">
            <a:avLst/>
          </a:prstGeom>
          <a:solidFill>
            <a:srgbClr val="19B3B1"/>
          </a:solidFill>
          <a:ln/>
        </p:spPr>
      </p:sp>
      <p:sp>
        <p:nvSpPr>
          <p:cNvPr id="8" name="Text 6"/>
          <p:cNvSpPr txBox="1"/>
          <p:nvPr/>
        </p:nvSpPr>
        <p:spPr>
          <a:xfrm>
            <a:off x="365760" y="6108192"/>
            <a:ext cx="2523744" cy="274320"/>
          </a:xfrm>
          <a:prstGeom prst="rect">
            <a:avLst/>
          </a:prstGeom>
          <a:noFill/>
          <a:ln/>
        </p:spPr>
        <p:txBody>
          <a:bodyPr wrap="square" lIns="0" tIns="0" rIns="0" bIns="0" rtlCol="0" anchor="t"/>
          <a:lstStyle/>
          <a:p>
            <a:pPr algn="ctr" indent="0" marL="0">
              <a:buNone/>
            </a:pPr>
            <a:r>
              <a:rPr lang="ko-KR" altLang="en-US" sz="1200" dirty="0">
                <a:solidFill>
                  <a:srgbClr val="A9BCD3"/>
                </a:solidFill>
                <a:latin typeface="맑은 고딕" pitchFamily="34" charset="0"/>
                <a:ea typeface="맑은 고딕" pitchFamily="34" charset="-122"/>
                <a:cs typeface="맑은 고딕" pitchFamily="34" charset="-120"/>
              </a:rPr>
              <a:t>새 사건 알림 → [검토 시작]</a:t>
            </a:r>
            <a:endParaRPr lang="ko-KR" sz="1200" dirty="0"/>
          </a:p>
        </p:txBody>
      </p:sp>
      <p:sp>
        <p:nvSpPr>
          <p:cNvPr id="9" name="Shape 7"/>
          <p:cNvSpPr/>
          <p:nvPr/>
        </p:nvSpPr>
        <p:spPr>
          <a:xfrm>
            <a:off x="548640" y="1481328"/>
            <a:ext cx="2157984" cy="4553712"/>
          </a:xfrm>
          <a:prstGeom prst="roundRect">
            <a:avLst>
              <a:gd name="adj" fmla="val 14000"/>
            </a:avLst>
          </a:prstGeom>
          <a:solidFill>
            <a:srgbClr val="040B17"/>
          </a:solidFill>
          <a:ln w="15875">
            <a:solidFill>
              <a:srgbClr val="3A5478"/>
            </a:solidFill>
            <a:prstDash val="solid"/>
          </a:ln>
          <a:effectLst>
            <a:outerShdw sx="100000" sy="100000" kx="0" ky="0" algn="bl" rotWithShape="0" blurRad="127000" dist="38100" dir="5400000">
              <a:srgbClr val="000000">
                <a:alpha val="35000"/>
              </a:srgbClr>
            </a:outerShdw>
          </a:effectLst>
        </p:spPr>
      </p:sp>
      <p:sp>
        <p:nvSpPr>
          <p:cNvPr id="10" name="Shape 8"/>
          <p:cNvSpPr/>
          <p:nvPr/>
        </p:nvSpPr>
        <p:spPr>
          <a:xfrm>
            <a:off x="634959" y="1589227"/>
            <a:ext cx="1985345" cy="4337914"/>
          </a:xfrm>
          <a:prstGeom prst="roundRect">
            <a:avLst>
              <a:gd name="adj" fmla="val 10870"/>
            </a:avLst>
          </a:prstGeom>
          <a:solidFill>
            <a:srgbClr val="0B1A33"/>
          </a:solidFill>
          <a:ln/>
        </p:spPr>
      </p:sp>
      <p:sp>
        <p:nvSpPr>
          <p:cNvPr id="11" name="Text 9"/>
          <p:cNvSpPr txBox="1"/>
          <p:nvPr/>
        </p:nvSpPr>
        <p:spPr>
          <a:xfrm>
            <a:off x="634959" y="5908853"/>
            <a:ext cx="1985345" cy="91440"/>
          </a:xfrm>
          <a:prstGeom prst="rect">
            <a:avLst/>
          </a:prstGeom>
          <a:noFill/>
          <a:ln/>
        </p:spPr>
        <p:txBody>
          <a:bodyPr wrap="square" lIns="0" tIns="0" rIns="0" bIns="0" rtlCol="0" anchor="t"/>
          <a:lstStyle/>
          <a:p>
            <a:pPr algn="ctr" indent="0" marL="0">
              <a:buNone/>
            </a:pPr>
            <a:r>
              <a:rPr lang="ko-KR" altLang="en-US" sz="550" b="1" spc="300" kern="0" dirty="0">
                <a:solidFill>
                  <a:srgbClr val="6F86A6"/>
                </a:solidFill>
                <a:latin typeface="맑은 고딕" pitchFamily="34" charset="0"/>
                <a:ea typeface="맑은 고딕" pitchFamily="34" charset="-122"/>
                <a:cs typeface="맑은 고딕" pitchFamily="34" charset="-120"/>
              </a:rPr>
              <a:t>MOCKUP</a:t>
            </a:r>
            <a:endParaRPr lang="ko-KR" sz="550" dirty="0"/>
          </a:p>
        </p:txBody>
      </p:sp>
      <p:pic>
        <p:nvPicPr>
          <p:cNvPr id="12" name="Image 0" descr="assets/phone_office.png">    </p:cNvPr>
          <p:cNvPicPr>
            <a:picLocks noChangeAspect="1"/>
          </p:cNvPicPr>
          <p:nvPr/>
        </p:nvPicPr>
        <p:blipFill>
          <a:blip r:embed="rId1"/>
          <a:stretch>
            <a:fillRect/>
          </a:stretch>
        </p:blipFill>
        <p:spPr>
          <a:xfrm>
            <a:off x="634959" y="1863547"/>
            <a:ext cx="1985345" cy="1012526"/>
          </a:xfrm>
          <a:prstGeom prst="rect">
            <a:avLst/>
          </a:prstGeom>
        </p:spPr>
      </p:pic>
      <p:sp>
        <p:nvSpPr>
          <p:cNvPr id="13" name="Shape 10"/>
          <p:cNvSpPr/>
          <p:nvPr/>
        </p:nvSpPr>
        <p:spPr>
          <a:xfrm>
            <a:off x="634959" y="1845259"/>
            <a:ext cx="1985345" cy="256032"/>
          </a:xfrm>
          <a:prstGeom prst="rect">
            <a:avLst/>
          </a:prstGeom>
          <a:solidFill>
            <a:srgbClr val="06122A">
              <a:alpha val="80000"/>
            </a:srgbClr>
          </a:solidFill>
          <a:ln/>
        </p:spPr>
      </p:sp>
      <p:sp>
        <p:nvSpPr>
          <p:cNvPr id="14" name="Text 11"/>
          <p:cNvSpPr txBox="1"/>
          <p:nvPr/>
        </p:nvSpPr>
        <p:spPr>
          <a:xfrm>
            <a:off x="781263" y="1634947"/>
            <a:ext cx="457200" cy="164592"/>
          </a:xfrm>
          <a:prstGeom prst="rect">
            <a:avLst/>
          </a:prstGeom>
          <a:noFill/>
          <a:ln/>
        </p:spPr>
        <p:txBody>
          <a:bodyPr wrap="square" lIns="0" tIns="0" rIns="0" bIns="0" rtlCol="0" anchor="t"/>
          <a:lstStyle/>
          <a:p>
            <a:pPr indent="0" marL="0">
              <a:buNone/>
            </a:pPr>
            <a:r>
              <a:rPr lang="ko-KR" altLang="en-US" sz="750" b="1" dirty="0">
                <a:solidFill>
                  <a:srgbClr val="FFFFFF"/>
                </a:solidFill>
                <a:latin typeface="맑은 고딕" pitchFamily="34" charset="0"/>
                <a:ea typeface="맑은 고딕" pitchFamily="34" charset="-122"/>
                <a:cs typeface="맑은 고딕" pitchFamily="34" charset="-120"/>
              </a:rPr>
              <a:t>9:41</a:t>
            </a:r>
            <a:endParaRPr lang="ko-KR" sz="750" dirty="0"/>
          </a:p>
        </p:txBody>
      </p:sp>
      <p:sp>
        <p:nvSpPr>
          <p:cNvPr id="15" name="Shape 12"/>
          <p:cNvSpPr/>
          <p:nvPr/>
        </p:nvSpPr>
        <p:spPr>
          <a:xfrm>
            <a:off x="1371600" y="1644091"/>
            <a:ext cx="512064" cy="137160"/>
          </a:xfrm>
          <a:prstGeom prst="roundRect">
            <a:avLst>
              <a:gd name="adj" fmla="val 50000"/>
            </a:avLst>
          </a:prstGeom>
          <a:solidFill>
            <a:srgbClr val="040B17"/>
          </a:solidFill>
          <a:ln/>
        </p:spPr>
      </p:sp>
      <p:sp>
        <p:nvSpPr>
          <p:cNvPr id="16" name="Shape 13"/>
          <p:cNvSpPr/>
          <p:nvPr/>
        </p:nvSpPr>
        <p:spPr>
          <a:xfrm>
            <a:off x="2236257" y="1666951"/>
            <a:ext cx="219456" cy="100584"/>
          </a:xfrm>
          <a:prstGeom prst="roundRect">
            <a:avLst>
              <a:gd name="adj" fmla="val 27273"/>
            </a:avLst>
          </a:prstGeom>
          <a:solidFill>
            <a:srgbClr val="FFFFFF">
              <a:alpha val="90000"/>
            </a:srgbClr>
          </a:solidFill>
          <a:ln/>
        </p:spPr>
      </p:sp>
      <p:sp>
        <p:nvSpPr>
          <p:cNvPr id="17" name="Text 14"/>
          <p:cNvSpPr txBox="1"/>
          <p:nvPr/>
        </p:nvSpPr>
        <p:spPr>
          <a:xfrm>
            <a:off x="753831" y="1881835"/>
            <a:ext cx="1747601" cy="182880"/>
          </a:xfrm>
          <a:prstGeom prst="rect">
            <a:avLst/>
          </a:prstGeom>
          <a:noFill/>
          <a:ln/>
        </p:spPr>
        <p:txBody>
          <a:bodyPr wrap="square" lIns="0" tIns="0" rIns="0" bIns="0" rtlCol="0" anchor="t"/>
          <a:lstStyle/>
          <a:p>
            <a:pPr indent="0" marL="0">
              <a:buNone/>
            </a:pPr>
            <a:r>
              <a:rPr lang="ko-KR" altLang="en-US" sz="750" b="1" dirty="0">
                <a:solidFill>
                  <a:srgbClr val="FFFFFF"/>
                </a:solidFill>
                <a:latin typeface="맑은 고딕" pitchFamily="34" charset="0"/>
                <a:ea typeface="맑은 고딕" pitchFamily="34" charset="-122"/>
                <a:cs typeface="맑은 고딕" pitchFamily="34" charset="-120"/>
              </a:rPr>
              <a:t>Day 5 · 누리 디지털 안전 센터</a:t>
            </a:r>
            <a:endParaRPr lang="ko-KR" sz="750" dirty="0"/>
          </a:p>
        </p:txBody>
      </p:sp>
      <p:sp>
        <p:nvSpPr>
          <p:cNvPr id="18" name="Shape 15"/>
          <p:cNvSpPr/>
          <p:nvPr/>
        </p:nvSpPr>
        <p:spPr>
          <a:xfrm>
            <a:off x="753831" y="2960827"/>
            <a:ext cx="1747601" cy="384048"/>
          </a:xfrm>
          <a:prstGeom prst="roundRect">
            <a:avLst>
              <a:gd name="adj" fmla="val 23810"/>
            </a:avLst>
          </a:prstGeom>
          <a:solidFill>
            <a:srgbClr val="FFFFFF"/>
          </a:solidFill>
          <a:ln/>
        </p:spPr>
      </p:sp>
      <p:pic>
        <p:nvPicPr>
          <p:cNvPr id="19" name="Image 1" descr="preencoded.png">    </p:cNvPr>
          <p:cNvPicPr>
            <a:picLocks noChangeAspect="1"/>
          </p:cNvPicPr>
          <p:nvPr/>
        </p:nvPicPr>
        <p:blipFill>
          <a:blip r:embed="rId2"/>
          <a:stretch>
            <a:fillRect/>
          </a:stretch>
        </p:blipFill>
        <p:spPr>
          <a:xfrm>
            <a:off x="826983" y="3024835"/>
            <a:ext cx="256032" cy="256032"/>
          </a:xfrm>
          <a:prstGeom prst="rect">
            <a:avLst/>
          </a:prstGeom>
        </p:spPr>
      </p:pic>
      <p:sp>
        <p:nvSpPr>
          <p:cNvPr id="20" name="Text 16"/>
          <p:cNvSpPr txBox="1"/>
          <p:nvPr/>
        </p:nvSpPr>
        <p:spPr>
          <a:xfrm>
            <a:off x="1156167" y="2960827"/>
            <a:ext cx="1290401" cy="384048"/>
          </a:xfrm>
          <a:prstGeom prst="rect">
            <a:avLst/>
          </a:prstGeom>
          <a:noFill/>
          <a:ln/>
        </p:spPr>
        <p:txBody>
          <a:bodyPr wrap="square" lIns="0" tIns="0" rIns="0" bIns="0" rtlCol="0" anchor="ctr"/>
          <a:lstStyle/>
          <a:p>
            <a:pPr indent="0" marL="0">
              <a:buNone/>
            </a:pPr>
            <a:r>
              <a:rPr lang="ko-KR" altLang="en-US" sz="900" b="1" dirty="0">
                <a:solidFill>
                  <a:srgbClr val="1C2433"/>
                </a:solidFill>
                <a:latin typeface="맑은 고딕" pitchFamily="34" charset="0"/>
                <a:ea typeface="맑은 고딕" pitchFamily="34" charset="-122"/>
                <a:cs typeface="맑은 고딕" pitchFamily="34" charset="-120"/>
              </a:rPr>
              <a:t>도트: 새 사건이 도착했어요!</a:t>
            </a:r>
            <a:endParaRPr lang="ko-KR" sz="900" dirty="0"/>
          </a:p>
        </p:txBody>
      </p:sp>
      <p:sp>
        <p:nvSpPr>
          <p:cNvPr id="21" name="Shape 17"/>
          <p:cNvSpPr/>
          <p:nvPr/>
        </p:nvSpPr>
        <p:spPr>
          <a:xfrm>
            <a:off x="753831" y="3463747"/>
            <a:ext cx="1747601" cy="1371600"/>
          </a:xfrm>
          <a:prstGeom prst="roundRect">
            <a:avLst>
              <a:gd name="adj" fmla="val 8000"/>
            </a:avLst>
          </a:prstGeom>
          <a:solidFill>
            <a:srgbClr val="14284B"/>
          </a:solidFill>
          <a:ln w="19050">
            <a:solidFill>
              <a:srgbClr val="19B3B1"/>
            </a:solidFill>
            <a:prstDash val="solid"/>
          </a:ln>
        </p:spPr>
      </p:sp>
      <p:pic>
        <p:nvPicPr>
          <p:cNvPr id="22" name="Image 2" descr="preencoded.png">    </p:cNvPr>
          <p:cNvPicPr>
            <a:picLocks noChangeAspect="1"/>
          </p:cNvPicPr>
          <p:nvPr/>
        </p:nvPicPr>
        <p:blipFill>
          <a:blip r:embed="rId3"/>
          <a:stretch>
            <a:fillRect/>
          </a:stretch>
        </p:blipFill>
        <p:spPr>
          <a:xfrm>
            <a:off x="863559" y="3573475"/>
            <a:ext cx="237744" cy="237744"/>
          </a:xfrm>
          <a:prstGeom prst="rect">
            <a:avLst/>
          </a:prstGeom>
        </p:spPr>
      </p:pic>
      <p:sp>
        <p:nvSpPr>
          <p:cNvPr id="23" name="Text 18"/>
          <p:cNvSpPr txBox="1"/>
          <p:nvPr/>
        </p:nvSpPr>
        <p:spPr>
          <a:xfrm>
            <a:off x="1165311" y="3573475"/>
            <a:ext cx="1280160" cy="237744"/>
          </a:xfrm>
          <a:prstGeom prst="rect">
            <a:avLst/>
          </a:prstGeom>
          <a:noFill/>
          <a:ln/>
        </p:spPr>
        <p:txBody>
          <a:bodyPr wrap="square" lIns="0" tIns="0" rIns="0" bIns="0" rtlCol="0" anchor="ctr"/>
          <a:lstStyle/>
          <a:p>
            <a:pPr indent="0" marL="0">
              <a:buNone/>
            </a:pPr>
            <a:r>
              <a:rPr lang="ko-KR" altLang="en-US" sz="900" b="1" dirty="0">
                <a:solidFill>
                  <a:srgbClr val="F2B33D"/>
                </a:solidFill>
                <a:latin typeface="맑은 고딕" pitchFamily="34" charset="0"/>
                <a:ea typeface="맑은 고딕" pitchFamily="34" charset="-122"/>
                <a:cs typeface="맑은 고딕" pitchFamily="34" charset="-120"/>
              </a:rPr>
              <a:t>새 사건  #C2-07</a:t>
            </a:r>
            <a:endParaRPr lang="ko-KR" sz="900" dirty="0"/>
          </a:p>
        </p:txBody>
      </p:sp>
      <p:sp>
        <p:nvSpPr>
          <p:cNvPr id="24" name="Text 19"/>
          <p:cNvSpPr txBox="1"/>
          <p:nvPr/>
        </p:nvSpPr>
        <p:spPr>
          <a:xfrm>
            <a:off x="863559" y="3893515"/>
            <a:ext cx="1528145" cy="502920"/>
          </a:xfrm>
          <a:prstGeom prst="rect">
            <a:avLst/>
          </a:prstGeom>
          <a:noFill/>
          <a:ln/>
        </p:spPr>
        <p:txBody>
          <a:bodyPr wrap="square" lIns="0" tIns="0" rIns="0" bIns="0" rtlCol="0" anchor="t"/>
          <a:lstStyle/>
          <a:p>
            <a:pPr indent="0" marL="0">
              <a:buNone/>
            </a:pPr>
            <a:r>
              <a:rPr lang="ko-KR" altLang="en-US" sz="1150" b="1" dirty="0">
                <a:solidFill>
                  <a:srgbClr val="FFFFFF"/>
                </a:solidFill>
                <a:latin typeface="맑은 고딕" pitchFamily="34" charset="0"/>
                <a:ea typeface="맑은 고딕" pitchFamily="34" charset="-122"/>
                <a:cs typeface="맑은 고딕" pitchFamily="34" charset="-120"/>
              </a:rPr>
              <a:t>‘학교 지원팀’ 메시지,</a:t>
            </a:r>
            <a:endParaRPr lang="ko-KR" sz="1150" dirty="0"/>
          </a:p>
          <a:p>
            <a:pPr indent="0" marL="0">
              <a:buNone/>
            </a:pPr>
            <a:r>
              <a:rPr lang="ko-KR" altLang="en-US" sz="1150" b="1" dirty="0">
                <a:solidFill>
                  <a:srgbClr val="FFFFFF"/>
                </a:solidFill>
                <a:latin typeface="맑은 고딕" pitchFamily="34" charset="0"/>
                <a:ea typeface="맑은 고딕" pitchFamily="34" charset="-122"/>
                <a:cs typeface="맑은 고딕" pitchFamily="34" charset="-120"/>
              </a:rPr>
              <a:t>진짜일까?</a:t>
            </a:r>
            <a:endParaRPr lang="ko-KR" sz="1150" dirty="0"/>
          </a:p>
        </p:txBody>
      </p:sp>
      <p:sp>
        <p:nvSpPr>
          <p:cNvPr id="25" name="Shape 20"/>
          <p:cNvSpPr/>
          <p:nvPr/>
        </p:nvSpPr>
        <p:spPr>
          <a:xfrm>
            <a:off x="863559" y="4469587"/>
            <a:ext cx="502920" cy="237744"/>
          </a:xfrm>
          <a:prstGeom prst="roundRect">
            <a:avLst>
              <a:gd name="adj" fmla="val 50000"/>
            </a:avLst>
          </a:prstGeom>
          <a:solidFill>
            <a:srgbClr val="1E3A66"/>
          </a:solidFill>
          <a:ln/>
        </p:spPr>
      </p:sp>
      <p:sp>
        <p:nvSpPr>
          <p:cNvPr id="26" name="Text 21"/>
          <p:cNvSpPr txBox="1"/>
          <p:nvPr/>
        </p:nvSpPr>
        <p:spPr>
          <a:xfrm>
            <a:off x="863559" y="4469587"/>
            <a:ext cx="502920" cy="237744"/>
          </a:xfrm>
          <a:prstGeom prst="rect">
            <a:avLst/>
          </a:prstGeom>
          <a:noFill/>
          <a:ln/>
        </p:spPr>
        <p:txBody>
          <a:bodyPr wrap="square" lIns="0" tIns="0" rIns="0" bIns="0" rtlCol="0" anchor="ctr"/>
          <a:lstStyle/>
          <a:p>
            <a:pPr algn="ctr" indent="0" marL="0">
              <a:buNone/>
            </a:pPr>
            <a:r>
              <a:rPr lang="ko-KR" altLang="en-US" sz="850" b="1" dirty="0">
                <a:solidFill>
                  <a:srgbClr val="FFFFFF"/>
                </a:solidFill>
                <a:latin typeface="맑은 고딕" pitchFamily="34" charset="0"/>
                <a:ea typeface="맑은 고딕" pitchFamily="34" charset="-122"/>
                <a:cs typeface="맑은 고딕" pitchFamily="34" charset="-120"/>
              </a:rPr>
              <a:t>중급</a:t>
            </a:r>
            <a:endParaRPr lang="ko-KR" sz="850" dirty="0"/>
          </a:p>
        </p:txBody>
      </p:sp>
      <p:sp>
        <p:nvSpPr>
          <p:cNvPr id="27" name="Shape 22"/>
          <p:cNvSpPr/>
          <p:nvPr/>
        </p:nvSpPr>
        <p:spPr>
          <a:xfrm>
            <a:off x="1439631" y="4469587"/>
            <a:ext cx="731520" cy="237744"/>
          </a:xfrm>
          <a:prstGeom prst="roundRect">
            <a:avLst>
              <a:gd name="adj" fmla="val 50000"/>
            </a:avLst>
          </a:prstGeom>
          <a:solidFill>
            <a:srgbClr val="1E3A66"/>
          </a:solidFill>
          <a:ln/>
        </p:spPr>
      </p:sp>
      <p:sp>
        <p:nvSpPr>
          <p:cNvPr id="28" name="Text 23"/>
          <p:cNvSpPr txBox="1"/>
          <p:nvPr/>
        </p:nvSpPr>
        <p:spPr>
          <a:xfrm>
            <a:off x="1439631" y="4469587"/>
            <a:ext cx="731520" cy="237744"/>
          </a:xfrm>
          <a:prstGeom prst="rect">
            <a:avLst/>
          </a:prstGeom>
          <a:noFill/>
          <a:ln/>
        </p:spPr>
        <p:txBody>
          <a:bodyPr wrap="square" lIns="0" tIns="0" rIns="0" bIns="0" rtlCol="0" anchor="ctr"/>
          <a:lstStyle/>
          <a:p>
            <a:pPr algn="ctr" indent="0" marL="0">
              <a:buNone/>
            </a:pPr>
            <a:r>
              <a:rPr lang="ko-KR" altLang="en-US" sz="850" b="1" dirty="0">
                <a:solidFill>
                  <a:srgbClr val="FFFFFF"/>
                </a:solidFill>
                <a:latin typeface="맑은 고딕" pitchFamily="34" charset="0"/>
                <a:ea typeface="맑은 고딕" pitchFamily="34" charset="-122"/>
                <a:cs typeface="맑은 고딕" pitchFamily="34" charset="-120"/>
              </a:rPr>
              <a:t>문서 3건</a:t>
            </a:r>
            <a:endParaRPr lang="ko-KR" sz="850" dirty="0"/>
          </a:p>
        </p:txBody>
      </p:sp>
      <p:sp>
        <p:nvSpPr>
          <p:cNvPr id="29" name="Text 24"/>
          <p:cNvSpPr txBox="1"/>
          <p:nvPr/>
        </p:nvSpPr>
        <p:spPr>
          <a:xfrm>
            <a:off x="753831" y="4990795"/>
            <a:ext cx="1747601" cy="182880"/>
          </a:xfrm>
          <a:prstGeom prst="rect">
            <a:avLst/>
          </a:prstGeom>
          <a:noFill/>
          <a:ln/>
        </p:spPr>
        <p:txBody>
          <a:bodyPr wrap="square" lIns="0" tIns="0" rIns="0" bIns="0" rtlCol="0" anchor="t"/>
          <a:lstStyle/>
          <a:p>
            <a:pPr indent="0" marL="0">
              <a:buNone/>
            </a:pPr>
            <a:r>
              <a:rPr lang="ko-KR" altLang="en-US" sz="800" dirty="0">
                <a:solidFill>
                  <a:srgbClr val="A9BCD3"/>
                </a:solidFill>
                <a:latin typeface="맑은 고딕" pitchFamily="34" charset="0"/>
                <a:ea typeface="맑은 고딕" pitchFamily="34" charset="-122"/>
                <a:cs typeface="맑은 고딕" pitchFamily="34" charset="-120"/>
              </a:rPr>
              <a:t>사건 2 / 6</a:t>
            </a:r>
            <a:endParaRPr lang="ko-KR" sz="800" dirty="0"/>
          </a:p>
        </p:txBody>
      </p:sp>
      <p:sp>
        <p:nvSpPr>
          <p:cNvPr id="30" name="Shape 25"/>
          <p:cNvSpPr/>
          <p:nvPr/>
        </p:nvSpPr>
        <p:spPr>
          <a:xfrm>
            <a:off x="753831" y="5201107"/>
            <a:ext cx="1747601" cy="73152"/>
          </a:xfrm>
          <a:prstGeom prst="roundRect">
            <a:avLst>
              <a:gd name="adj" fmla="val 50000"/>
            </a:avLst>
          </a:prstGeom>
          <a:solidFill>
            <a:srgbClr val="1E3A66"/>
          </a:solidFill>
          <a:ln/>
        </p:spPr>
      </p:sp>
      <p:sp>
        <p:nvSpPr>
          <p:cNvPr id="31" name="Shape 26"/>
          <p:cNvSpPr/>
          <p:nvPr/>
        </p:nvSpPr>
        <p:spPr>
          <a:xfrm>
            <a:off x="753831" y="5201107"/>
            <a:ext cx="576708" cy="73152"/>
          </a:xfrm>
          <a:prstGeom prst="roundRect">
            <a:avLst>
              <a:gd name="adj" fmla="val 50000"/>
            </a:avLst>
          </a:prstGeom>
          <a:solidFill>
            <a:srgbClr val="19B3B1"/>
          </a:solidFill>
          <a:ln/>
        </p:spPr>
      </p:sp>
      <p:sp>
        <p:nvSpPr>
          <p:cNvPr id="32" name="Shape 27"/>
          <p:cNvSpPr/>
          <p:nvPr/>
        </p:nvSpPr>
        <p:spPr>
          <a:xfrm>
            <a:off x="753831" y="5305349"/>
            <a:ext cx="1747601" cy="457200"/>
          </a:xfrm>
          <a:prstGeom prst="roundRect">
            <a:avLst>
              <a:gd name="adj" fmla="val 24000"/>
            </a:avLst>
          </a:prstGeom>
          <a:solidFill>
            <a:srgbClr val="19B3B1"/>
          </a:solidFill>
          <a:ln/>
        </p:spPr>
      </p:sp>
      <p:pic>
        <p:nvPicPr>
          <p:cNvPr id="33" name="Image 3" descr="preencoded.png">    </p:cNvPr>
          <p:cNvPicPr>
            <a:picLocks noChangeAspect="1"/>
          </p:cNvPicPr>
          <p:nvPr/>
        </p:nvPicPr>
        <p:blipFill>
          <a:blip r:embed="rId4"/>
          <a:stretch>
            <a:fillRect/>
          </a:stretch>
        </p:blipFill>
        <p:spPr>
          <a:xfrm>
            <a:off x="1165311" y="5424221"/>
            <a:ext cx="201168" cy="201168"/>
          </a:xfrm>
          <a:prstGeom prst="rect">
            <a:avLst/>
          </a:prstGeom>
        </p:spPr>
      </p:pic>
      <p:sp>
        <p:nvSpPr>
          <p:cNvPr id="34" name="Text 28"/>
          <p:cNvSpPr txBox="1"/>
          <p:nvPr/>
        </p:nvSpPr>
        <p:spPr>
          <a:xfrm>
            <a:off x="1028151" y="5305349"/>
            <a:ext cx="1473281" cy="457200"/>
          </a:xfrm>
          <a:prstGeom prst="rect">
            <a:avLst/>
          </a:prstGeom>
          <a:noFill/>
          <a:ln/>
        </p:spPr>
        <p:txBody>
          <a:bodyPr wrap="square" lIns="0" tIns="0" rIns="0" bIns="0" rtlCol="0" anchor="ctr"/>
          <a:lstStyle/>
          <a:p>
            <a:pPr algn="ctr" indent="0" marL="0">
              <a:buNone/>
            </a:pPr>
            <a:r>
              <a:rPr lang="ko-KR" altLang="en-US" sz="1300" b="1" dirty="0">
                <a:solidFill>
                  <a:srgbClr val="06122A"/>
                </a:solidFill>
                <a:latin typeface="맑은 고딕" pitchFamily="34" charset="0"/>
                <a:ea typeface="맑은 고딕" pitchFamily="34" charset="-122"/>
                <a:cs typeface="맑은 고딕" pitchFamily="34" charset="-120"/>
              </a:rPr>
              <a:t>검토 시작</a:t>
            </a:r>
            <a:endParaRPr lang="ko-KR" sz="1300" dirty="0"/>
          </a:p>
        </p:txBody>
      </p:sp>
      <p:sp>
        <p:nvSpPr>
          <p:cNvPr id="35" name="Shape 29"/>
          <p:cNvSpPr/>
          <p:nvPr/>
        </p:nvSpPr>
        <p:spPr>
          <a:xfrm>
            <a:off x="3828288" y="1078992"/>
            <a:ext cx="1554480" cy="310896"/>
          </a:xfrm>
          <a:prstGeom prst="roundRect">
            <a:avLst>
              <a:gd name="adj" fmla="val 50000"/>
            </a:avLst>
          </a:prstGeom>
          <a:solidFill>
            <a:srgbClr val="19B3B1"/>
          </a:solidFill>
          <a:ln/>
        </p:spPr>
      </p:sp>
      <p:sp>
        <p:nvSpPr>
          <p:cNvPr id="36" name="Text 30"/>
          <p:cNvSpPr txBox="1"/>
          <p:nvPr/>
        </p:nvSpPr>
        <p:spPr>
          <a:xfrm>
            <a:off x="3828288" y="1078992"/>
            <a:ext cx="1554480" cy="310896"/>
          </a:xfrm>
          <a:prstGeom prst="rect">
            <a:avLst/>
          </a:prstGeom>
          <a:noFill/>
          <a:ln/>
        </p:spPr>
        <p:txBody>
          <a:bodyPr wrap="square" lIns="0" tIns="0" rIns="0" bIns="0" rtlCol="0" anchor="ctr"/>
          <a:lstStyle/>
          <a:p>
            <a:pPr algn="ctr" indent="0" marL="0">
              <a:buNone/>
            </a:pPr>
            <a:r>
              <a:rPr lang="ko-KR" altLang="en-US" sz="1300" b="1" dirty="0">
                <a:solidFill>
                  <a:srgbClr val="06122A"/>
                </a:solidFill>
                <a:latin typeface="맑은 고딕" pitchFamily="34" charset="0"/>
                <a:ea typeface="맑은 고딕" pitchFamily="34" charset="-122"/>
                <a:cs typeface="맑은 고딕" pitchFamily="34" charset="-120"/>
              </a:rPr>
              <a:t>B  문서 확인</a:t>
            </a:r>
            <a:endParaRPr lang="ko-KR" sz="1300" dirty="0"/>
          </a:p>
        </p:txBody>
      </p:sp>
      <p:sp>
        <p:nvSpPr>
          <p:cNvPr id="37" name="Shape 31"/>
          <p:cNvSpPr/>
          <p:nvPr/>
        </p:nvSpPr>
        <p:spPr>
          <a:xfrm>
            <a:off x="6003036" y="3575304"/>
            <a:ext cx="182880" cy="365760"/>
          </a:xfrm>
          <a:prstGeom prst="chevron">
            <a:avLst/>
          </a:prstGeom>
          <a:solidFill>
            <a:srgbClr val="19B3B1"/>
          </a:solidFill>
          <a:ln/>
        </p:spPr>
      </p:sp>
      <p:sp>
        <p:nvSpPr>
          <p:cNvPr id="38" name="Text 32"/>
          <p:cNvSpPr txBox="1"/>
          <p:nvPr/>
        </p:nvSpPr>
        <p:spPr>
          <a:xfrm>
            <a:off x="3343656" y="6108192"/>
            <a:ext cx="2523744" cy="274320"/>
          </a:xfrm>
          <a:prstGeom prst="rect">
            <a:avLst/>
          </a:prstGeom>
          <a:noFill/>
          <a:ln/>
        </p:spPr>
        <p:txBody>
          <a:bodyPr wrap="square" lIns="0" tIns="0" rIns="0" bIns="0" rtlCol="0" anchor="t"/>
          <a:lstStyle/>
          <a:p>
            <a:pPr algn="ctr" indent="0" marL="0">
              <a:buNone/>
            </a:pPr>
            <a:r>
              <a:rPr lang="ko-KR" altLang="en-US" sz="1200" dirty="0">
                <a:solidFill>
                  <a:srgbClr val="A9BCD3"/>
                </a:solidFill>
                <a:latin typeface="맑은 고딕" pitchFamily="34" charset="0"/>
                <a:ea typeface="맑은 고딕" pitchFamily="34" charset="-122"/>
                <a:cs typeface="맑은 고딕" pitchFamily="34" charset="-120"/>
              </a:rPr>
              <a:t>메시지 필드를 탭해 상세 열기</a:t>
            </a:r>
            <a:endParaRPr lang="ko-KR" sz="1200" dirty="0"/>
          </a:p>
        </p:txBody>
      </p:sp>
      <p:sp>
        <p:nvSpPr>
          <p:cNvPr id="39" name="Shape 33"/>
          <p:cNvSpPr/>
          <p:nvPr/>
        </p:nvSpPr>
        <p:spPr>
          <a:xfrm>
            <a:off x="3526536" y="1481328"/>
            <a:ext cx="2157984" cy="4553712"/>
          </a:xfrm>
          <a:prstGeom prst="roundRect">
            <a:avLst>
              <a:gd name="adj" fmla="val 14000"/>
            </a:avLst>
          </a:prstGeom>
          <a:solidFill>
            <a:srgbClr val="040B17"/>
          </a:solidFill>
          <a:ln w="15875">
            <a:solidFill>
              <a:srgbClr val="3A5478"/>
            </a:solidFill>
            <a:prstDash val="solid"/>
          </a:ln>
          <a:effectLst>
            <a:outerShdw sx="100000" sy="100000" kx="0" ky="0" algn="bl" rotWithShape="0" blurRad="127000" dist="38100" dir="5400000">
              <a:srgbClr val="000000">
                <a:alpha val="35000"/>
              </a:srgbClr>
            </a:outerShdw>
          </a:effectLst>
        </p:spPr>
      </p:sp>
      <p:sp>
        <p:nvSpPr>
          <p:cNvPr id="40" name="Shape 34"/>
          <p:cNvSpPr/>
          <p:nvPr/>
        </p:nvSpPr>
        <p:spPr>
          <a:xfrm>
            <a:off x="3612855" y="1589227"/>
            <a:ext cx="1985345" cy="4337914"/>
          </a:xfrm>
          <a:prstGeom prst="roundRect">
            <a:avLst>
              <a:gd name="adj" fmla="val 10870"/>
            </a:avLst>
          </a:prstGeom>
          <a:solidFill>
            <a:srgbClr val="0B1A33"/>
          </a:solidFill>
          <a:ln/>
        </p:spPr>
      </p:sp>
      <p:sp>
        <p:nvSpPr>
          <p:cNvPr id="41" name="Text 35"/>
          <p:cNvSpPr txBox="1"/>
          <p:nvPr/>
        </p:nvSpPr>
        <p:spPr>
          <a:xfrm>
            <a:off x="3612855" y="5908853"/>
            <a:ext cx="1985345" cy="91440"/>
          </a:xfrm>
          <a:prstGeom prst="rect">
            <a:avLst/>
          </a:prstGeom>
          <a:noFill/>
          <a:ln/>
        </p:spPr>
        <p:txBody>
          <a:bodyPr wrap="square" lIns="0" tIns="0" rIns="0" bIns="0" rtlCol="0" anchor="t"/>
          <a:lstStyle/>
          <a:p>
            <a:pPr algn="ctr" indent="0" marL="0">
              <a:buNone/>
            </a:pPr>
            <a:r>
              <a:rPr lang="ko-KR" altLang="en-US" sz="550" b="1" spc="300" kern="0" dirty="0">
                <a:solidFill>
                  <a:srgbClr val="6F86A6"/>
                </a:solidFill>
                <a:latin typeface="맑은 고딕" pitchFamily="34" charset="0"/>
                <a:ea typeface="맑은 고딕" pitchFamily="34" charset="-122"/>
                <a:cs typeface="맑은 고딕" pitchFamily="34" charset="-120"/>
              </a:rPr>
              <a:t>MOCKUP</a:t>
            </a:r>
            <a:endParaRPr lang="ko-KR" sz="550" dirty="0"/>
          </a:p>
        </p:txBody>
      </p:sp>
      <p:sp>
        <p:nvSpPr>
          <p:cNvPr id="42" name="Shape 36"/>
          <p:cNvSpPr/>
          <p:nvPr/>
        </p:nvSpPr>
        <p:spPr>
          <a:xfrm>
            <a:off x="3612855" y="1589227"/>
            <a:ext cx="1985345" cy="4337914"/>
          </a:xfrm>
          <a:prstGeom prst="roundRect">
            <a:avLst>
              <a:gd name="adj" fmla="val 10870"/>
            </a:avLst>
          </a:prstGeom>
          <a:solidFill>
            <a:srgbClr val="F4F6FA"/>
          </a:solidFill>
          <a:ln/>
        </p:spPr>
      </p:sp>
      <p:sp>
        <p:nvSpPr>
          <p:cNvPr id="43" name="Shape 37"/>
          <p:cNvSpPr/>
          <p:nvPr/>
        </p:nvSpPr>
        <p:spPr>
          <a:xfrm>
            <a:off x="3612855" y="1589227"/>
            <a:ext cx="1985345" cy="566928"/>
          </a:xfrm>
          <a:prstGeom prst="roundRect">
            <a:avLst>
              <a:gd name="adj" fmla="val 38065"/>
            </a:avLst>
          </a:prstGeom>
          <a:solidFill>
            <a:srgbClr val="0B1A33"/>
          </a:solidFill>
          <a:ln/>
        </p:spPr>
      </p:sp>
      <p:sp>
        <p:nvSpPr>
          <p:cNvPr id="44" name="Shape 38"/>
          <p:cNvSpPr/>
          <p:nvPr/>
        </p:nvSpPr>
        <p:spPr>
          <a:xfrm>
            <a:off x="3612855" y="1954987"/>
            <a:ext cx="1985345" cy="201168"/>
          </a:xfrm>
          <a:prstGeom prst="rect">
            <a:avLst/>
          </a:prstGeom>
          <a:solidFill>
            <a:srgbClr val="0B1A33"/>
          </a:solidFill>
          <a:ln/>
        </p:spPr>
      </p:sp>
      <p:sp>
        <p:nvSpPr>
          <p:cNvPr id="45" name="Text 39"/>
          <p:cNvSpPr txBox="1"/>
          <p:nvPr/>
        </p:nvSpPr>
        <p:spPr>
          <a:xfrm>
            <a:off x="3759159" y="1634947"/>
            <a:ext cx="457200" cy="164592"/>
          </a:xfrm>
          <a:prstGeom prst="rect">
            <a:avLst/>
          </a:prstGeom>
          <a:noFill/>
          <a:ln/>
        </p:spPr>
        <p:txBody>
          <a:bodyPr wrap="square" lIns="0" tIns="0" rIns="0" bIns="0" rtlCol="0" anchor="t"/>
          <a:lstStyle/>
          <a:p>
            <a:pPr indent="0" marL="0">
              <a:buNone/>
            </a:pPr>
            <a:r>
              <a:rPr lang="ko-KR" altLang="en-US" sz="750" b="1" dirty="0">
                <a:solidFill>
                  <a:srgbClr val="FFFFFF"/>
                </a:solidFill>
                <a:latin typeface="맑은 고딕" pitchFamily="34" charset="0"/>
                <a:ea typeface="맑은 고딕" pitchFamily="34" charset="-122"/>
                <a:cs typeface="맑은 고딕" pitchFamily="34" charset="-120"/>
              </a:rPr>
              <a:t>9:41</a:t>
            </a:r>
            <a:endParaRPr lang="ko-KR" sz="750" dirty="0"/>
          </a:p>
        </p:txBody>
      </p:sp>
      <p:sp>
        <p:nvSpPr>
          <p:cNvPr id="46" name="Shape 40"/>
          <p:cNvSpPr/>
          <p:nvPr/>
        </p:nvSpPr>
        <p:spPr>
          <a:xfrm>
            <a:off x="4349496" y="1644091"/>
            <a:ext cx="512064" cy="137160"/>
          </a:xfrm>
          <a:prstGeom prst="roundRect">
            <a:avLst>
              <a:gd name="adj" fmla="val 50000"/>
            </a:avLst>
          </a:prstGeom>
          <a:solidFill>
            <a:srgbClr val="040B17"/>
          </a:solidFill>
          <a:ln/>
        </p:spPr>
      </p:sp>
      <p:sp>
        <p:nvSpPr>
          <p:cNvPr id="47" name="Shape 41"/>
          <p:cNvSpPr/>
          <p:nvPr/>
        </p:nvSpPr>
        <p:spPr>
          <a:xfrm>
            <a:off x="5214153" y="1666951"/>
            <a:ext cx="219456" cy="100584"/>
          </a:xfrm>
          <a:prstGeom prst="roundRect">
            <a:avLst>
              <a:gd name="adj" fmla="val 27273"/>
            </a:avLst>
          </a:prstGeom>
          <a:solidFill>
            <a:srgbClr val="FFFFFF">
              <a:alpha val="90000"/>
            </a:srgbClr>
          </a:solidFill>
          <a:ln/>
        </p:spPr>
      </p:sp>
      <p:sp>
        <p:nvSpPr>
          <p:cNvPr id="48" name="Text 42"/>
          <p:cNvSpPr txBox="1"/>
          <p:nvPr/>
        </p:nvSpPr>
        <p:spPr>
          <a:xfrm>
            <a:off x="3731727" y="1881835"/>
            <a:ext cx="1747601" cy="219456"/>
          </a:xfrm>
          <a:prstGeom prst="rect">
            <a:avLst/>
          </a:prstGeom>
          <a:noFill/>
          <a:ln/>
        </p:spPr>
        <p:txBody>
          <a:bodyPr wrap="square" lIns="0" tIns="0" rIns="0" bIns="0" rtlCol="0" anchor="ctr"/>
          <a:lstStyle/>
          <a:p>
            <a:pPr indent="0" marL="0">
              <a:buNone/>
            </a:pPr>
            <a:r>
              <a:rPr lang="ko-KR" altLang="en-US" sz="850" b="1" dirty="0">
                <a:solidFill>
                  <a:srgbClr val="FFFFFF"/>
                </a:solidFill>
                <a:latin typeface="맑은 고딕" pitchFamily="34" charset="0"/>
                <a:ea typeface="맑은 고딕" pitchFamily="34" charset="-122"/>
                <a:cs typeface="맑은 고딕" pitchFamily="34" charset="-120"/>
              </a:rPr>
              <a:t>사건 2/6 · 문서 확인</a:t>
            </a:r>
            <a:endParaRPr lang="ko-KR" sz="850" dirty="0"/>
          </a:p>
        </p:txBody>
      </p:sp>
      <p:sp>
        <p:nvSpPr>
          <p:cNvPr id="49" name="Shape 43"/>
          <p:cNvSpPr/>
          <p:nvPr/>
        </p:nvSpPr>
        <p:spPr>
          <a:xfrm>
            <a:off x="3731727" y="2275027"/>
            <a:ext cx="1747601" cy="411480"/>
          </a:xfrm>
          <a:prstGeom prst="roundRect">
            <a:avLst>
              <a:gd name="adj" fmla="val 22222"/>
            </a:avLst>
          </a:prstGeom>
          <a:solidFill>
            <a:srgbClr val="FFFFFF"/>
          </a:solidFill>
          <a:ln/>
        </p:spPr>
      </p:sp>
      <p:sp>
        <p:nvSpPr>
          <p:cNvPr id="50" name="Shape 44"/>
          <p:cNvSpPr/>
          <p:nvPr/>
        </p:nvSpPr>
        <p:spPr>
          <a:xfrm>
            <a:off x="3804879" y="2339035"/>
            <a:ext cx="274320" cy="274320"/>
          </a:xfrm>
          <a:prstGeom prst="ellipse">
            <a:avLst/>
          </a:prstGeom>
          <a:solidFill>
            <a:srgbClr val="FFD9A8"/>
          </a:solidFill>
          <a:ln/>
        </p:spPr>
      </p:sp>
      <p:sp>
        <p:nvSpPr>
          <p:cNvPr id="51" name="Text 45"/>
          <p:cNvSpPr txBox="1"/>
          <p:nvPr/>
        </p:nvSpPr>
        <p:spPr>
          <a:xfrm>
            <a:off x="4143207" y="2275027"/>
            <a:ext cx="1290401" cy="411480"/>
          </a:xfrm>
          <a:prstGeom prst="rect">
            <a:avLst/>
          </a:prstGeom>
          <a:noFill/>
          <a:ln/>
        </p:spPr>
        <p:txBody>
          <a:bodyPr wrap="square" lIns="0" tIns="0" rIns="0" bIns="0" rtlCol="0" anchor="ctr"/>
          <a:lstStyle/>
          <a:p>
            <a:pPr indent="0" marL="0">
              <a:buNone/>
            </a:pPr>
            <a:r>
              <a:rPr lang="ko-KR" altLang="en-US" sz="800" b="1" dirty="0">
                <a:solidFill>
                  <a:srgbClr val="1C2433"/>
                </a:solidFill>
                <a:latin typeface="맑은 고딕" pitchFamily="34" charset="0"/>
                <a:ea typeface="맑은 고딕" pitchFamily="34" charset="-122"/>
                <a:cs typeface="맑은 고딕" pitchFamily="34" charset="-120"/>
              </a:rPr>
              <a:t>은솔: “이 메시지 진짜인가요?”</a:t>
            </a:r>
            <a:endParaRPr lang="ko-KR" sz="800" dirty="0"/>
          </a:p>
        </p:txBody>
      </p:sp>
      <p:sp>
        <p:nvSpPr>
          <p:cNvPr id="52" name="Shape 46"/>
          <p:cNvSpPr/>
          <p:nvPr/>
        </p:nvSpPr>
        <p:spPr>
          <a:xfrm>
            <a:off x="3731727" y="2796235"/>
            <a:ext cx="1747601" cy="2103120"/>
          </a:xfrm>
          <a:prstGeom prst="roundRect">
            <a:avLst>
              <a:gd name="adj" fmla="val 6279"/>
            </a:avLst>
          </a:prstGeom>
          <a:solidFill>
            <a:srgbClr val="FFFFFF"/>
          </a:solidFill>
          <a:ln/>
          <a:effectLst>
            <a:outerShdw sx="100000" sy="100000" kx="0" ky="0" algn="bl" rotWithShape="0" blurRad="127000" dist="38100" dir="5400000">
              <a:srgbClr val="000000">
                <a:alpha val="35000"/>
              </a:srgbClr>
            </a:outerShdw>
          </a:effectLst>
        </p:spPr>
      </p:sp>
      <p:pic>
        <p:nvPicPr>
          <p:cNvPr id="53" name="Image 4" descr="preencoded.png">    </p:cNvPr>
          <p:cNvPicPr>
            <a:picLocks noChangeAspect="1"/>
          </p:cNvPicPr>
          <p:nvPr/>
        </p:nvPicPr>
        <p:blipFill>
          <a:blip r:embed="rId5"/>
          <a:stretch>
            <a:fillRect/>
          </a:stretch>
        </p:blipFill>
        <p:spPr>
          <a:xfrm>
            <a:off x="3841455" y="2896819"/>
            <a:ext cx="201168" cy="201168"/>
          </a:xfrm>
          <a:prstGeom prst="rect">
            <a:avLst/>
          </a:prstGeom>
        </p:spPr>
      </p:pic>
      <p:sp>
        <p:nvSpPr>
          <p:cNvPr id="54" name="Text 47"/>
          <p:cNvSpPr txBox="1"/>
          <p:nvPr/>
        </p:nvSpPr>
        <p:spPr>
          <a:xfrm>
            <a:off x="4115775" y="2896819"/>
            <a:ext cx="1097280" cy="201168"/>
          </a:xfrm>
          <a:prstGeom prst="rect">
            <a:avLst/>
          </a:prstGeom>
          <a:noFill/>
          <a:ln/>
        </p:spPr>
        <p:txBody>
          <a:bodyPr wrap="square" lIns="0" tIns="0" rIns="0" bIns="0" rtlCol="0" anchor="ctr"/>
          <a:lstStyle/>
          <a:p>
            <a:pPr indent="0" marL="0">
              <a:buNone/>
            </a:pPr>
            <a:r>
              <a:rPr lang="ko-KR" altLang="en-US" sz="900" b="1" dirty="0">
                <a:solidFill>
                  <a:srgbClr val="1C2433"/>
                </a:solidFill>
                <a:latin typeface="맑은 고딕" pitchFamily="34" charset="0"/>
                <a:ea typeface="맑은 고딕" pitchFamily="34" charset="-122"/>
                <a:cs typeface="맑은 고딕" pitchFamily="34" charset="-120"/>
              </a:rPr>
              <a:t>받은 메시지</a:t>
            </a:r>
            <a:endParaRPr lang="ko-KR" sz="900" dirty="0"/>
          </a:p>
        </p:txBody>
      </p:sp>
      <p:sp>
        <p:nvSpPr>
          <p:cNvPr id="55" name="Shape 48"/>
          <p:cNvSpPr/>
          <p:nvPr/>
        </p:nvSpPr>
        <p:spPr>
          <a:xfrm>
            <a:off x="3786591" y="3189427"/>
            <a:ext cx="1637873" cy="603504"/>
          </a:xfrm>
          <a:prstGeom prst="roundRect">
            <a:avLst>
              <a:gd name="adj" fmla="val 12121"/>
            </a:avLst>
          </a:prstGeom>
          <a:solidFill>
            <a:srgbClr val="E8F7F6"/>
          </a:solidFill>
          <a:ln w="25400">
            <a:solidFill>
              <a:srgbClr val="19B3B1"/>
            </a:solidFill>
            <a:prstDash val="solid"/>
          </a:ln>
        </p:spPr>
      </p:sp>
      <p:sp>
        <p:nvSpPr>
          <p:cNvPr id="56" name="Text 49"/>
          <p:cNvSpPr txBox="1"/>
          <p:nvPr/>
        </p:nvSpPr>
        <p:spPr>
          <a:xfrm>
            <a:off x="3859743" y="3235147"/>
            <a:ext cx="914400" cy="146304"/>
          </a:xfrm>
          <a:prstGeom prst="rect">
            <a:avLst/>
          </a:prstGeom>
          <a:noFill/>
          <a:ln/>
        </p:spPr>
        <p:txBody>
          <a:bodyPr wrap="square" lIns="0" tIns="0" rIns="0" bIns="0" rtlCol="0" anchor="t"/>
          <a:lstStyle/>
          <a:p>
            <a:pPr indent="0" marL="0">
              <a:buNone/>
            </a:pPr>
            <a:r>
              <a:rPr lang="ko-KR" altLang="en-US" sz="700" dirty="0">
                <a:solidFill>
                  <a:srgbClr val="5A6576"/>
                </a:solidFill>
                <a:latin typeface="맑은 고딕" pitchFamily="34" charset="0"/>
                <a:ea typeface="맑은 고딕" pitchFamily="34" charset="-122"/>
                <a:cs typeface="맑은 고딕" pitchFamily="34" charset="-120"/>
              </a:rPr>
              <a:t>보낸 사람</a:t>
            </a:r>
            <a:endParaRPr lang="ko-KR" sz="700" dirty="0"/>
          </a:p>
        </p:txBody>
      </p:sp>
      <p:sp>
        <p:nvSpPr>
          <p:cNvPr id="57" name="Text 50"/>
          <p:cNvSpPr txBox="1"/>
          <p:nvPr/>
        </p:nvSpPr>
        <p:spPr>
          <a:xfrm>
            <a:off x="3859743" y="3381451"/>
            <a:ext cx="1473281" cy="384048"/>
          </a:xfrm>
          <a:prstGeom prst="rect">
            <a:avLst/>
          </a:prstGeom>
          <a:noFill/>
          <a:ln/>
        </p:spPr>
        <p:txBody>
          <a:bodyPr wrap="square" lIns="0" tIns="0" rIns="0" bIns="0" rtlCol="0" anchor="t"/>
          <a:lstStyle/>
          <a:p>
            <a:pPr indent="0" marL="0">
              <a:buNone/>
            </a:pPr>
            <a:r>
              <a:rPr lang="ko-KR" altLang="en-US" sz="750" b="1" dirty="0">
                <a:solidFill>
                  <a:srgbClr val="1C2433"/>
                </a:solidFill>
                <a:latin typeface="맑은 고딕" pitchFamily="34" charset="0"/>
                <a:ea typeface="맑은 고딕" pitchFamily="34" charset="-122"/>
                <a:cs typeface="맑은 고딕" pitchFamily="34" charset="-120"/>
              </a:rPr>
              <a:t>학교 지원팀</a:t>
            </a:r>
            <a:endParaRPr lang="ko-KR" sz="750" dirty="0"/>
          </a:p>
          <a:p>
            <a:pPr indent="0" marL="0">
              <a:buNone/>
            </a:pPr>
            <a:r>
              <a:rPr lang="ko-KR" altLang="en-US" sz="750" b="1" dirty="0">
                <a:solidFill>
                  <a:srgbClr val="1C2433"/>
                </a:solidFill>
                <a:latin typeface="맑은 고딕" pitchFamily="34" charset="0"/>
                <a:ea typeface="맑은 고딕" pitchFamily="34" charset="-122"/>
                <a:cs typeface="맑은 고딕" pitchFamily="34" charset="-120"/>
              </a:rPr>
              <a:t>help@nuri-help.example</a:t>
            </a:r>
            <a:endParaRPr lang="ko-KR" sz="750" dirty="0"/>
          </a:p>
        </p:txBody>
      </p:sp>
      <p:sp>
        <p:nvSpPr>
          <p:cNvPr id="58" name="Text 51"/>
          <p:cNvSpPr txBox="1"/>
          <p:nvPr/>
        </p:nvSpPr>
        <p:spPr>
          <a:xfrm>
            <a:off x="3859743" y="4003243"/>
            <a:ext cx="914400" cy="146304"/>
          </a:xfrm>
          <a:prstGeom prst="rect">
            <a:avLst/>
          </a:prstGeom>
          <a:noFill/>
          <a:ln/>
        </p:spPr>
        <p:txBody>
          <a:bodyPr wrap="square" lIns="0" tIns="0" rIns="0" bIns="0" rtlCol="0" anchor="t"/>
          <a:lstStyle/>
          <a:p>
            <a:pPr indent="0" marL="0">
              <a:buNone/>
            </a:pPr>
            <a:r>
              <a:rPr lang="ko-KR" altLang="en-US" sz="700" dirty="0">
                <a:solidFill>
                  <a:srgbClr val="5A6576"/>
                </a:solidFill>
                <a:latin typeface="맑은 고딕" pitchFamily="34" charset="0"/>
                <a:ea typeface="맑은 고딕" pitchFamily="34" charset="-122"/>
                <a:cs typeface="맑은 고딕" pitchFamily="34" charset="-120"/>
              </a:rPr>
              <a:t>내용</a:t>
            </a:r>
            <a:endParaRPr lang="ko-KR" sz="700" dirty="0"/>
          </a:p>
        </p:txBody>
      </p:sp>
      <p:sp>
        <p:nvSpPr>
          <p:cNvPr id="59" name="Text 52"/>
          <p:cNvSpPr txBox="1"/>
          <p:nvPr/>
        </p:nvSpPr>
        <p:spPr>
          <a:xfrm>
            <a:off x="3859743" y="4149547"/>
            <a:ext cx="1491569" cy="384048"/>
          </a:xfrm>
          <a:prstGeom prst="rect">
            <a:avLst/>
          </a:prstGeom>
          <a:noFill/>
          <a:ln/>
        </p:spPr>
        <p:txBody>
          <a:bodyPr wrap="square" lIns="0" tIns="0" rIns="0" bIns="0" rtlCol="0" anchor="t"/>
          <a:lstStyle/>
          <a:p>
            <a:pPr indent="0" marL="0">
              <a:buNone/>
            </a:pPr>
            <a:r>
              <a:rPr lang="ko-KR" altLang="en-US" sz="800" dirty="0">
                <a:solidFill>
                  <a:srgbClr val="1C2433"/>
                </a:solidFill>
                <a:latin typeface="맑은 고딕" pitchFamily="34" charset="0"/>
                <a:ea typeface="맑은 고딕" pitchFamily="34" charset="-122"/>
                <a:cs typeface="맑은 고딕" pitchFamily="34" charset="-120"/>
              </a:rPr>
              <a:t>계정이 곧 잠겨요. 아래 링크에서 비밀번호를 입력하세요.</a:t>
            </a:r>
            <a:endParaRPr lang="ko-KR" sz="800" dirty="0"/>
          </a:p>
        </p:txBody>
      </p:sp>
      <p:sp>
        <p:nvSpPr>
          <p:cNvPr id="60" name="Text 53"/>
          <p:cNvSpPr txBox="1"/>
          <p:nvPr/>
        </p:nvSpPr>
        <p:spPr>
          <a:xfrm>
            <a:off x="3859743" y="4579315"/>
            <a:ext cx="1491569" cy="256032"/>
          </a:xfrm>
          <a:prstGeom prst="rect">
            <a:avLst/>
          </a:prstGeom>
          <a:noFill/>
          <a:ln/>
        </p:spPr>
        <p:txBody>
          <a:bodyPr wrap="square" lIns="0" tIns="0" rIns="0" bIns="0" rtlCol="0" anchor="t"/>
          <a:lstStyle/>
          <a:p>
            <a:pPr indent="0" marL="0">
              <a:buNone/>
            </a:pPr>
            <a:r>
              <a:rPr lang="ko-KR" altLang="en-US" sz="750" dirty="0">
                <a:solidFill>
                  <a:srgbClr val="2C6DB5"/>
                </a:solidFill>
                <a:latin typeface="맑은 고딕" pitchFamily="34" charset="0"/>
                <a:ea typeface="맑은 고딕" pitchFamily="34" charset="-122"/>
                <a:cs typeface="맑은 고딕" pitchFamily="34" charset="-120"/>
              </a:rPr>
              <a:t>링크  nuri-help.example/login</a:t>
            </a:r>
            <a:endParaRPr lang="ko-KR" sz="750" dirty="0"/>
          </a:p>
        </p:txBody>
      </p:sp>
      <p:pic>
        <p:nvPicPr>
          <p:cNvPr id="61" name="Image 5" descr="preencoded.png">    </p:cNvPr>
          <p:cNvPicPr>
            <a:picLocks noChangeAspect="1"/>
          </p:cNvPicPr>
          <p:nvPr/>
        </p:nvPicPr>
        <p:blipFill>
          <a:blip r:embed="rId6"/>
          <a:stretch>
            <a:fillRect/>
          </a:stretch>
        </p:blipFill>
        <p:spPr>
          <a:xfrm>
            <a:off x="5095281" y="3527755"/>
            <a:ext cx="329184" cy="329184"/>
          </a:xfrm>
          <a:prstGeom prst="rect">
            <a:avLst/>
          </a:prstGeom>
        </p:spPr>
      </p:pic>
      <p:sp>
        <p:nvSpPr>
          <p:cNvPr id="62" name="Shape 54"/>
          <p:cNvSpPr/>
          <p:nvPr/>
        </p:nvSpPr>
        <p:spPr>
          <a:xfrm>
            <a:off x="4583217" y="3820363"/>
            <a:ext cx="841248" cy="182880"/>
          </a:xfrm>
          <a:prstGeom prst="roundRect">
            <a:avLst>
              <a:gd name="adj" fmla="val 50000"/>
            </a:avLst>
          </a:prstGeom>
          <a:solidFill>
            <a:srgbClr val="0B1A33"/>
          </a:solidFill>
          <a:ln/>
        </p:spPr>
      </p:sp>
      <p:sp>
        <p:nvSpPr>
          <p:cNvPr id="63" name="Text 55"/>
          <p:cNvSpPr txBox="1"/>
          <p:nvPr/>
        </p:nvSpPr>
        <p:spPr>
          <a:xfrm>
            <a:off x="4583217" y="3820363"/>
            <a:ext cx="841248" cy="182880"/>
          </a:xfrm>
          <a:prstGeom prst="rect">
            <a:avLst/>
          </a:prstGeom>
          <a:noFill/>
          <a:ln/>
        </p:spPr>
        <p:txBody>
          <a:bodyPr wrap="square" lIns="0" tIns="0" rIns="0" bIns="0" rtlCol="0" anchor="ctr"/>
          <a:lstStyle/>
          <a:p>
            <a:pPr algn="ctr" indent="0" marL="0">
              <a:buNone/>
            </a:pPr>
            <a:r>
              <a:rPr lang="ko-KR" altLang="en-US" sz="750" b="1" dirty="0">
                <a:solidFill>
                  <a:srgbClr val="FFFFFF"/>
                </a:solidFill>
                <a:latin typeface="맑은 고딕" pitchFamily="34" charset="0"/>
                <a:ea typeface="맑은 고딕" pitchFamily="34" charset="-122"/>
                <a:cs typeface="맑은 고딕" pitchFamily="34" charset="-120"/>
              </a:rPr>
              <a:t>탭해서 열기</a:t>
            </a:r>
            <a:endParaRPr lang="ko-KR" sz="750" dirty="0"/>
          </a:p>
        </p:txBody>
      </p:sp>
      <p:sp>
        <p:nvSpPr>
          <p:cNvPr id="64" name="Shape 56"/>
          <p:cNvSpPr/>
          <p:nvPr/>
        </p:nvSpPr>
        <p:spPr>
          <a:xfrm>
            <a:off x="3731727" y="5018227"/>
            <a:ext cx="552054" cy="274320"/>
          </a:xfrm>
          <a:prstGeom prst="roundRect">
            <a:avLst>
              <a:gd name="adj" fmla="val 50000"/>
            </a:avLst>
          </a:prstGeom>
          <a:solidFill>
            <a:srgbClr val="14284B"/>
          </a:solidFill>
          <a:ln/>
        </p:spPr>
      </p:sp>
      <p:sp>
        <p:nvSpPr>
          <p:cNvPr id="65" name="Text 57"/>
          <p:cNvSpPr txBox="1"/>
          <p:nvPr/>
        </p:nvSpPr>
        <p:spPr>
          <a:xfrm>
            <a:off x="3731727" y="5018227"/>
            <a:ext cx="552054" cy="274320"/>
          </a:xfrm>
          <a:prstGeom prst="rect">
            <a:avLst/>
          </a:prstGeom>
          <a:noFill/>
          <a:ln/>
        </p:spPr>
        <p:txBody>
          <a:bodyPr wrap="square" lIns="0" tIns="0" rIns="0" bIns="0" rtlCol="0" anchor="ctr"/>
          <a:lstStyle/>
          <a:p>
            <a:pPr algn="ctr" indent="0" marL="0">
              <a:buNone/>
            </a:pPr>
            <a:r>
              <a:rPr lang="ko-KR" altLang="en-US" sz="750" b="1" dirty="0">
                <a:solidFill>
                  <a:srgbClr val="FFFFFF"/>
                </a:solidFill>
                <a:latin typeface="맑은 고딕" pitchFamily="34" charset="0"/>
                <a:ea typeface="맑은 고딕" pitchFamily="34" charset="-122"/>
                <a:cs typeface="맑은 고딕" pitchFamily="34" charset="-120"/>
              </a:rPr>
              <a:t>메시지</a:t>
            </a:r>
            <a:endParaRPr lang="ko-KR" sz="750" dirty="0"/>
          </a:p>
        </p:txBody>
      </p:sp>
      <p:sp>
        <p:nvSpPr>
          <p:cNvPr id="66" name="Shape 58"/>
          <p:cNvSpPr/>
          <p:nvPr/>
        </p:nvSpPr>
        <p:spPr>
          <a:xfrm>
            <a:off x="4329501" y="5018227"/>
            <a:ext cx="552054" cy="274320"/>
          </a:xfrm>
          <a:prstGeom prst="roundRect">
            <a:avLst>
              <a:gd name="adj" fmla="val 50000"/>
            </a:avLst>
          </a:prstGeom>
          <a:solidFill>
            <a:srgbClr val="FFFFFF"/>
          </a:solidFill>
          <a:ln w="12700">
            <a:solidFill>
              <a:srgbClr val="D5DEEA"/>
            </a:solidFill>
            <a:prstDash val="solid"/>
          </a:ln>
        </p:spPr>
      </p:sp>
      <p:sp>
        <p:nvSpPr>
          <p:cNvPr id="67" name="Text 59"/>
          <p:cNvSpPr txBox="1"/>
          <p:nvPr/>
        </p:nvSpPr>
        <p:spPr>
          <a:xfrm>
            <a:off x="4329501" y="5018227"/>
            <a:ext cx="552054" cy="274320"/>
          </a:xfrm>
          <a:prstGeom prst="rect">
            <a:avLst/>
          </a:prstGeom>
          <a:noFill/>
          <a:ln/>
        </p:spPr>
        <p:txBody>
          <a:bodyPr wrap="square" lIns="0" tIns="0" rIns="0" bIns="0" rtlCol="0" anchor="ctr"/>
          <a:lstStyle/>
          <a:p>
            <a:pPr algn="ctr" indent="0" marL="0">
              <a:buNone/>
            </a:pPr>
            <a:r>
              <a:rPr lang="ko-KR" altLang="en-US" sz="750" b="1" dirty="0">
                <a:solidFill>
                  <a:srgbClr val="1C2433"/>
                </a:solidFill>
                <a:latin typeface="맑은 고딕" pitchFamily="34" charset="0"/>
                <a:ea typeface="맑은 고딕" pitchFamily="34" charset="-122"/>
                <a:cs typeface="맑은 고딕" pitchFamily="34" charset="-120"/>
              </a:rPr>
              <a:t>등록 연락처</a:t>
            </a:r>
            <a:endParaRPr lang="ko-KR" sz="750" dirty="0"/>
          </a:p>
        </p:txBody>
      </p:sp>
      <p:sp>
        <p:nvSpPr>
          <p:cNvPr id="68" name="Shape 60"/>
          <p:cNvSpPr/>
          <p:nvPr/>
        </p:nvSpPr>
        <p:spPr>
          <a:xfrm>
            <a:off x="4927275" y="5018227"/>
            <a:ext cx="552054" cy="274320"/>
          </a:xfrm>
          <a:prstGeom prst="roundRect">
            <a:avLst>
              <a:gd name="adj" fmla="val 50000"/>
            </a:avLst>
          </a:prstGeom>
          <a:solidFill>
            <a:srgbClr val="FFFFFF"/>
          </a:solidFill>
          <a:ln w="12700">
            <a:solidFill>
              <a:srgbClr val="D5DEEA"/>
            </a:solidFill>
            <a:prstDash val="solid"/>
          </a:ln>
        </p:spPr>
      </p:sp>
      <p:sp>
        <p:nvSpPr>
          <p:cNvPr id="69" name="Text 61"/>
          <p:cNvSpPr txBox="1"/>
          <p:nvPr/>
        </p:nvSpPr>
        <p:spPr>
          <a:xfrm>
            <a:off x="4927275" y="5018227"/>
            <a:ext cx="552054" cy="274320"/>
          </a:xfrm>
          <a:prstGeom prst="rect">
            <a:avLst/>
          </a:prstGeom>
          <a:noFill/>
          <a:ln/>
        </p:spPr>
        <p:txBody>
          <a:bodyPr wrap="square" lIns="0" tIns="0" rIns="0" bIns="0" rtlCol="0" anchor="ctr"/>
          <a:lstStyle/>
          <a:p>
            <a:pPr algn="ctr" indent="0" marL="0">
              <a:buNone/>
            </a:pPr>
            <a:r>
              <a:rPr lang="ko-KR" altLang="en-US" sz="750" b="1" dirty="0">
                <a:solidFill>
                  <a:srgbClr val="1C2433"/>
                </a:solidFill>
                <a:latin typeface="맑은 고딕" pitchFamily="34" charset="0"/>
                <a:ea typeface="맑은 고딕" pitchFamily="34" charset="-122"/>
                <a:cs typeface="맑은 고딕" pitchFamily="34" charset="-120"/>
              </a:rPr>
              <a:t>공지</a:t>
            </a:r>
            <a:endParaRPr lang="ko-KR" sz="750" dirty="0"/>
          </a:p>
        </p:txBody>
      </p:sp>
      <p:sp>
        <p:nvSpPr>
          <p:cNvPr id="70" name="Shape 62"/>
          <p:cNvSpPr/>
          <p:nvPr/>
        </p:nvSpPr>
        <p:spPr>
          <a:xfrm>
            <a:off x="3612855" y="5323637"/>
            <a:ext cx="1985345" cy="603504"/>
          </a:xfrm>
          <a:prstGeom prst="rect">
            <a:avLst/>
          </a:prstGeom>
          <a:solidFill>
            <a:srgbClr val="FFFFFF"/>
          </a:solidFill>
          <a:ln/>
        </p:spPr>
      </p:sp>
      <p:pic>
        <p:nvPicPr>
          <p:cNvPr id="71" name="Image 6" descr="preencoded.png">    </p:cNvPr>
          <p:cNvPicPr>
            <a:picLocks noChangeAspect="1"/>
          </p:cNvPicPr>
          <p:nvPr/>
        </p:nvPicPr>
        <p:blipFill>
          <a:blip r:embed="rId7"/>
          <a:stretch>
            <a:fillRect/>
          </a:stretch>
        </p:blipFill>
        <p:spPr>
          <a:xfrm>
            <a:off x="3996903" y="5396789"/>
            <a:ext cx="219456" cy="219456"/>
          </a:xfrm>
          <a:prstGeom prst="rect">
            <a:avLst/>
          </a:prstGeom>
        </p:spPr>
      </p:pic>
      <p:sp>
        <p:nvSpPr>
          <p:cNvPr id="72" name="Text 63"/>
          <p:cNvSpPr txBox="1"/>
          <p:nvPr/>
        </p:nvSpPr>
        <p:spPr>
          <a:xfrm>
            <a:off x="3795735" y="5643677"/>
            <a:ext cx="621792" cy="182880"/>
          </a:xfrm>
          <a:prstGeom prst="rect">
            <a:avLst/>
          </a:prstGeom>
          <a:noFill/>
          <a:ln/>
        </p:spPr>
        <p:txBody>
          <a:bodyPr wrap="square" lIns="0" tIns="0" rIns="0" bIns="0" rtlCol="0" anchor="t"/>
          <a:lstStyle/>
          <a:p>
            <a:pPr algn="ctr" indent="0" marL="0">
              <a:buNone/>
            </a:pPr>
            <a:r>
              <a:rPr lang="ko-KR" altLang="en-US" sz="750" b="1" dirty="0">
                <a:solidFill>
                  <a:srgbClr val="1C2433"/>
                </a:solidFill>
                <a:latin typeface="맑은 고딕" pitchFamily="34" charset="0"/>
                <a:ea typeface="맑은 고딕" pitchFamily="34" charset="-122"/>
                <a:cs typeface="맑은 고딕" pitchFamily="34" charset="-120"/>
              </a:rPr>
              <a:t>대조</a:t>
            </a:r>
            <a:endParaRPr lang="ko-KR" sz="750" dirty="0"/>
          </a:p>
        </p:txBody>
      </p:sp>
      <p:pic>
        <p:nvPicPr>
          <p:cNvPr id="73" name="Image 7" descr="preencoded.png">    </p:cNvPr>
          <p:cNvPicPr>
            <a:picLocks noChangeAspect="1"/>
          </p:cNvPicPr>
          <p:nvPr/>
        </p:nvPicPr>
        <p:blipFill>
          <a:blip r:embed="rId8"/>
          <a:stretch>
            <a:fillRect/>
          </a:stretch>
        </p:blipFill>
        <p:spPr>
          <a:xfrm>
            <a:off x="4536765" y="5396789"/>
            <a:ext cx="219456" cy="219456"/>
          </a:xfrm>
          <a:prstGeom prst="rect">
            <a:avLst/>
          </a:prstGeom>
        </p:spPr>
      </p:pic>
      <p:sp>
        <p:nvSpPr>
          <p:cNvPr id="74" name="Text 64"/>
          <p:cNvSpPr txBox="1"/>
          <p:nvPr/>
        </p:nvSpPr>
        <p:spPr>
          <a:xfrm>
            <a:off x="4335597" y="5643677"/>
            <a:ext cx="621792" cy="182880"/>
          </a:xfrm>
          <a:prstGeom prst="rect">
            <a:avLst/>
          </a:prstGeom>
          <a:noFill/>
          <a:ln/>
        </p:spPr>
        <p:txBody>
          <a:bodyPr wrap="square" lIns="0" tIns="0" rIns="0" bIns="0" rtlCol="0" anchor="t"/>
          <a:lstStyle/>
          <a:p>
            <a:pPr algn="ctr" indent="0" marL="0">
              <a:buNone/>
            </a:pPr>
            <a:r>
              <a:rPr lang="ko-KR" altLang="en-US" sz="750" b="1" dirty="0">
                <a:solidFill>
                  <a:srgbClr val="1C2433"/>
                </a:solidFill>
                <a:latin typeface="맑은 고딕" pitchFamily="34" charset="0"/>
                <a:ea typeface="맑은 고딕" pitchFamily="34" charset="-122"/>
                <a:cs typeface="맑은 고딕" pitchFamily="34" charset="-120"/>
              </a:rPr>
              <a:t>표시</a:t>
            </a:r>
            <a:endParaRPr lang="ko-KR" sz="750" dirty="0"/>
          </a:p>
        </p:txBody>
      </p:sp>
      <p:pic>
        <p:nvPicPr>
          <p:cNvPr id="75" name="Image 8" descr="preencoded.png">    </p:cNvPr>
          <p:cNvPicPr>
            <a:picLocks noChangeAspect="1"/>
          </p:cNvPicPr>
          <p:nvPr/>
        </p:nvPicPr>
        <p:blipFill>
          <a:blip r:embed="rId9"/>
          <a:stretch>
            <a:fillRect/>
          </a:stretch>
        </p:blipFill>
        <p:spPr>
          <a:xfrm>
            <a:off x="5076627" y="5396789"/>
            <a:ext cx="219456" cy="219456"/>
          </a:xfrm>
          <a:prstGeom prst="rect">
            <a:avLst/>
          </a:prstGeom>
        </p:spPr>
      </p:pic>
      <p:sp>
        <p:nvSpPr>
          <p:cNvPr id="76" name="Text 65"/>
          <p:cNvSpPr txBox="1"/>
          <p:nvPr/>
        </p:nvSpPr>
        <p:spPr>
          <a:xfrm>
            <a:off x="4875459" y="5643677"/>
            <a:ext cx="621792" cy="182880"/>
          </a:xfrm>
          <a:prstGeom prst="rect">
            <a:avLst/>
          </a:prstGeom>
          <a:noFill/>
          <a:ln/>
        </p:spPr>
        <p:txBody>
          <a:bodyPr wrap="square" lIns="0" tIns="0" rIns="0" bIns="0" rtlCol="0" anchor="t"/>
          <a:lstStyle/>
          <a:p>
            <a:pPr algn="ctr" indent="0" marL="0">
              <a:buNone/>
            </a:pPr>
            <a:r>
              <a:rPr lang="ko-KR" altLang="en-US" sz="750" b="1" dirty="0">
                <a:solidFill>
                  <a:srgbClr val="1C2433"/>
                </a:solidFill>
                <a:latin typeface="맑은 고딕" pitchFamily="34" charset="0"/>
                <a:ea typeface="맑은 고딕" pitchFamily="34" charset="-122"/>
                <a:cs typeface="맑은 고딕" pitchFamily="34" charset="-120"/>
              </a:rPr>
              <a:t>규칙</a:t>
            </a:r>
            <a:endParaRPr lang="ko-KR" sz="750" dirty="0"/>
          </a:p>
        </p:txBody>
      </p:sp>
      <p:sp>
        <p:nvSpPr>
          <p:cNvPr id="77" name="Shape 66"/>
          <p:cNvSpPr/>
          <p:nvPr/>
        </p:nvSpPr>
        <p:spPr>
          <a:xfrm>
            <a:off x="6806184" y="1078992"/>
            <a:ext cx="1554480" cy="310896"/>
          </a:xfrm>
          <a:prstGeom prst="roundRect">
            <a:avLst>
              <a:gd name="adj" fmla="val 50000"/>
            </a:avLst>
          </a:prstGeom>
          <a:solidFill>
            <a:srgbClr val="19B3B1"/>
          </a:solidFill>
          <a:ln/>
        </p:spPr>
      </p:sp>
      <p:sp>
        <p:nvSpPr>
          <p:cNvPr id="78" name="Text 67"/>
          <p:cNvSpPr txBox="1"/>
          <p:nvPr/>
        </p:nvSpPr>
        <p:spPr>
          <a:xfrm>
            <a:off x="6806184" y="1078992"/>
            <a:ext cx="1554480" cy="310896"/>
          </a:xfrm>
          <a:prstGeom prst="rect">
            <a:avLst/>
          </a:prstGeom>
          <a:noFill/>
          <a:ln/>
        </p:spPr>
        <p:txBody>
          <a:bodyPr wrap="square" lIns="0" tIns="0" rIns="0" bIns="0" rtlCol="0" anchor="ctr"/>
          <a:lstStyle/>
          <a:p>
            <a:pPr algn="ctr" indent="0" marL="0">
              <a:buNone/>
            </a:pPr>
            <a:r>
              <a:rPr lang="ko-KR" altLang="en-US" sz="1300" b="1" dirty="0">
                <a:solidFill>
                  <a:srgbClr val="06122A"/>
                </a:solidFill>
                <a:latin typeface="맑은 고딕" pitchFamily="34" charset="0"/>
                <a:ea typeface="맑은 고딕" pitchFamily="34" charset="-122"/>
                <a:cs typeface="맑은 고딕" pitchFamily="34" charset="-120"/>
              </a:rPr>
              <a:t>C  정보 대조</a:t>
            </a:r>
            <a:endParaRPr lang="ko-KR" sz="1300" dirty="0"/>
          </a:p>
        </p:txBody>
      </p:sp>
      <p:sp>
        <p:nvSpPr>
          <p:cNvPr id="79" name="Shape 68"/>
          <p:cNvSpPr/>
          <p:nvPr/>
        </p:nvSpPr>
        <p:spPr>
          <a:xfrm>
            <a:off x="8980932" y="3575304"/>
            <a:ext cx="182880" cy="365760"/>
          </a:xfrm>
          <a:prstGeom prst="chevron">
            <a:avLst/>
          </a:prstGeom>
          <a:solidFill>
            <a:srgbClr val="19B3B1"/>
          </a:solidFill>
          <a:ln/>
        </p:spPr>
      </p:sp>
      <p:sp>
        <p:nvSpPr>
          <p:cNvPr id="80" name="Text 69"/>
          <p:cNvSpPr txBox="1"/>
          <p:nvPr/>
        </p:nvSpPr>
        <p:spPr>
          <a:xfrm>
            <a:off x="6321552" y="6108192"/>
            <a:ext cx="2523744" cy="274320"/>
          </a:xfrm>
          <a:prstGeom prst="rect">
            <a:avLst/>
          </a:prstGeom>
          <a:noFill/>
          <a:ln/>
        </p:spPr>
        <p:txBody>
          <a:bodyPr wrap="square" lIns="0" tIns="0" rIns="0" bIns="0" rtlCol="0" anchor="t"/>
          <a:lstStyle/>
          <a:p>
            <a:pPr algn="ctr" indent="0" marL="0">
              <a:buNone/>
            </a:pPr>
            <a:r>
              <a:rPr lang="ko-KR" altLang="en-US" sz="1200" dirty="0">
                <a:solidFill>
                  <a:srgbClr val="A9BCD3"/>
                </a:solidFill>
                <a:latin typeface="맑은 고딕" pitchFamily="34" charset="0"/>
                <a:ea typeface="맑은 고딕" pitchFamily="34" charset="-122"/>
                <a:cs typeface="맑은 고딕" pitchFamily="34" charset="-120"/>
              </a:rPr>
              <a:t>발신 정보 ↔ 등록 정보 대조</a:t>
            </a:r>
            <a:endParaRPr lang="ko-KR" sz="1200" dirty="0"/>
          </a:p>
        </p:txBody>
      </p:sp>
      <p:sp>
        <p:nvSpPr>
          <p:cNvPr id="81" name="Shape 70"/>
          <p:cNvSpPr/>
          <p:nvPr/>
        </p:nvSpPr>
        <p:spPr>
          <a:xfrm>
            <a:off x="6504432" y="1481328"/>
            <a:ext cx="2157984" cy="4553712"/>
          </a:xfrm>
          <a:prstGeom prst="roundRect">
            <a:avLst>
              <a:gd name="adj" fmla="val 14000"/>
            </a:avLst>
          </a:prstGeom>
          <a:solidFill>
            <a:srgbClr val="040B17"/>
          </a:solidFill>
          <a:ln w="15875">
            <a:solidFill>
              <a:srgbClr val="3A5478"/>
            </a:solidFill>
            <a:prstDash val="solid"/>
          </a:ln>
          <a:effectLst>
            <a:outerShdw sx="100000" sy="100000" kx="0" ky="0" algn="bl" rotWithShape="0" blurRad="127000" dist="38100" dir="5400000">
              <a:srgbClr val="000000">
                <a:alpha val="35000"/>
              </a:srgbClr>
            </a:outerShdw>
          </a:effectLst>
        </p:spPr>
      </p:sp>
      <p:sp>
        <p:nvSpPr>
          <p:cNvPr id="82" name="Shape 71"/>
          <p:cNvSpPr/>
          <p:nvPr/>
        </p:nvSpPr>
        <p:spPr>
          <a:xfrm>
            <a:off x="6590751" y="1589227"/>
            <a:ext cx="1985345" cy="4337914"/>
          </a:xfrm>
          <a:prstGeom prst="roundRect">
            <a:avLst>
              <a:gd name="adj" fmla="val 10870"/>
            </a:avLst>
          </a:prstGeom>
          <a:solidFill>
            <a:srgbClr val="0B1A33"/>
          </a:solidFill>
          <a:ln/>
        </p:spPr>
      </p:sp>
      <p:sp>
        <p:nvSpPr>
          <p:cNvPr id="83" name="Text 72"/>
          <p:cNvSpPr txBox="1"/>
          <p:nvPr/>
        </p:nvSpPr>
        <p:spPr>
          <a:xfrm>
            <a:off x="6590751" y="5908853"/>
            <a:ext cx="1985345" cy="91440"/>
          </a:xfrm>
          <a:prstGeom prst="rect">
            <a:avLst/>
          </a:prstGeom>
          <a:noFill/>
          <a:ln/>
        </p:spPr>
        <p:txBody>
          <a:bodyPr wrap="square" lIns="0" tIns="0" rIns="0" bIns="0" rtlCol="0" anchor="t"/>
          <a:lstStyle/>
          <a:p>
            <a:pPr algn="ctr" indent="0" marL="0">
              <a:buNone/>
            </a:pPr>
            <a:r>
              <a:rPr lang="ko-KR" altLang="en-US" sz="550" b="1" spc="300" kern="0" dirty="0">
                <a:solidFill>
                  <a:srgbClr val="6F86A6"/>
                </a:solidFill>
                <a:latin typeface="맑은 고딕" pitchFamily="34" charset="0"/>
                <a:ea typeface="맑은 고딕" pitchFamily="34" charset="-122"/>
                <a:cs typeface="맑은 고딕" pitchFamily="34" charset="-120"/>
              </a:rPr>
              <a:t>MOCKUP</a:t>
            </a:r>
            <a:endParaRPr lang="ko-KR" sz="550" dirty="0"/>
          </a:p>
        </p:txBody>
      </p:sp>
      <p:sp>
        <p:nvSpPr>
          <p:cNvPr id="84" name="Shape 73"/>
          <p:cNvSpPr/>
          <p:nvPr/>
        </p:nvSpPr>
        <p:spPr>
          <a:xfrm>
            <a:off x="6590751" y="1589227"/>
            <a:ext cx="1985345" cy="4337914"/>
          </a:xfrm>
          <a:prstGeom prst="roundRect">
            <a:avLst>
              <a:gd name="adj" fmla="val 10870"/>
            </a:avLst>
          </a:prstGeom>
          <a:solidFill>
            <a:srgbClr val="F4F6FA"/>
          </a:solidFill>
          <a:ln/>
        </p:spPr>
      </p:sp>
      <p:sp>
        <p:nvSpPr>
          <p:cNvPr id="85" name="Shape 74"/>
          <p:cNvSpPr/>
          <p:nvPr/>
        </p:nvSpPr>
        <p:spPr>
          <a:xfrm>
            <a:off x="6590751" y="1589227"/>
            <a:ext cx="1985345" cy="566928"/>
          </a:xfrm>
          <a:prstGeom prst="roundRect">
            <a:avLst>
              <a:gd name="adj" fmla="val 38065"/>
            </a:avLst>
          </a:prstGeom>
          <a:solidFill>
            <a:srgbClr val="0B1A33"/>
          </a:solidFill>
          <a:ln/>
        </p:spPr>
      </p:sp>
      <p:sp>
        <p:nvSpPr>
          <p:cNvPr id="86" name="Shape 75"/>
          <p:cNvSpPr/>
          <p:nvPr/>
        </p:nvSpPr>
        <p:spPr>
          <a:xfrm>
            <a:off x="6590751" y="1954987"/>
            <a:ext cx="1985345" cy="201168"/>
          </a:xfrm>
          <a:prstGeom prst="rect">
            <a:avLst/>
          </a:prstGeom>
          <a:solidFill>
            <a:srgbClr val="0B1A33"/>
          </a:solidFill>
          <a:ln/>
        </p:spPr>
      </p:sp>
      <p:sp>
        <p:nvSpPr>
          <p:cNvPr id="87" name="Text 76"/>
          <p:cNvSpPr txBox="1"/>
          <p:nvPr/>
        </p:nvSpPr>
        <p:spPr>
          <a:xfrm>
            <a:off x="6737055" y="1634947"/>
            <a:ext cx="457200" cy="164592"/>
          </a:xfrm>
          <a:prstGeom prst="rect">
            <a:avLst/>
          </a:prstGeom>
          <a:noFill/>
          <a:ln/>
        </p:spPr>
        <p:txBody>
          <a:bodyPr wrap="square" lIns="0" tIns="0" rIns="0" bIns="0" rtlCol="0" anchor="t"/>
          <a:lstStyle/>
          <a:p>
            <a:pPr indent="0" marL="0">
              <a:buNone/>
            </a:pPr>
            <a:r>
              <a:rPr lang="ko-KR" altLang="en-US" sz="750" b="1" dirty="0">
                <a:solidFill>
                  <a:srgbClr val="FFFFFF"/>
                </a:solidFill>
                <a:latin typeface="맑은 고딕" pitchFamily="34" charset="0"/>
                <a:ea typeface="맑은 고딕" pitchFamily="34" charset="-122"/>
                <a:cs typeface="맑은 고딕" pitchFamily="34" charset="-120"/>
              </a:rPr>
              <a:t>9:41</a:t>
            </a:r>
            <a:endParaRPr lang="ko-KR" sz="750" dirty="0"/>
          </a:p>
        </p:txBody>
      </p:sp>
      <p:sp>
        <p:nvSpPr>
          <p:cNvPr id="88" name="Shape 77"/>
          <p:cNvSpPr/>
          <p:nvPr/>
        </p:nvSpPr>
        <p:spPr>
          <a:xfrm>
            <a:off x="7327392" y="1644091"/>
            <a:ext cx="512064" cy="137160"/>
          </a:xfrm>
          <a:prstGeom prst="roundRect">
            <a:avLst>
              <a:gd name="adj" fmla="val 50000"/>
            </a:avLst>
          </a:prstGeom>
          <a:solidFill>
            <a:srgbClr val="040B17"/>
          </a:solidFill>
          <a:ln/>
        </p:spPr>
      </p:sp>
      <p:sp>
        <p:nvSpPr>
          <p:cNvPr id="89" name="Shape 78"/>
          <p:cNvSpPr/>
          <p:nvPr/>
        </p:nvSpPr>
        <p:spPr>
          <a:xfrm>
            <a:off x="8192049" y="1666951"/>
            <a:ext cx="219456" cy="100584"/>
          </a:xfrm>
          <a:prstGeom prst="roundRect">
            <a:avLst>
              <a:gd name="adj" fmla="val 27273"/>
            </a:avLst>
          </a:prstGeom>
          <a:solidFill>
            <a:srgbClr val="FFFFFF">
              <a:alpha val="90000"/>
            </a:srgbClr>
          </a:solidFill>
          <a:ln/>
        </p:spPr>
      </p:sp>
      <p:sp>
        <p:nvSpPr>
          <p:cNvPr id="90" name="Text 79"/>
          <p:cNvSpPr txBox="1"/>
          <p:nvPr/>
        </p:nvSpPr>
        <p:spPr>
          <a:xfrm>
            <a:off x="6709623" y="1881835"/>
            <a:ext cx="1747601" cy="219456"/>
          </a:xfrm>
          <a:prstGeom prst="rect">
            <a:avLst/>
          </a:prstGeom>
          <a:noFill/>
          <a:ln/>
        </p:spPr>
        <p:txBody>
          <a:bodyPr wrap="square" lIns="0" tIns="0" rIns="0" bIns="0" rtlCol="0" anchor="ctr"/>
          <a:lstStyle/>
          <a:p>
            <a:pPr indent="0" marL="0">
              <a:buNone/>
            </a:pPr>
            <a:r>
              <a:rPr lang="ko-KR" altLang="en-US" sz="850" b="1" dirty="0">
                <a:solidFill>
                  <a:srgbClr val="FFFFFF"/>
                </a:solidFill>
                <a:latin typeface="맑은 고딕" pitchFamily="34" charset="0"/>
                <a:ea typeface="맑은 고딕" pitchFamily="34" charset="-122"/>
                <a:cs typeface="맑은 고딕" pitchFamily="34" charset="-120"/>
              </a:rPr>
              <a:t>비교 모드</a:t>
            </a:r>
            <a:endParaRPr lang="ko-KR" sz="850" dirty="0"/>
          </a:p>
        </p:txBody>
      </p:sp>
      <p:sp>
        <p:nvSpPr>
          <p:cNvPr id="91" name="Text 80"/>
          <p:cNvSpPr txBox="1"/>
          <p:nvPr/>
        </p:nvSpPr>
        <p:spPr>
          <a:xfrm>
            <a:off x="6709623" y="2247595"/>
            <a:ext cx="1747601" cy="182880"/>
          </a:xfrm>
          <a:prstGeom prst="rect">
            <a:avLst/>
          </a:prstGeom>
          <a:noFill/>
          <a:ln/>
        </p:spPr>
        <p:txBody>
          <a:bodyPr wrap="square" lIns="0" tIns="0" rIns="0" bIns="0" rtlCol="0" anchor="t"/>
          <a:lstStyle/>
          <a:p>
            <a:pPr indent="0" marL="0">
              <a:buNone/>
            </a:pPr>
            <a:r>
              <a:rPr lang="ko-KR" altLang="en-US" sz="750" b="1" dirty="0">
                <a:solidFill>
                  <a:srgbClr val="5A6576"/>
                </a:solidFill>
                <a:latin typeface="맑은 고딕" pitchFamily="34" charset="0"/>
                <a:ea typeface="맑은 고딕" pitchFamily="34" charset="-122"/>
                <a:cs typeface="맑은 고딕" pitchFamily="34" charset="-120"/>
              </a:rPr>
              <a:t>▼ 받은 메시지</a:t>
            </a:r>
            <a:endParaRPr lang="ko-KR" sz="750" dirty="0"/>
          </a:p>
        </p:txBody>
      </p:sp>
      <p:sp>
        <p:nvSpPr>
          <p:cNvPr id="92" name="Shape 81"/>
          <p:cNvSpPr/>
          <p:nvPr/>
        </p:nvSpPr>
        <p:spPr>
          <a:xfrm>
            <a:off x="6709623" y="2457907"/>
            <a:ext cx="1747601" cy="566928"/>
          </a:xfrm>
          <a:prstGeom prst="roundRect">
            <a:avLst>
              <a:gd name="adj" fmla="val 16129"/>
            </a:avLst>
          </a:prstGeom>
          <a:solidFill>
            <a:srgbClr val="FFFFFF"/>
          </a:solidFill>
          <a:ln w="28575">
            <a:solidFill>
              <a:srgbClr val="F2B33D"/>
            </a:solidFill>
            <a:prstDash val="solid"/>
          </a:ln>
        </p:spPr>
      </p:sp>
      <p:sp>
        <p:nvSpPr>
          <p:cNvPr id="93" name="Text 82"/>
          <p:cNvSpPr txBox="1"/>
          <p:nvPr/>
        </p:nvSpPr>
        <p:spPr>
          <a:xfrm>
            <a:off x="6801063" y="2494483"/>
            <a:ext cx="914400" cy="146304"/>
          </a:xfrm>
          <a:prstGeom prst="rect">
            <a:avLst/>
          </a:prstGeom>
          <a:noFill/>
          <a:ln/>
        </p:spPr>
        <p:txBody>
          <a:bodyPr wrap="square" lIns="0" tIns="0" rIns="0" bIns="0" rtlCol="0" anchor="t"/>
          <a:lstStyle/>
          <a:p>
            <a:pPr indent="0" marL="0">
              <a:buNone/>
            </a:pPr>
            <a:r>
              <a:rPr lang="ko-KR" altLang="en-US" sz="700" dirty="0">
                <a:solidFill>
                  <a:srgbClr val="5A6576"/>
                </a:solidFill>
                <a:latin typeface="맑은 고딕" pitchFamily="34" charset="0"/>
                <a:ea typeface="맑은 고딕" pitchFamily="34" charset="-122"/>
                <a:cs typeface="맑은 고딕" pitchFamily="34" charset="-120"/>
              </a:rPr>
              <a:t>보낸 사람</a:t>
            </a:r>
            <a:endParaRPr lang="ko-KR" sz="700" dirty="0"/>
          </a:p>
        </p:txBody>
      </p:sp>
      <p:sp>
        <p:nvSpPr>
          <p:cNvPr id="94" name="Text 83"/>
          <p:cNvSpPr txBox="1"/>
          <p:nvPr/>
        </p:nvSpPr>
        <p:spPr>
          <a:xfrm>
            <a:off x="6801063" y="2668219"/>
            <a:ext cx="1564721" cy="274320"/>
          </a:xfrm>
          <a:prstGeom prst="rect">
            <a:avLst/>
          </a:prstGeom>
          <a:noFill/>
          <a:ln/>
        </p:spPr>
        <p:txBody>
          <a:bodyPr wrap="square" lIns="0" tIns="0" rIns="0" bIns="0" rtlCol="0" anchor="t"/>
          <a:lstStyle/>
          <a:p>
            <a:pPr indent="0" marL="0">
              <a:buNone/>
            </a:pPr>
            <a:r>
              <a:rPr lang="ko-KR" altLang="en-US" sz="850" b="1" dirty="0">
                <a:solidFill>
                  <a:srgbClr val="1C2433"/>
                </a:solidFill>
                <a:latin typeface="맑은 고딕" pitchFamily="34" charset="0"/>
                <a:ea typeface="맑은 고딕" pitchFamily="34" charset="-122"/>
                <a:cs typeface="맑은 고딕" pitchFamily="34" charset="-120"/>
              </a:rPr>
              <a:t>help@nuri-help.example</a:t>
            </a:r>
            <a:endParaRPr lang="ko-KR" sz="850" dirty="0"/>
          </a:p>
        </p:txBody>
      </p:sp>
      <p:sp>
        <p:nvSpPr>
          <p:cNvPr id="95" name="Shape 84"/>
          <p:cNvSpPr/>
          <p:nvPr/>
        </p:nvSpPr>
        <p:spPr>
          <a:xfrm>
            <a:off x="7309104" y="3125419"/>
            <a:ext cx="548640" cy="45720"/>
          </a:xfrm>
          <a:prstGeom prst="roundRect">
            <a:avLst>
              <a:gd name="adj" fmla="val 50000"/>
            </a:avLst>
          </a:prstGeom>
          <a:solidFill>
            <a:srgbClr val="9AA8BA"/>
          </a:solidFill>
          <a:ln/>
        </p:spPr>
      </p:sp>
      <p:sp>
        <p:nvSpPr>
          <p:cNvPr id="96" name="Shape 85"/>
          <p:cNvSpPr/>
          <p:nvPr/>
        </p:nvSpPr>
        <p:spPr>
          <a:xfrm>
            <a:off x="6755343" y="3253435"/>
            <a:ext cx="1656161" cy="292608"/>
          </a:xfrm>
          <a:prstGeom prst="roundRect">
            <a:avLst>
              <a:gd name="adj" fmla="val 50000"/>
            </a:avLst>
          </a:prstGeom>
          <a:solidFill>
            <a:srgbClr val="F2B33D"/>
          </a:solidFill>
          <a:ln/>
        </p:spPr>
      </p:sp>
      <p:sp>
        <p:nvSpPr>
          <p:cNvPr id="97" name="Text 86"/>
          <p:cNvSpPr txBox="1"/>
          <p:nvPr/>
        </p:nvSpPr>
        <p:spPr>
          <a:xfrm>
            <a:off x="6755343" y="3253435"/>
            <a:ext cx="1656161" cy="292608"/>
          </a:xfrm>
          <a:prstGeom prst="rect">
            <a:avLst/>
          </a:prstGeom>
          <a:noFill/>
          <a:ln/>
        </p:spPr>
        <p:txBody>
          <a:bodyPr wrap="square" lIns="0" tIns="0" rIns="0" bIns="0" rtlCol="0" anchor="ctr"/>
          <a:lstStyle/>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 불일치 · 도메인이 달라요</a:t>
            </a:r>
            <a:endParaRPr lang="ko-KR" sz="850" dirty="0"/>
          </a:p>
        </p:txBody>
      </p:sp>
      <p:sp>
        <p:nvSpPr>
          <p:cNvPr id="98" name="Text 87"/>
          <p:cNvSpPr txBox="1"/>
          <p:nvPr/>
        </p:nvSpPr>
        <p:spPr>
          <a:xfrm>
            <a:off x="6709623" y="3646627"/>
            <a:ext cx="1747601" cy="182880"/>
          </a:xfrm>
          <a:prstGeom prst="rect">
            <a:avLst/>
          </a:prstGeom>
          <a:noFill/>
          <a:ln/>
        </p:spPr>
        <p:txBody>
          <a:bodyPr wrap="square" lIns="0" tIns="0" rIns="0" bIns="0" rtlCol="0" anchor="t"/>
          <a:lstStyle/>
          <a:p>
            <a:pPr indent="0" marL="0">
              <a:buNone/>
            </a:pPr>
            <a:r>
              <a:rPr lang="ko-KR" altLang="en-US" sz="750" b="1" dirty="0">
                <a:solidFill>
                  <a:srgbClr val="5A6576"/>
                </a:solidFill>
                <a:latin typeface="맑은 고딕" pitchFamily="34" charset="0"/>
                <a:ea typeface="맑은 고딕" pitchFamily="34" charset="-122"/>
                <a:cs typeface="맑은 고딕" pitchFamily="34" charset="-120"/>
              </a:rPr>
              <a:t>▲ 등록 연락처</a:t>
            </a:r>
            <a:endParaRPr lang="ko-KR" sz="750" dirty="0"/>
          </a:p>
        </p:txBody>
      </p:sp>
      <p:sp>
        <p:nvSpPr>
          <p:cNvPr id="99" name="Shape 88"/>
          <p:cNvSpPr/>
          <p:nvPr/>
        </p:nvSpPr>
        <p:spPr>
          <a:xfrm>
            <a:off x="6709623" y="3856939"/>
            <a:ext cx="1747601" cy="566928"/>
          </a:xfrm>
          <a:prstGeom prst="roundRect">
            <a:avLst>
              <a:gd name="adj" fmla="val 16129"/>
            </a:avLst>
          </a:prstGeom>
          <a:solidFill>
            <a:srgbClr val="FFFFFF"/>
          </a:solidFill>
          <a:ln w="28575">
            <a:solidFill>
              <a:srgbClr val="F2B33D"/>
            </a:solidFill>
            <a:prstDash val="solid"/>
          </a:ln>
        </p:spPr>
      </p:sp>
      <p:sp>
        <p:nvSpPr>
          <p:cNvPr id="100" name="Text 89"/>
          <p:cNvSpPr txBox="1"/>
          <p:nvPr/>
        </p:nvSpPr>
        <p:spPr>
          <a:xfrm>
            <a:off x="6801063" y="3893515"/>
            <a:ext cx="1564721" cy="146304"/>
          </a:xfrm>
          <a:prstGeom prst="rect">
            <a:avLst/>
          </a:prstGeom>
          <a:noFill/>
          <a:ln/>
        </p:spPr>
        <p:txBody>
          <a:bodyPr wrap="square" lIns="0" tIns="0" rIns="0" bIns="0" rtlCol="0" anchor="t"/>
          <a:lstStyle/>
          <a:p>
            <a:pPr indent="0" marL="0">
              <a:buNone/>
            </a:pPr>
            <a:r>
              <a:rPr lang="ko-KR" altLang="en-US" sz="700" dirty="0">
                <a:solidFill>
                  <a:srgbClr val="5A6576"/>
                </a:solidFill>
                <a:latin typeface="맑은 고딕" pitchFamily="34" charset="0"/>
                <a:ea typeface="맑은 고딕" pitchFamily="34" charset="-122"/>
                <a:cs typeface="맑은 고딕" pitchFamily="34" charset="-120"/>
              </a:rPr>
              <a:t>누리중 학교 지원팀 (공식)</a:t>
            </a:r>
            <a:endParaRPr lang="ko-KR" sz="700" dirty="0"/>
          </a:p>
        </p:txBody>
      </p:sp>
      <p:sp>
        <p:nvSpPr>
          <p:cNvPr id="101" name="Text 90"/>
          <p:cNvSpPr txBox="1"/>
          <p:nvPr/>
        </p:nvSpPr>
        <p:spPr>
          <a:xfrm>
            <a:off x="6801063" y="4067251"/>
            <a:ext cx="1564721" cy="274320"/>
          </a:xfrm>
          <a:prstGeom prst="rect">
            <a:avLst/>
          </a:prstGeom>
          <a:noFill/>
          <a:ln/>
        </p:spPr>
        <p:txBody>
          <a:bodyPr wrap="square" lIns="0" tIns="0" rIns="0" bIns="0" rtlCol="0" anchor="t"/>
          <a:lstStyle/>
          <a:p>
            <a:pPr indent="0" marL="0">
              <a:buNone/>
            </a:pPr>
            <a:r>
              <a:rPr lang="ko-KR" altLang="en-US" sz="850" b="1" dirty="0">
                <a:solidFill>
                  <a:srgbClr val="1C2433"/>
                </a:solidFill>
                <a:latin typeface="맑은 고딕" pitchFamily="34" charset="0"/>
                <a:ea typeface="맑은 고딕" pitchFamily="34" charset="-122"/>
                <a:cs typeface="맑은 고딕" pitchFamily="34" charset="-120"/>
              </a:rPr>
              <a:t>help@baeumteo.example</a:t>
            </a:r>
            <a:endParaRPr lang="ko-KR" sz="850" dirty="0"/>
          </a:p>
        </p:txBody>
      </p:sp>
      <p:sp>
        <p:nvSpPr>
          <p:cNvPr id="102" name="Text 91"/>
          <p:cNvSpPr txBox="1"/>
          <p:nvPr/>
        </p:nvSpPr>
        <p:spPr>
          <a:xfrm>
            <a:off x="6709623" y="4561027"/>
            <a:ext cx="1747601" cy="182880"/>
          </a:xfrm>
          <a:prstGeom prst="rect">
            <a:avLst/>
          </a:prstGeom>
          <a:noFill/>
          <a:ln/>
        </p:spPr>
        <p:txBody>
          <a:bodyPr wrap="square" lIns="0" tIns="0" rIns="0" bIns="0" rtlCol="0" anchor="t"/>
          <a:lstStyle/>
          <a:p>
            <a:pPr indent="0" marL="0">
              <a:buNone/>
            </a:pPr>
            <a:r>
              <a:rPr lang="ko-KR" altLang="en-US" sz="750" b="1" dirty="0">
                <a:solidFill>
                  <a:srgbClr val="5A6576"/>
                </a:solidFill>
                <a:latin typeface="맑은 고딕" pitchFamily="34" charset="0"/>
                <a:ea typeface="맑은 고딕" pitchFamily="34" charset="-122"/>
                <a:cs typeface="맑은 고딕" pitchFamily="34" charset="-120"/>
              </a:rPr>
              <a:t>근거 트레이</a:t>
            </a:r>
            <a:endParaRPr lang="ko-KR" sz="750" dirty="0"/>
          </a:p>
        </p:txBody>
      </p:sp>
      <p:sp>
        <p:nvSpPr>
          <p:cNvPr id="103" name="Shape 92"/>
          <p:cNvSpPr/>
          <p:nvPr/>
        </p:nvSpPr>
        <p:spPr>
          <a:xfrm>
            <a:off x="6709623" y="4789627"/>
            <a:ext cx="850392" cy="246888"/>
          </a:xfrm>
          <a:prstGeom prst="roundRect">
            <a:avLst>
              <a:gd name="adj" fmla="val 50000"/>
            </a:avLst>
          </a:prstGeom>
          <a:solidFill>
            <a:srgbClr val="F2B33D"/>
          </a:solidFill>
          <a:ln/>
        </p:spPr>
      </p:sp>
      <p:sp>
        <p:nvSpPr>
          <p:cNvPr id="104" name="Text 93"/>
          <p:cNvSpPr txBox="1"/>
          <p:nvPr/>
        </p:nvSpPr>
        <p:spPr>
          <a:xfrm>
            <a:off x="6709623" y="4789627"/>
            <a:ext cx="850392" cy="246888"/>
          </a:xfrm>
          <a:prstGeom prst="rect">
            <a:avLst/>
          </a:prstGeom>
          <a:noFill/>
          <a:ln/>
        </p:spPr>
        <p:txBody>
          <a:bodyPr wrap="square" lIns="0" tIns="0" rIns="0" bIns="0" rtlCol="0" anchor="ctr"/>
          <a:lstStyle/>
          <a:p>
            <a:pPr algn="ctr" indent="0" marL="0">
              <a:buNone/>
            </a:pPr>
            <a:r>
              <a:rPr lang="ko-KR" altLang="en-US" sz="750" b="1" dirty="0">
                <a:solidFill>
                  <a:srgbClr val="0B1A33"/>
                </a:solidFill>
                <a:latin typeface="맑은 고딕" pitchFamily="34" charset="0"/>
                <a:ea typeface="맑은 고딕" pitchFamily="34" charset="-122"/>
                <a:cs typeface="맑은 고딕" pitchFamily="34" charset="-120"/>
              </a:rPr>
              <a:t>도메인 불일치</a:t>
            </a:r>
            <a:endParaRPr lang="ko-KR" sz="750" dirty="0"/>
          </a:p>
        </p:txBody>
      </p:sp>
      <p:sp>
        <p:nvSpPr>
          <p:cNvPr id="105" name="Shape 94"/>
          <p:cNvSpPr/>
          <p:nvPr/>
        </p:nvSpPr>
        <p:spPr>
          <a:xfrm>
            <a:off x="7614879" y="4789627"/>
            <a:ext cx="850392" cy="246888"/>
          </a:xfrm>
          <a:prstGeom prst="roundRect">
            <a:avLst>
              <a:gd name="adj" fmla="val 50000"/>
            </a:avLst>
          </a:prstGeom>
          <a:solidFill>
            <a:srgbClr val="FF6B5E"/>
          </a:solidFill>
          <a:ln/>
        </p:spPr>
      </p:sp>
      <p:sp>
        <p:nvSpPr>
          <p:cNvPr id="106" name="Text 95"/>
          <p:cNvSpPr txBox="1"/>
          <p:nvPr/>
        </p:nvSpPr>
        <p:spPr>
          <a:xfrm>
            <a:off x="7614879" y="4789627"/>
            <a:ext cx="850392" cy="246888"/>
          </a:xfrm>
          <a:prstGeom prst="rect">
            <a:avLst/>
          </a:prstGeom>
          <a:noFill/>
          <a:ln/>
        </p:spPr>
        <p:txBody>
          <a:bodyPr wrap="square" lIns="0" tIns="0" rIns="0" bIns="0" rtlCol="0" anchor="ctr"/>
          <a:lstStyle/>
          <a:p>
            <a:pPr algn="ctr" indent="0" marL="0">
              <a:buNone/>
            </a:pPr>
            <a:r>
              <a:rPr lang="ko-KR" altLang="en-US" sz="750" b="1" dirty="0">
                <a:solidFill>
                  <a:srgbClr val="0B1A33"/>
                </a:solidFill>
                <a:latin typeface="맑은 고딕" pitchFamily="34" charset="0"/>
                <a:ea typeface="맑은 고딕" pitchFamily="34" charset="-122"/>
                <a:cs typeface="맑은 고딕" pitchFamily="34" charset="-120"/>
              </a:rPr>
              <a:t>비밀번호 요구</a:t>
            </a:r>
            <a:endParaRPr lang="ko-KR" sz="750" dirty="0"/>
          </a:p>
        </p:txBody>
      </p:sp>
      <p:sp>
        <p:nvSpPr>
          <p:cNvPr id="107" name="Shape 96"/>
          <p:cNvSpPr/>
          <p:nvPr/>
        </p:nvSpPr>
        <p:spPr>
          <a:xfrm>
            <a:off x="6709623" y="5323637"/>
            <a:ext cx="837225" cy="402336"/>
          </a:xfrm>
          <a:prstGeom prst="roundRect">
            <a:avLst>
              <a:gd name="adj" fmla="val 22727"/>
            </a:avLst>
          </a:prstGeom>
          <a:solidFill>
            <a:srgbClr val="FFFFFF"/>
          </a:solidFill>
          <a:ln w="15875">
            <a:solidFill>
              <a:srgbClr val="14284B"/>
            </a:solidFill>
            <a:prstDash val="solid"/>
          </a:ln>
        </p:spPr>
      </p:sp>
      <p:sp>
        <p:nvSpPr>
          <p:cNvPr id="108" name="Text 97"/>
          <p:cNvSpPr txBox="1"/>
          <p:nvPr/>
        </p:nvSpPr>
        <p:spPr>
          <a:xfrm>
            <a:off x="6709623" y="5323637"/>
            <a:ext cx="837225" cy="402336"/>
          </a:xfrm>
          <a:prstGeom prst="rect">
            <a:avLst/>
          </a:prstGeom>
          <a:noFill/>
          <a:ln/>
        </p:spPr>
        <p:txBody>
          <a:bodyPr wrap="square" lIns="0" tIns="0" rIns="0" bIns="0" rtlCol="0" anchor="ctr"/>
          <a:lstStyle/>
          <a:p>
            <a:pPr algn="ctr" indent="0" marL="0">
              <a:buNone/>
            </a:pPr>
            <a:r>
              <a:rPr lang="ko-KR" altLang="en-US" sz="850" b="1" dirty="0">
                <a:solidFill>
                  <a:srgbClr val="14284B"/>
                </a:solidFill>
                <a:latin typeface="맑은 고딕" pitchFamily="34" charset="0"/>
                <a:ea typeface="맑은 고딕" pitchFamily="34" charset="-122"/>
                <a:cs typeface="맑은 고딕" pitchFamily="34" charset="-120"/>
              </a:rPr>
              <a:t>+ 추가 문서</a:t>
            </a:r>
            <a:endParaRPr lang="ko-KR" sz="850" dirty="0"/>
          </a:p>
        </p:txBody>
      </p:sp>
      <p:sp>
        <p:nvSpPr>
          <p:cNvPr id="109" name="Shape 98"/>
          <p:cNvSpPr/>
          <p:nvPr/>
        </p:nvSpPr>
        <p:spPr>
          <a:xfrm>
            <a:off x="7620000" y="5323637"/>
            <a:ext cx="837225" cy="402336"/>
          </a:xfrm>
          <a:prstGeom prst="roundRect">
            <a:avLst>
              <a:gd name="adj" fmla="val 22727"/>
            </a:avLst>
          </a:prstGeom>
          <a:solidFill>
            <a:srgbClr val="14284B"/>
          </a:solidFill>
          <a:ln/>
        </p:spPr>
      </p:sp>
      <p:sp>
        <p:nvSpPr>
          <p:cNvPr id="110" name="Text 99"/>
          <p:cNvSpPr txBox="1"/>
          <p:nvPr/>
        </p:nvSpPr>
        <p:spPr>
          <a:xfrm>
            <a:off x="7620000" y="5323637"/>
            <a:ext cx="837225" cy="402336"/>
          </a:xfrm>
          <a:prstGeom prst="rect">
            <a:avLst/>
          </a:prstGeom>
          <a:noFill/>
          <a:ln/>
        </p:spPr>
        <p:txBody>
          <a:bodyPr wrap="square" lIns="0" tIns="0" rIns="0" bIns="0" rtlCol="0" anchor="ctr"/>
          <a:lstStyle/>
          <a:p>
            <a:pPr algn="ctr" indent="0" marL="0">
              <a:buNone/>
            </a:pPr>
            <a:r>
              <a:rPr lang="ko-KR" altLang="en-US" sz="850" b="1" dirty="0">
                <a:solidFill>
                  <a:srgbClr val="FFFFFF"/>
                </a:solidFill>
                <a:latin typeface="맑은 고딕" pitchFamily="34" charset="0"/>
                <a:ea typeface="맑은 고딕" pitchFamily="34" charset="-122"/>
                <a:cs typeface="맑은 고딕" pitchFamily="34" charset="-120"/>
              </a:rPr>
              <a:t>근거 선택</a:t>
            </a:r>
            <a:endParaRPr lang="ko-KR" sz="850" dirty="0"/>
          </a:p>
        </p:txBody>
      </p:sp>
      <p:sp>
        <p:nvSpPr>
          <p:cNvPr id="111" name="Shape 100"/>
          <p:cNvSpPr/>
          <p:nvPr/>
        </p:nvSpPr>
        <p:spPr>
          <a:xfrm>
            <a:off x="9784080" y="1078992"/>
            <a:ext cx="1554480" cy="310896"/>
          </a:xfrm>
          <a:prstGeom prst="roundRect">
            <a:avLst>
              <a:gd name="adj" fmla="val 50000"/>
            </a:avLst>
          </a:prstGeom>
          <a:solidFill>
            <a:srgbClr val="19B3B1"/>
          </a:solidFill>
          <a:ln/>
        </p:spPr>
      </p:sp>
      <p:sp>
        <p:nvSpPr>
          <p:cNvPr id="112" name="Text 101"/>
          <p:cNvSpPr txBox="1"/>
          <p:nvPr/>
        </p:nvSpPr>
        <p:spPr>
          <a:xfrm>
            <a:off x="9784080" y="1078992"/>
            <a:ext cx="1554480" cy="310896"/>
          </a:xfrm>
          <a:prstGeom prst="rect">
            <a:avLst/>
          </a:prstGeom>
          <a:noFill/>
          <a:ln/>
        </p:spPr>
        <p:txBody>
          <a:bodyPr wrap="square" lIns="0" tIns="0" rIns="0" bIns="0" rtlCol="0" anchor="ctr"/>
          <a:lstStyle/>
          <a:p>
            <a:pPr algn="ctr" indent="0" marL="0">
              <a:buNone/>
            </a:pPr>
            <a:r>
              <a:rPr lang="ko-KR" altLang="en-US" sz="1300" b="1" dirty="0">
                <a:solidFill>
                  <a:srgbClr val="06122A"/>
                </a:solidFill>
                <a:latin typeface="맑은 고딕" pitchFamily="34" charset="0"/>
                <a:ea typeface="맑은 고딕" pitchFamily="34" charset="-122"/>
                <a:cs typeface="맑은 고딕" pitchFamily="34" charset="-120"/>
              </a:rPr>
              <a:t>D  최종 판정</a:t>
            </a:r>
            <a:endParaRPr lang="ko-KR" sz="1300" dirty="0"/>
          </a:p>
        </p:txBody>
      </p:sp>
      <p:sp>
        <p:nvSpPr>
          <p:cNvPr id="113" name="Text 102"/>
          <p:cNvSpPr txBox="1"/>
          <p:nvPr/>
        </p:nvSpPr>
        <p:spPr>
          <a:xfrm>
            <a:off x="9299448" y="6108192"/>
            <a:ext cx="2523744" cy="274320"/>
          </a:xfrm>
          <a:prstGeom prst="rect">
            <a:avLst/>
          </a:prstGeom>
          <a:noFill/>
          <a:ln/>
        </p:spPr>
        <p:txBody>
          <a:bodyPr wrap="square" lIns="0" tIns="0" rIns="0" bIns="0" rtlCol="0" anchor="t"/>
          <a:lstStyle/>
          <a:p>
            <a:pPr algn="ctr" indent="0" marL="0">
              <a:buNone/>
            </a:pPr>
            <a:r>
              <a:rPr lang="ko-KR" altLang="en-US" sz="1200" dirty="0">
                <a:solidFill>
                  <a:srgbClr val="A9BCD3"/>
                </a:solidFill>
                <a:latin typeface="맑은 고딕" pitchFamily="34" charset="0"/>
                <a:ea typeface="맑은 고딕" pitchFamily="34" charset="-122"/>
                <a:cs typeface="맑은 고딕" pitchFamily="34" charset="-120"/>
              </a:rPr>
              <a:t>하단 버튼 판정 → 결과·해설</a:t>
            </a:r>
            <a:endParaRPr lang="ko-KR" sz="1200" dirty="0"/>
          </a:p>
        </p:txBody>
      </p:sp>
      <p:sp>
        <p:nvSpPr>
          <p:cNvPr id="114" name="Shape 103"/>
          <p:cNvSpPr/>
          <p:nvPr/>
        </p:nvSpPr>
        <p:spPr>
          <a:xfrm>
            <a:off x="9482328" y="1481328"/>
            <a:ext cx="2157984" cy="4553712"/>
          </a:xfrm>
          <a:prstGeom prst="roundRect">
            <a:avLst>
              <a:gd name="adj" fmla="val 14000"/>
            </a:avLst>
          </a:prstGeom>
          <a:solidFill>
            <a:srgbClr val="040B17"/>
          </a:solidFill>
          <a:ln w="15875">
            <a:solidFill>
              <a:srgbClr val="3A5478"/>
            </a:solidFill>
            <a:prstDash val="solid"/>
          </a:ln>
          <a:effectLst>
            <a:outerShdw sx="100000" sy="100000" kx="0" ky="0" algn="bl" rotWithShape="0" blurRad="127000" dist="38100" dir="5400000">
              <a:srgbClr val="000000">
                <a:alpha val="35000"/>
              </a:srgbClr>
            </a:outerShdw>
          </a:effectLst>
        </p:spPr>
      </p:sp>
      <p:sp>
        <p:nvSpPr>
          <p:cNvPr id="115" name="Shape 104"/>
          <p:cNvSpPr/>
          <p:nvPr/>
        </p:nvSpPr>
        <p:spPr>
          <a:xfrm>
            <a:off x="9568647" y="1589227"/>
            <a:ext cx="1985345" cy="4337914"/>
          </a:xfrm>
          <a:prstGeom prst="roundRect">
            <a:avLst>
              <a:gd name="adj" fmla="val 10870"/>
            </a:avLst>
          </a:prstGeom>
          <a:solidFill>
            <a:srgbClr val="0B1A33"/>
          </a:solidFill>
          <a:ln/>
        </p:spPr>
      </p:sp>
      <p:sp>
        <p:nvSpPr>
          <p:cNvPr id="116" name="Text 105"/>
          <p:cNvSpPr txBox="1"/>
          <p:nvPr/>
        </p:nvSpPr>
        <p:spPr>
          <a:xfrm>
            <a:off x="9568647" y="5908853"/>
            <a:ext cx="1985345" cy="91440"/>
          </a:xfrm>
          <a:prstGeom prst="rect">
            <a:avLst/>
          </a:prstGeom>
          <a:noFill/>
          <a:ln/>
        </p:spPr>
        <p:txBody>
          <a:bodyPr wrap="square" lIns="0" tIns="0" rIns="0" bIns="0" rtlCol="0" anchor="t"/>
          <a:lstStyle/>
          <a:p>
            <a:pPr algn="ctr" indent="0" marL="0">
              <a:buNone/>
            </a:pPr>
            <a:r>
              <a:rPr lang="ko-KR" altLang="en-US" sz="550" b="1" spc="300" kern="0" dirty="0">
                <a:solidFill>
                  <a:srgbClr val="6F86A6"/>
                </a:solidFill>
                <a:latin typeface="맑은 고딕" pitchFamily="34" charset="0"/>
                <a:ea typeface="맑은 고딕" pitchFamily="34" charset="-122"/>
                <a:cs typeface="맑은 고딕" pitchFamily="34" charset="-120"/>
              </a:rPr>
              <a:t>MOCKUP</a:t>
            </a:r>
            <a:endParaRPr lang="ko-KR" sz="550" dirty="0"/>
          </a:p>
        </p:txBody>
      </p:sp>
      <p:sp>
        <p:nvSpPr>
          <p:cNvPr id="117" name="Shape 106"/>
          <p:cNvSpPr/>
          <p:nvPr/>
        </p:nvSpPr>
        <p:spPr>
          <a:xfrm>
            <a:off x="9568647" y="1589227"/>
            <a:ext cx="1985345" cy="4337914"/>
          </a:xfrm>
          <a:prstGeom prst="roundRect">
            <a:avLst>
              <a:gd name="adj" fmla="val 10870"/>
            </a:avLst>
          </a:prstGeom>
          <a:solidFill>
            <a:srgbClr val="C9D3E0"/>
          </a:solidFill>
          <a:ln/>
        </p:spPr>
      </p:sp>
      <p:sp>
        <p:nvSpPr>
          <p:cNvPr id="118" name="Text 107"/>
          <p:cNvSpPr txBox="1"/>
          <p:nvPr/>
        </p:nvSpPr>
        <p:spPr>
          <a:xfrm>
            <a:off x="9714951" y="1634947"/>
            <a:ext cx="457200" cy="164592"/>
          </a:xfrm>
          <a:prstGeom prst="rect">
            <a:avLst/>
          </a:prstGeom>
          <a:noFill/>
          <a:ln/>
        </p:spPr>
        <p:txBody>
          <a:bodyPr wrap="square" lIns="0" tIns="0" rIns="0" bIns="0" rtlCol="0" anchor="t"/>
          <a:lstStyle/>
          <a:p>
            <a:pPr indent="0" marL="0">
              <a:buNone/>
            </a:pPr>
            <a:r>
              <a:rPr lang="ko-KR" altLang="en-US" sz="750" b="1" dirty="0">
                <a:solidFill>
                  <a:srgbClr val="1C2433"/>
                </a:solidFill>
                <a:latin typeface="맑은 고딕" pitchFamily="34" charset="0"/>
                <a:ea typeface="맑은 고딕" pitchFamily="34" charset="-122"/>
                <a:cs typeface="맑은 고딕" pitchFamily="34" charset="-120"/>
              </a:rPr>
              <a:t>9:41</a:t>
            </a:r>
            <a:endParaRPr lang="ko-KR" sz="750" dirty="0"/>
          </a:p>
        </p:txBody>
      </p:sp>
      <p:sp>
        <p:nvSpPr>
          <p:cNvPr id="119" name="Shape 108"/>
          <p:cNvSpPr/>
          <p:nvPr/>
        </p:nvSpPr>
        <p:spPr>
          <a:xfrm>
            <a:off x="10305288" y="1644091"/>
            <a:ext cx="512064" cy="137160"/>
          </a:xfrm>
          <a:prstGeom prst="roundRect">
            <a:avLst>
              <a:gd name="adj" fmla="val 50000"/>
            </a:avLst>
          </a:prstGeom>
          <a:solidFill>
            <a:srgbClr val="040B17"/>
          </a:solidFill>
          <a:ln/>
        </p:spPr>
      </p:sp>
      <p:sp>
        <p:nvSpPr>
          <p:cNvPr id="120" name="Shape 109"/>
          <p:cNvSpPr/>
          <p:nvPr/>
        </p:nvSpPr>
        <p:spPr>
          <a:xfrm>
            <a:off x="11169945" y="1666951"/>
            <a:ext cx="219456" cy="100584"/>
          </a:xfrm>
          <a:prstGeom prst="roundRect">
            <a:avLst>
              <a:gd name="adj" fmla="val 27273"/>
            </a:avLst>
          </a:prstGeom>
          <a:solidFill>
            <a:srgbClr val="1C2433">
              <a:alpha val="90000"/>
            </a:srgbClr>
          </a:solidFill>
          <a:ln/>
        </p:spPr>
      </p:sp>
      <p:sp>
        <p:nvSpPr>
          <p:cNvPr id="121" name="Text 110"/>
          <p:cNvSpPr txBox="1"/>
          <p:nvPr/>
        </p:nvSpPr>
        <p:spPr>
          <a:xfrm>
            <a:off x="9687519" y="1881835"/>
            <a:ext cx="1747601" cy="219456"/>
          </a:xfrm>
          <a:prstGeom prst="rect">
            <a:avLst/>
          </a:prstGeom>
          <a:noFill/>
          <a:ln/>
        </p:spPr>
        <p:txBody>
          <a:bodyPr wrap="square" lIns="0" tIns="0" rIns="0" bIns="0" rtlCol="0" anchor="ctr"/>
          <a:lstStyle/>
          <a:p>
            <a:pPr indent="0" marL="0">
              <a:buNone/>
            </a:pPr>
            <a:r>
              <a:rPr lang="ko-KR" altLang="en-US" sz="850" b="1" dirty="0">
                <a:solidFill>
                  <a:srgbClr val="1C2433"/>
                </a:solidFill>
                <a:latin typeface="맑은 고딕" pitchFamily="34" charset="0"/>
                <a:ea typeface="맑은 고딕" pitchFamily="34" charset="-122"/>
                <a:cs typeface="맑은 고딕" pitchFamily="34" charset="-120"/>
              </a:rPr>
              <a:t>사건 2/6</a:t>
            </a:r>
            <a:endParaRPr lang="ko-KR" sz="850" dirty="0"/>
          </a:p>
        </p:txBody>
      </p:sp>
      <p:sp>
        <p:nvSpPr>
          <p:cNvPr id="122" name="Shape 111"/>
          <p:cNvSpPr/>
          <p:nvPr/>
        </p:nvSpPr>
        <p:spPr>
          <a:xfrm>
            <a:off x="9623511" y="2229307"/>
            <a:ext cx="1875617" cy="2697480"/>
          </a:xfrm>
          <a:prstGeom prst="roundRect">
            <a:avLst>
              <a:gd name="adj" fmla="val 7800"/>
            </a:avLst>
          </a:prstGeom>
          <a:solidFill>
            <a:srgbClr val="FFFFFF"/>
          </a:solidFill>
          <a:ln/>
          <a:effectLst>
            <a:outerShdw sx="100000" sy="100000" kx="0" ky="0" algn="bl" rotWithShape="0" blurRad="127000" dist="38100" dir="5400000">
              <a:srgbClr val="000000">
                <a:alpha val="35000"/>
              </a:srgbClr>
            </a:outerShdw>
          </a:effectLst>
        </p:spPr>
      </p:sp>
      <p:pic>
        <p:nvPicPr>
          <p:cNvPr id="123" name="Image 9" descr="preencoded.png">    </p:cNvPr>
          <p:cNvPicPr>
            <a:picLocks noChangeAspect="1"/>
          </p:cNvPicPr>
          <p:nvPr/>
        </p:nvPicPr>
        <p:blipFill>
          <a:blip r:embed="rId10"/>
          <a:stretch>
            <a:fillRect/>
          </a:stretch>
        </p:blipFill>
        <p:spPr>
          <a:xfrm>
            <a:off x="10287000" y="2375611"/>
            <a:ext cx="548640" cy="548640"/>
          </a:xfrm>
          <a:prstGeom prst="rect">
            <a:avLst/>
          </a:prstGeom>
        </p:spPr>
      </p:pic>
      <p:sp>
        <p:nvSpPr>
          <p:cNvPr id="124" name="Text 112"/>
          <p:cNvSpPr txBox="1"/>
          <p:nvPr/>
        </p:nvSpPr>
        <p:spPr>
          <a:xfrm>
            <a:off x="9568647" y="3006547"/>
            <a:ext cx="1985345" cy="274320"/>
          </a:xfrm>
          <a:prstGeom prst="rect">
            <a:avLst/>
          </a:prstGeom>
          <a:noFill/>
          <a:ln/>
        </p:spPr>
        <p:txBody>
          <a:bodyPr wrap="square" lIns="0" tIns="0" rIns="0" bIns="0" rtlCol="0" anchor="t"/>
          <a:lstStyle/>
          <a:p>
            <a:pPr algn="ctr" indent="0" marL="0">
              <a:buNone/>
            </a:pPr>
            <a:r>
              <a:rPr lang="ko-KR" altLang="en-US" sz="1200" b="1" dirty="0">
                <a:solidFill>
                  <a:srgbClr val="1C2433"/>
                </a:solidFill>
                <a:latin typeface="맑은 고딕" pitchFamily="34" charset="0"/>
                <a:ea typeface="맑은 고딕" pitchFamily="34" charset="-122"/>
                <a:cs typeface="맑은 고딕" pitchFamily="34" charset="-120"/>
              </a:rPr>
              <a:t>정확한 판단이에요!</a:t>
            </a:r>
            <a:endParaRPr lang="ko-KR" sz="1200" dirty="0"/>
          </a:p>
        </p:txBody>
      </p:sp>
      <p:sp>
        <p:nvSpPr>
          <p:cNvPr id="125" name="Text 113"/>
          <p:cNvSpPr txBox="1"/>
          <p:nvPr/>
        </p:nvSpPr>
        <p:spPr>
          <a:xfrm>
            <a:off x="9568647" y="3290011"/>
            <a:ext cx="1985345" cy="237744"/>
          </a:xfrm>
          <a:prstGeom prst="rect">
            <a:avLst/>
          </a:prstGeom>
          <a:noFill/>
          <a:ln/>
        </p:spPr>
        <p:txBody>
          <a:bodyPr wrap="square" lIns="0" tIns="0" rIns="0" bIns="0" rtlCol="0" anchor="t"/>
          <a:lstStyle/>
          <a:p>
            <a:pPr algn="ctr" indent="0" marL="0">
              <a:buNone/>
            </a:pPr>
            <a:r>
              <a:rPr lang="ko-KR" altLang="en-US" sz="1100" b="1" dirty="0">
                <a:solidFill>
                  <a:srgbClr val="0E7C7B"/>
                </a:solidFill>
                <a:latin typeface="맑은 고딕" pitchFamily="34" charset="0"/>
                <a:ea typeface="맑은 고딕" pitchFamily="34" charset="-122"/>
                <a:cs typeface="맑은 고딕" pitchFamily="34" charset="-120"/>
              </a:rPr>
              <a:t>+170점</a:t>
            </a:r>
            <a:endParaRPr lang="ko-KR" sz="1100" dirty="0"/>
          </a:p>
        </p:txBody>
      </p:sp>
      <p:sp>
        <p:nvSpPr>
          <p:cNvPr id="126" name="Text 114"/>
          <p:cNvSpPr txBox="1"/>
          <p:nvPr/>
        </p:nvSpPr>
        <p:spPr>
          <a:xfrm>
            <a:off x="9742383" y="3573475"/>
            <a:ext cx="1637873" cy="566928"/>
          </a:xfrm>
          <a:prstGeom prst="rect">
            <a:avLst/>
          </a:prstGeom>
          <a:noFill/>
          <a:ln/>
        </p:spPr>
        <p:txBody>
          <a:bodyPr wrap="square" lIns="0" tIns="0" rIns="0" bIns="0" rtlCol="0" anchor="t"/>
          <a:lstStyle/>
          <a:p>
            <a:pPr algn="ctr" indent="0" marL="0">
              <a:buNone/>
            </a:pPr>
            <a:r>
              <a:rPr lang="ko-KR" altLang="en-US" sz="800" dirty="0">
                <a:solidFill>
                  <a:srgbClr val="1C2433"/>
                </a:solidFill>
                <a:latin typeface="맑은 고딕" pitchFamily="34" charset="0"/>
                <a:ea typeface="맑은 고딕" pitchFamily="34" charset="-122"/>
                <a:cs typeface="맑은 고딕" pitchFamily="34" charset="-120"/>
              </a:rPr>
              <a:t>공식 주소는 baeumteo.example이에요. 비밀번호를 묻는 메시지는 거부하고 신고해요.</a:t>
            </a:r>
            <a:endParaRPr lang="ko-KR" sz="800" dirty="0"/>
          </a:p>
        </p:txBody>
      </p:sp>
      <p:sp>
        <p:nvSpPr>
          <p:cNvPr id="127" name="Shape 115"/>
          <p:cNvSpPr/>
          <p:nvPr/>
        </p:nvSpPr>
        <p:spPr>
          <a:xfrm>
            <a:off x="9921240" y="4195267"/>
            <a:ext cx="1280160" cy="237744"/>
          </a:xfrm>
          <a:prstGeom prst="roundRect">
            <a:avLst>
              <a:gd name="adj" fmla="val 50000"/>
            </a:avLst>
          </a:prstGeom>
          <a:solidFill>
            <a:srgbClr val="D7F0EF"/>
          </a:solidFill>
          <a:ln/>
        </p:spPr>
      </p:sp>
      <p:sp>
        <p:nvSpPr>
          <p:cNvPr id="128" name="Text 116"/>
          <p:cNvSpPr txBox="1"/>
          <p:nvPr/>
        </p:nvSpPr>
        <p:spPr>
          <a:xfrm>
            <a:off x="9921240" y="4195267"/>
            <a:ext cx="1280160" cy="237744"/>
          </a:xfrm>
          <a:prstGeom prst="rect">
            <a:avLst/>
          </a:prstGeom>
          <a:noFill/>
          <a:ln/>
        </p:spPr>
        <p:txBody>
          <a:bodyPr wrap="square" lIns="0" tIns="0" rIns="0" bIns="0" rtlCol="0" anchor="ctr"/>
          <a:lstStyle/>
          <a:p>
            <a:pPr algn="ctr" indent="0" marL="0">
              <a:buNone/>
            </a:pPr>
            <a:r>
              <a:rPr lang="ko-KR" altLang="en-US" sz="800" b="1" dirty="0">
                <a:solidFill>
                  <a:srgbClr val="0E7C7B"/>
                </a:solidFill>
                <a:latin typeface="맑은 고딕" pitchFamily="34" charset="0"/>
                <a:ea typeface="맑은 고딕" pitchFamily="34" charset="-122"/>
                <a:cs typeface="맑은 고딕" pitchFamily="34" charset="-120"/>
              </a:rPr>
              <a:t>사칭 단서 2/2 발견</a:t>
            </a:r>
            <a:endParaRPr lang="ko-KR" sz="800" dirty="0"/>
          </a:p>
        </p:txBody>
      </p:sp>
      <p:sp>
        <p:nvSpPr>
          <p:cNvPr id="129" name="Shape 117"/>
          <p:cNvSpPr/>
          <p:nvPr/>
        </p:nvSpPr>
        <p:spPr>
          <a:xfrm>
            <a:off x="9916119" y="4515307"/>
            <a:ext cx="1290401" cy="301752"/>
          </a:xfrm>
          <a:prstGeom prst="roundRect">
            <a:avLst>
              <a:gd name="adj" fmla="val 30303"/>
            </a:avLst>
          </a:prstGeom>
          <a:solidFill>
            <a:srgbClr val="14284B"/>
          </a:solidFill>
          <a:ln/>
        </p:spPr>
      </p:sp>
      <p:sp>
        <p:nvSpPr>
          <p:cNvPr id="130" name="Text 118"/>
          <p:cNvSpPr txBox="1"/>
          <p:nvPr/>
        </p:nvSpPr>
        <p:spPr>
          <a:xfrm>
            <a:off x="9916119" y="4515307"/>
            <a:ext cx="1290401" cy="301752"/>
          </a:xfrm>
          <a:prstGeom prst="rect">
            <a:avLst/>
          </a:prstGeom>
          <a:noFill/>
          <a:ln/>
        </p:spPr>
        <p:txBody>
          <a:bodyPr wrap="square" lIns="0" tIns="0" rIns="0" bIns="0" rtlCol="0" anchor="ctr"/>
          <a:lstStyle/>
          <a:p>
            <a:pPr algn="ctr" indent="0" marL="0">
              <a:buNone/>
            </a:pPr>
            <a:r>
              <a:rPr lang="ko-KR" altLang="en-US" sz="900" b="1" dirty="0">
                <a:solidFill>
                  <a:srgbClr val="FFFFFF"/>
                </a:solidFill>
                <a:latin typeface="맑은 고딕" pitchFamily="34" charset="0"/>
                <a:ea typeface="맑은 고딕" pitchFamily="34" charset="-122"/>
                <a:cs typeface="맑은 고딕" pitchFamily="34" charset="-120"/>
              </a:rPr>
              <a:t>다음 사건 ▶</a:t>
            </a:r>
            <a:endParaRPr lang="ko-KR" sz="900" dirty="0"/>
          </a:p>
        </p:txBody>
      </p:sp>
      <p:sp>
        <p:nvSpPr>
          <p:cNvPr id="131" name="Shape 119"/>
          <p:cNvSpPr/>
          <p:nvPr/>
        </p:nvSpPr>
        <p:spPr>
          <a:xfrm>
            <a:off x="9568647" y="4903013"/>
            <a:ext cx="1985345" cy="1024128"/>
          </a:xfrm>
          <a:prstGeom prst="rect">
            <a:avLst/>
          </a:prstGeom>
          <a:solidFill>
            <a:srgbClr val="0B1A33"/>
          </a:solidFill>
          <a:ln/>
        </p:spPr>
      </p:sp>
      <p:sp>
        <p:nvSpPr>
          <p:cNvPr id="132" name="Shape 120"/>
          <p:cNvSpPr/>
          <p:nvPr/>
        </p:nvSpPr>
        <p:spPr>
          <a:xfrm>
            <a:off x="9687519" y="5031029"/>
            <a:ext cx="545958" cy="658368"/>
          </a:xfrm>
          <a:prstGeom prst="roundRect">
            <a:avLst>
              <a:gd name="adj" fmla="val 20098"/>
            </a:avLst>
          </a:prstGeom>
          <a:solidFill>
            <a:srgbClr val="19B3B1"/>
          </a:solidFill>
          <a:ln/>
        </p:spPr>
      </p:sp>
      <p:pic>
        <p:nvPicPr>
          <p:cNvPr id="133" name="Image 10" descr="preencoded.png">    </p:cNvPr>
          <p:cNvPicPr>
            <a:picLocks noChangeAspect="1"/>
          </p:cNvPicPr>
          <p:nvPr/>
        </p:nvPicPr>
        <p:blipFill>
          <a:blip r:embed="rId11"/>
          <a:stretch>
            <a:fillRect/>
          </a:stretch>
        </p:blipFill>
        <p:spPr>
          <a:xfrm>
            <a:off x="9850770" y="5104181"/>
            <a:ext cx="219456" cy="219456"/>
          </a:xfrm>
          <a:prstGeom prst="rect">
            <a:avLst/>
          </a:prstGeom>
        </p:spPr>
      </p:pic>
      <p:sp>
        <p:nvSpPr>
          <p:cNvPr id="134" name="Text 121"/>
          <p:cNvSpPr txBox="1"/>
          <p:nvPr/>
        </p:nvSpPr>
        <p:spPr>
          <a:xfrm>
            <a:off x="9687519" y="5378501"/>
            <a:ext cx="545958" cy="256032"/>
          </a:xfrm>
          <a:prstGeom prst="rect">
            <a:avLst/>
          </a:prstGeom>
          <a:noFill/>
          <a:ln/>
        </p:spPr>
        <p:txBody>
          <a:bodyPr wrap="square" lIns="0" tIns="0" rIns="0" bIns="0" rtlCol="0" anchor="ctr"/>
          <a:lstStyle/>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승인</a:t>
            </a:r>
            <a:endParaRPr lang="ko-KR" sz="850" dirty="0"/>
          </a:p>
        </p:txBody>
      </p:sp>
      <p:sp>
        <p:nvSpPr>
          <p:cNvPr id="135" name="Shape 122"/>
          <p:cNvSpPr/>
          <p:nvPr/>
        </p:nvSpPr>
        <p:spPr>
          <a:xfrm>
            <a:off x="10251765" y="4994453"/>
            <a:ext cx="619110" cy="731520"/>
          </a:xfrm>
          <a:prstGeom prst="roundRect">
            <a:avLst>
              <a:gd name="adj" fmla="val 17724"/>
            </a:avLst>
          </a:prstGeom>
          <a:solidFill>
            <a:srgbClr val="0B1A33"/>
          </a:solidFill>
          <a:ln w="25400">
            <a:solidFill>
              <a:srgbClr val="FFFFFF"/>
            </a:solidFill>
            <a:prstDash val="solid"/>
          </a:ln>
        </p:spPr>
      </p:sp>
      <p:sp>
        <p:nvSpPr>
          <p:cNvPr id="136" name="Shape 123"/>
          <p:cNvSpPr/>
          <p:nvPr/>
        </p:nvSpPr>
        <p:spPr>
          <a:xfrm>
            <a:off x="10288341" y="5031029"/>
            <a:ext cx="545958" cy="658368"/>
          </a:xfrm>
          <a:prstGeom prst="roundRect">
            <a:avLst>
              <a:gd name="adj" fmla="val 20098"/>
            </a:avLst>
          </a:prstGeom>
          <a:solidFill>
            <a:srgbClr val="FF6B5E"/>
          </a:solidFill>
          <a:ln/>
        </p:spPr>
      </p:sp>
      <p:pic>
        <p:nvPicPr>
          <p:cNvPr id="137" name="Image 11" descr="preencoded.png">    </p:cNvPr>
          <p:cNvPicPr>
            <a:picLocks noChangeAspect="1"/>
          </p:cNvPicPr>
          <p:nvPr/>
        </p:nvPicPr>
        <p:blipFill>
          <a:blip r:embed="rId12"/>
          <a:stretch>
            <a:fillRect/>
          </a:stretch>
        </p:blipFill>
        <p:spPr>
          <a:xfrm>
            <a:off x="10451592" y="5104181"/>
            <a:ext cx="219456" cy="219456"/>
          </a:xfrm>
          <a:prstGeom prst="rect">
            <a:avLst/>
          </a:prstGeom>
        </p:spPr>
      </p:pic>
      <p:sp>
        <p:nvSpPr>
          <p:cNvPr id="138" name="Text 124"/>
          <p:cNvSpPr txBox="1"/>
          <p:nvPr/>
        </p:nvSpPr>
        <p:spPr>
          <a:xfrm>
            <a:off x="10288341" y="5378501"/>
            <a:ext cx="545958" cy="256032"/>
          </a:xfrm>
          <a:prstGeom prst="rect">
            <a:avLst/>
          </a:prstGeom>
          <a:noFill/>
          <a:ln/>
        </p:spPr>
        <p:txBody>
          <a:bodyPr wrap="square" lIns="0" tIns="0" rIns="0" bIns="0" rtlCol="0" anchor="ctr"/>
          <a:lstStyle/>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거부</a:t>
            </a:r>
            <a:endParaRPr lang="ko-KR" sz="850" dirty="0"/>
          </a:p>
        </p:txBody>
      </p:sp>
      <p:sp>
        <p:nvSpPr>
          <p:cNvPr id="139" name="Shape 125"/>
          <p:cNvSpPr/>
          <p:nvPr/>
        </p:nvSpPr>
        <p:spPr>
          <a:xfrm>
            <a:off x="10889163" y="5031029"/>
            <a:ext cx="545958" cy="658368"/>
          </a:xfrm>
          <a:prstGeom prst="roundRect">
            <a:avLst>
              <a:gd name="adj" fmla="val 20098"/>
            </a:avLst>
          </a:prstGeom>
          <a:solidFill>
            <a:srgbClr val="F2B33D"/>
          </a:solidFill>
          <a:ln/>
        </p:spPr>
      </p:sp>
      <p:pic>
        <p:nvPicPr>
          <p:cNvPr id="140" name="Image 12" descr="preencoded.png">    </p:cNvPr>
          <p:cNvPicPr>
            <a:picLocks noChangeAspect="1"/>
          </p:cNvPicPr>
          <p:nvPr/>
        </p:nvPicPr>
        <p:blipFill>
          <a:blip r:embed="rId13"/>
          <a:stretch>
            <a:fillRect/>
          </a:stretch>
        </p:blipFill>
        <p:spPr>
          <a:xfrm>
            <a:off x="11052414" y="5104181"/>
            <a:ext cx="219456" cy="219456"/>
          </a:xfrm>
          <a:prstGeom prst="rect">
            <a:avLst/>
          </a:prstGeom>
        </p:spPr>
      </p:pic>
      <p:sp>
        <p:nvSpPr>
          <p:cNvPr id="141" name="Text 126"/>
          <p:cNvSpPr txBox="1"/>
          <p:nvPr/>
        </p:nvSpPr>
        <p:spPr>
          <a:xfrm>
            <a:off x="10889163" y="5378501"/>
            <a:ext cx="545958" cy="256032"/>
          </a:xfrm>
          <a:prstGeom prst="rect">
            <a:avLst/>
          </a:prstGeom>
          <a:noFill/>
          <a:ln/>
        </p:spPr>
        <p:txBody>
          <a:bodyPr wrap="square" lIns="0" tIns="0" rIns="0" bIns="0" rtlCol="0" anchor="ctr"/>
          <a:lstStyle/>
          <a:p>
            <a:pPr algn="ctr" indent="0" marL="0">
              <a:buNone/>
            </a:pPr>
            <a:r>
              <a:rPr lang="ko-KR" altLang="en-US" sz="850" b="1" dirty="0">
                <a:solidFill>
                  <a:srgbClr val="0B1A33"/>
                </a:solidFill>
                <a:latin typeface="맑은 고딕" pitchFamily="34" charset="0"/>
                <a:ea typeface="맑은 고딕" pitchFamily="34" charset="-122"/>
                <a:cs typeface="맑은 고딕" pitchFamily="34" charset="-120"/>
              </a:rPr>
              <a:t>추가 확인</a:t>
            </a:r>
            <a:endParaRPr lang="ko-KR" sz="8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사건이 복잡해질수록 심사관도 성장한다</a:t>
            </a:r>
            <a:endParaRPr lang="en-US" sz="3000" dirty="0"/>
          </a:p>
        </p:txBody>
      </p:sp>
      <p:sp>
        <p:nvSpPr>
          <p:cNvPr id="3" name="Shape 1"/>
          <p:cNvSpPr/>
          <p:nvPr/>
        </p:nvSpPr>
        <p:spPr>
          <a:xfrm flipV="1">
            <a:off x="1851660" y="1636776"/>
            <a:ext cx="8485632" cy="603504"/>
          </a:xfrm>
          <a:prstGeom prst="line">
            <a:avLst/>
          </a:prstGeom>
          <a:noFill/>
          <a:ln w="25400">
            <a:solidFill>
              <a:srgbClr val="19B3B1"/>
            </a:solidFill>
            <a:prstDash val="dash"/>
            <a:tailEnd type="triangle"/>
          </a:ln>
        </p:spPr>
      </p:sp>
      <p:sp>
        <p:nvSpPr>
          <p:cNvPr id="4" name="level-0"/>
          <p:cNvSpPr/>
          <p:nvPr/>
        </p:nvSpPr>
        <p:spPr>
          <a:xfrm>
            <a:off x="548640" y="2240280"/>
            <a:ext cx="2606040" cy="2788920"/>
          </a:xfrm>
          <a:prstGeom prst="roundRect">
            <a:avLst>
              <a:gd name="adj" fmla="val 4912"/>
            </a:avLst>
          </a:prstGeom>
          <a:solidFill>
            <a:srgbClr val="14284B"/>
          </a:solidFill>
          <a:ln w="12700">
            <a:solidFill>
              <a:srgbClr val="1E3A66"/>
            </a:solidFill>
            <a:prstDash val="solid"/>
          </a:ln>
        </p:spPr>
      </p:sp>
      <p:sp>
        <p:nvSpPr>
          <p:cNvPr id="5" name="Shape 3"/>
          <p:cNvSpPr/>
          <p:nvPr/>
        </p:nvSpPr>
        <p:spPr>
          <a:xfrm>
            <a:off x="777240" y="2468880"/>
            <a:ext cx="640080" cy="640080"/>
          </a:xfrm>
          <a:prstGeom prst="ellipse">
            <a:avLst/>
          </a:prstGeom>
          <a:solidFill>
            <a:srgbClr val="19B3B1"/>
          </a:solidFill>
          <a:ln/>
        </p:spPr>
      </p:sp>
      <p:pic>
        <p:nvPicPr>
          <p:cNvPr id="6" name="Image 0" descr="preencoded.png">    </p:cNvPr>
          <p:cNvPicPr>
            <a:picLocks noChangeAspect="1"/>
          </p:cNvPicPr>
          <p:nvPr/>
        </p:nvPicPr>
        <p:blipFill>
          <a:blip r:embed="rId1"/>
          <a:stretch>
            <a:fillRect/>
          </a:stretch>
        </p:blipFill>
        <p:spPr>
          <a:xfrm>
            <a:off x="937260" y="2628900"/>
            <a:ext cx="320040" cy="320040"/>
          </a:xfrm>
          <a:prstGeom prst="rect">
            <a:avLst/>
          </a:prstGeom>
        </p:spPr>
      </p:pic>
      <p:sp>
        <p:nvSpPr>
          <p:cNvPr id="7" name="Shape 4"/>
          <p:cNvSpPr/>
          <p:nvPr/>
        </p:nvSpPr>
        <p:spPr>
          <a:xfrm>
            <a:off x="1554480" y="2514600"/>
            <a:ext cx="685800" cy="274320"/>
          </a:xfrm>
          <a:prstGeom prst="roundRect">
            <a:avLst>
              <a:gd name="adj" fmla="val 50000"/>
            </a:avLst>
          </a:prstGeom>
          <a:solidFill>
            <a:srgbClr val="19B3B1"/>
          </a:solidFill>
          <a:ln/>
        </p:spPr>
      </p:sp>
      <p:sp>
        <p:nvSpPr>
          <p:cNvPr id="8" name="Text 5"/>
          <p:cNvSpPr txBox="1"/>
          <p:nvPr/>
        </p:nvSpPr>
        <p:spPr>
          <a:xfrm>
            <a:off x="1554480" y="2514600"/>
            <a:ext cx="685800" cy="274320"/>
          </a:xfrm>
          <a:prstGeom prst="rect">
            <a:avLst/>
          </a:prstGeom>
          <a:noFill/>
          <a:ln/>
        </p:spPr>
        <p:txBody>
          <a:bodyPr wrap="square" lIns="0" tIns="0" rIns="0" bIns="0" rtlCol="0" anchor="ctr"/>
          <a:lstStyle/>
          <a:p>
            <a:pPr algn="ctr" indent="0" marL="0">
              <a:buNone/>
            </a:pPr>
            <a:r>
              <a:rPr lang="ko-KR" altLang="en-US" sz="1200" b="1" dirty="0">
                <a:solidFill>
                  <a:srgbClr val="06122A"/>
                </a:solidFill>
                <a:latin typeface="맑은 고딕" pitchFamily="34" charset="0"/>
                <a:ea typeface="맑은 고딕" pitchFamily="34" charset="-122"/>
                <a:cs typeface="맑은 고딕" pitchFamily="34" charset="-120"/>
              </a:rPr>
              <a:t>초급</a:t>
            </a:r>
            <a:endParaRPr lang="ko-KR" sz="1200" dirty="0"/>
          </a:p>
        </p:txBody>
      </p:sp>
      <p:sp>
        <p:nvSpPr>
          <p:cNvPr id="9" name="Text 6"/>
          <p:cNvSpPr txBox="1"/>
          <p:nvPr/>
        </p:nvSpPr>
        <p:spPr>
          <a:xfrm>
            <a:off x="1554480" y="2807208"/>
            <a:ext cx="1554480" cy="320040"/>
          </a:xfrm>
          <a:prstGeom prst="rect">
            <a:avLst/>
          </a:prstGeom>
          <a:noFill/>
          <a:ln/>
        </p:spPr>
        <p:txBody>
          <a:bodyPr wrap="square" lIns="0" tIns="0" rIns="0" bIns="0" rtlCol="0" anchor="t"/>
          <a:lstStyle/>
          <a:p>
            <a:pPr indent="0" marL="0">
              <a:buNone/>
            </a:pPr>
            <a:r>
              <a:rPr lang="ko-KR" altLang="en-US" sz="1600" b="1" dirty="0">
                <a:solidFill>
                  <a:srgbClr val="FFFFFF"/>
                </a:solidFill>
                <a:latin typeface="맑은 고딕" pitchFamily="34" charset="0"/>
                <a:ea typeface="맑은 고딕" pitchFamily="34" charset="-122"/>
                <a:cs typeface="맑은 고딕" pitchFamily="34" charset="-120"/>
              </a:rPr>
              <a:t>견습 심사관</a:t>
            </a:r>
            <a:endParaRPr lang="ko-KR" sz="1600" dirty="0"/>
          </a:p>
        </p:txBody>
      </p:sp>
      <p:sp>
        <p:nvSpPr>
          <p:cNvPr id="10" name="Text 7"/>
          <p:cNvSpPr txBox="1"/>
          <p:nvPr/>
        </p:nvSpPr>
        <p:spPr>
          <a:xfrm>
            <a:off x="777240" y="3264408"/>
            <a:ext cx="2240280" cy="365760"/>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단일 정보 불일치 발견</a:t>
            </a:r>
            <a:endParaRPr lang="ko-KR" sz="1500" dirty="0"/>
          </a:p>
        </p:txBody>
      </p:sp>
      <p:sp>
        <p:nvSpPr>
          <p:cNvPr id="11" name="Text 8"/>
          <p:cNvSpPr txBox="1"/>
          <p:nvPr/>
        </p:nvSpPr>
        <p:spPr>
          <a:xfrm>
            <a:off x="777240" y="3721608"/>
            <a:ext cx="1371600" cy="201168"/>
          </a:xfrm>
          <a:prstGeom prst="rect">
            <a:avLst/>
          </a:prstGeom>
          <a:noFill/>
          <a:ln/>
        </p:spPr>
        <p:txBody>
          <a:bodyPr wrap="square" lIns="0" tIns="0" rIns="0" bIns="0" rtlCol="0" anchor="t"/>
          <a:lstStyle/>
          <a:p>
            <a:pPr indent="0" marL="0">
              <a:buNone/>
            </a:pPr>
            <a:r>
              <a:rPr lang="ko-KR" altLang="en-US" sz="1100" b="1" dirty="0">
                <a:solidFill>
                  <a:srgbClr val="19B3B1"/>
                </a:solidFill>
                <a:latin typeface="맑은 고딕" pitchFamily="34" charset="0"/>
                <a:ea typeface="맑은 고딕" pitchFamily="34" charset="-122"/>
                <a:cs typeface="맑은 고딕" pitchFamily="34" charset="-120"/>
              </a:rPr>
              <a:t>예시 사건</a:t>
            </a:r>
            <a:endParaRPr lang="ko-KR" sz="1100" dirty="0"/>
          </a:p>
        </p:txBody>
      </p:sp>
      <p:sp>
        <p:nvSpPr>
          <p:cNvPr id="12" name="Text 9"/>
          <p:cNvSpPr txBox="1"/>
          <p:nvPr/>
        </p:nvSpPr>
        <p:spPr>
          <a:xfrm>
            <a:off x="777240" y="3931920"/>
            <a:ext cx="2240280" cy="292608"/>
          </a:xfrm>
          <a:prstGeom prst="rect">
            <a:avLst/>
          </a:prstGeom>
          <a:noFill/>
          <a:ln/>
        </p:spPr>
        <p:txBody>
          <a:bodyPr wrap="square" lIns="0" tIns="0" rIns="0" bIns="0" rtlCol="0" anchor="t"/>
          <a:lstStyle/>
          <a:p>
            <a:pPr indent="0" marL="0">
              <a:buNone/>
            </a:pPr>
            <a:r>
              <a:rPr lang="ko-KR" altLang="en-US" sz="1300" dirty="0">
                <a:solidFill>
                  <a:srgbClr val="A9BCD3"/>
                </a:solidFill>
                <a:latin typeface="맑은 고딕" pitchFamily="34" charset="0"/>
                <a:ea typeface="맑은 고딕" pitchFamily="34" charset="-122"/>
                <a:cs typeface="맑은 고딕" pitchFamily="34" charset="-120"/>
              </a:rPr>
              <a:t>모둠 과제 공유 대상 확인</a:t>
            </a:r>
            <a:endParaRPr lang="ko-KR" sz="1300" dirty="0"/>
          </a:p>
        </p:txBody>
      </p:sp>
      <p:sp>
        <p:nvSpPr>
          <p:cNvPr id="13" name="Text 10"/>
          <p:cNvSpPr txBox="1"/>
          <p:nvPr/>
        </p:nvSpPr>
        <p:spPr>
          <a:xfrm>
            <a:off x="777240" y="4315968"/>
            <a:ext cx="914400" cy="201168"/>
          </a:xfrm>
          <a:prstGeom prst="rect">
            <a:avLst/>
          </a:prstGeom>
          <a:noFill/>
          <a:ln/>
        </p:spPr>
        <p:txBody>
          <a:bodyPr wrap="square" lIns="0" tIns="0" rIns="0" bIns="0" rtlCol="0" anchor="t"/>
          <a:lstStyle/>
          <a:p>
            <a:pPr indent="0" marL="0">
              <a:buNone/>
            </a:pPr>
            <a:r>
              <a:rPr lang="ko-KR" altLang="en-US" sz="1100" b="1" dirty="0">
                <a:solidFill>
                  <a:srgbClr val="F2B33D"/>
                </a:solidFill>
                <a:latin typeface="맑은 고딕" pitchFamily="34" charset="0"/>
                <a:ea typeface="맑은 고딕" pitchFamily="34" charset="-122"/>
                <a:cs typeface="맑은 고딕" pitchFamily="34" charset="-120"/>
              </a:rPr>
              <a:t>해금</a:t>
            </a:r>
            <a:endParaRPr lang="ko-KR" sz="1100" dirty="0"/>
          </a:p>
        </p:txBody>
      </p:sp>
      <p:sp>
        <p:nvSpPr>
          <p:cNvPr id="14" name="Text 11"/>
          <p:cNvSpPr txBox="1"/>
          <p:nvPr/>
        </p:nvSpPr>
        <p:spPr>
          <a:xfrm>
            <a:off x="777240" y="4526280"/>
            <a:ext cx="2240280" cy="411480"/>
          </a:xfrm>
          <a:prstGeom prst="rect">
            <a:avLst/>
          </a:prstGeom>
          <a:noFill/>
          <a:ln/>
        </p:spPr>
        <p:txBody>
          <a:bodyPr wrap="square" lIns="0" tIns="0" rIns="0" bIns="0" rtlCol="0" anchor="t"/>
          <a:lstStyle/>
          <a:p>
            <a:pPr indent="0" marL="0">
              <a:buNone/>
            </a:pPr>
            <a:r>
              <a:rPr lang="ko-KR" altLang="en-US" sz="1200" b="1" dirty="0">
                <a:solidFill>
                  <a:srgbClr val="FFFFFF"/>
                </a:solidFill>
                <a:latin typeface="맑은 고딕" pitchFamily="34" charset="0"/>
                <a:ea typeface="맑은 고딕" pitchFamily="34" charset="-122"/>
                <a:cs typeface="맑은 고딕" pitchFamily="34" charset="-120"/>
              </a:rPr>
              <a:t>돋보기 대조 · 의심 깃발</a:t>
            </a:r>
            <a:endParaRPr lang="ko-KR" sz="1200" dirty="0"/>
          </a:p>
        </p:txBody>
      </p:sp>
      <p:sp>
        <p:nvSpPr>
          <p:cNvPr id="15" name="level-1"/>
          <p:cNvSpPr/>
          <p:nvPr/>
        </p:nvSpPr>
        <p:spPr>
          <a:xfrm>
            <a:off x="3377184" y="2039112"/>
            <a:ext cx="2606040" cy="2990088"/>
          </a:xfrm>
          <a:prstGeom prst="roundRect">
            <a:avLst>
              <a:gd name="adj" fmla="val 4912"/>
            </a:avLst>
          </a:prstGeom>
          <a:solidFill>
            <a:srgbClr val="14284B"/>
          </a:solidFill>
          <a:ln w="12700">
            <a:solidFill>
              <a:srgbClr val="1E3A66"/>
            </a:solidFill>
            <a:prstDash val="solid"/>
          </a:ln>
        </p:spPr>
      </p:sp>
      <p:sp>
        <p:nvSpPr>
          <p:cNvPr id="16" name="Shape 13"/>
          <p:cNvSpPr/>
          <p:nvPr/>
        </p:nvSpPr>
        <p:spPr>
          <a:xfrm>
            <a:off x="3605784" y="2267712"/>
            <a:ext cx="640080" cy="640080"/>
          </a:xfrm>
          <a:prstGeom prst="ellipse">
            <a:avLst/>
          </a:prstGeom>
          <a:solidFill>
            <a:srgbClr val="4FC3D9"/>
          </a:solidFill>
          <a:ln/>
        </p:spPr>
      </p:sp>
      <p:pic>
        <p:nvPicPr>
          <p:cNvPr id="17" name="Image 1" descr="preencoded.png">    </p:cNvPr>
          <p:cNvPicPr>
            <a:picLocks noChangeAspect="1"/>
          </p:cNvPicPr>
          <p:nvPr/>
        </p:nvPicPr>
        <p:blipFill>
          <a:blip r:embed="rId2"/>
          <a:stretch>
            <a:fillRect/>
          </a:stretch>
        </p:blipFill>
        <p:spPr>
          <a:xfrm>
            <a:off x="3765804" y="2427732"/>
            <a:ext cx="320040" cy="320040"/>
          </a:xfrm>
          <a:prstGeom prst="rect">
            <a:avLst/>
          </a:prstGeom>
        </p:spPr>
      </p:pic>
      <p:sp>
        <p:nvSpPr>
          <p:cNvPr id="18" name="Shape 14"/>
          <p:cNvSpPr/>
          <p:nvPr/>
        </p:nvSpPr>
        <p:spPr>
          <a:xfrm>
            <a:off x="4383024" y="2313432"/>
            <a:ext cx="685800" cy="274320"/>
          </a:xfrm>
          <a:prstGeom prst="roundRect">
            <a:avLst>
              <a:gd name="adj" fmla="val 50000"/>
            </a:avLst>
          </a:prstGeom>
          <a:solidFill>
            <a:srgbClr val="4FC3D9"/>
          </a:solidFill>
          <a:ln/>
        </p:spPr>
      </p:sp>
      <p:sp>
        <p:nvSpPr>
          <p:cNvPr id="19" name="Text 15"/>
          <p:cNvSpPr txBox="1"/>
          <p:nvPr/>
        </p:nvSpPr>
        <p:spPr>
          <a:xfrm>
            <a:off x="4383024" y="2313432"/>
            <a:ext cx="685800" cy="274320"/>
          </a:xfrm>
          <a:prstGeom prst="rect">
            <a:avLst/>
          </a:prstGeom>
          <a:noFill/>
          <a:ln/>
        </p:spPr>
        <p:txBody>
          <a:bodyPr wrap="square" lIns="0" tIns="0" rIns="0" bIns="0" rtlCol="0" anchor="ctr"/>
          <a:lstStyle/>
          <a:p>
            <a:pPr algn="ctr" indent="0" marL="0">
              <a:buNone/>
            </a:pPr>
            <a:r>
              <a:rPr lang="ko-KR" altLang="en-US" sz="1200" b="1" dirty="0">
                <a:solidFill>
                  <a:srgbClr val="06122A"/>
                </a:solidFill>
                <a:latin typeface="맑은 고딕" pitchFamily="34" charset="0"/>
                <a:ea typeface="맑은 고딕" pitchFamily="34" charset="-122"/>
                <a:cs typeface="맑은 고딕" pitchFamily="34" charset="-120"/>
              </a:rPr>
              <a:t>중급</a:t>
            </a:r>
            <a:endParaRPr lang="ko-KR" sz="1200" dirty="0"/>
          </a:p>
        </p:txBody>
      </p:sp>
      <p:sp>
        <p:nvSpPr>
          <p:cNvPr id="20" name="Text 16"/>
          <p:cNvSpPr txBox="1"/>
          <p:nvPr/>
        </p:nvSpPr>
        <p:spPr>
          <a:xfrm>
            <a:off x="4383024" y="2606040"/>
            <a:ext cx="1554480" cy="320040"/>
          </a:xfrm>
          <a:prstGeom prst="rect">
            <a:avLst/>
          </a:prstGeom>
          <a:noFill/>
          <a:ln/>
        </p:spPr>
        <p:txBody>
          <a:bodyPr wrap="square" lIns="0" tIns="0" rIns="0" bIns="0" rtlCol="0" anchor="t"/>
          <a:lstStyle/>
          <a:p>
            <a:pPr indent="0" marL="0">
              <a:buNone/>
            </a:pPr>
            <a:r>
              <a:rPr lang="ko-KR" altLang="en-US" sz="1600" b="1" dirty="0">
                <a:solidFill>
                  <a:srgbClr val="FFFFFF"/>
                </a:solidFill>
                <a:latin typeface="맑은 고딕" pitchFamily="34" charset="0"/>
                <a:ea typeface="맑은 고딕" pitchFamily="34" charset="-122"/>
                <a:cs typeface="맑은 고딕" pitchFamily="34" charset="-120"/>
              </a:rPr>
              <a:t>정식 심사관</a:t>
            </a:r>
            <a:endParaRPr lang="ko-KR" sz="1600" dirty="0"/>
          </a:p>
        </p:txBody>
      </p:sp>
      <p:sp>
        <p:nvSpPr>
          <p:cNvPr id="21" name="Text 17"/>
          <p:cNvSpPr txBox="1"/>
          <p:nvPr/>
        </p:nvSpPr>
        <p:spPr>
          <a:xfrm>
            <a:off x="3605784" y="3063240"/>
            <a:ext cx="2240280" cy="365760"/>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두 개 이상 문서 대조</a:t>
            </a:r>
            <a:endParaRPr lang="ko-KR" sz="1500" dirty="0"/>
          </a:p>
        </p:txBody>
      </p:sp>
      <p:sp>
        <p:nvSpPr>
          <p:cNvPr id="22" name="Text 18"/>
          <p:cNvSpPr txBox="1"/>
          <p:nvPr/>
        </p:nvSpPr>
        <p:spPr>
          <a:xfrm>
            <a:off x="3605784" y="3520440"/>
            <a:ext cx="1371600" cy="201168"/>
          </a:xfrm>
          <a:prstGeom prst="rect">
            <a:avLst/>
          </a:prstGeom>
          <a:noFill/>
          <a:ln/>
        </p:spPr>
        <p:txBody>
          <a:bodyPr wrap="square" lIns="0" tIns="0" rIns="0" bIns="0" rtlCol="0" anchor="t"/>
          <a:lstStyle/>
          <a:p>
            <a:pPr indent="0" marL="0">
              <a:buNone/>
            </a:pPr>
            <a:r>
              <a:rPr lang="ko-KR" altLang="en-US" sz="1100" b="1" dirty="0">
                <a:solidFill>
                  <a:srgbClr val="19B3B1"/>
                </a:solidFill>
                <a:latin typeface="맑은 고딕" pitchFamily="34" charset="0"/>
                <a:ea typeface="맑은 고딕" pitchFamily="34" charset="-122"/>
                <a:cs typeface="맑은 고딕" pitchFamily="34" charset="-120"/>
              </a:rPr>
              <a:t>예시 사건</a:t>
            </a:r>
            <a:endParaRPr lang="ko-KR" sz="1100" dirty="0"/>
          </a:p>
        </p:txBody>
      </p:sp>
      <p:sp>
        <p:nvSpPr>
          <p:cNvPr id="23" name="Text 19"/>
          <p:cNvSpPr txBox="1"/>
          <p:nvPr/>
        </p:nvSpPr>
        <p:spPr>
          <a:xfrm>
            <a:off x="3605784" y="3730752"/>
            <a:ext cx="2240280" cy="292608"/>
          </a:xfrm>
          <a:prstGeom prst="rect">
            <a:avLst/>
          </a:prstGeom>
          <a:noFill/>
          <a:ln/>
        </p:spPr>
        <p:txBody>
          <a:bodyPr wrap="square" lIns="0" tIns="0" rIns="0" bIns="0" rtlCol="0" anchor="t"/>
          <a:lstStyle/>
          <a:p>
            <a:pPr indent="0" marL="0">
              <a:buNone/>
            </a:pPr>
            <a:r>
              <a:rPr lang="ko-KR" altLang="en-US" sz="1300" dirty="0">
                <a:solidFill>
                  <a:srgbClr val="A9BCD3"/>
                </a:solidFill>
                <a:latin typeface="맑은 고딕" pitchFamily="34" charset="0"/>
                <a:ea typeface="맑은 고딕" pitchFamily="34" charset="-122"/>
                <a:cs typeface="맑은 고딕" pitchFamily="34" charset="-120"/>
              </a:rPr>
              <a:t>‘계정 정지’ 가짜 공지 메일</a:t>
            </a:r>
            <a:endParaRPr lang="ko-KR" sz="1300" dirty="0"/>
          </a:p>
        </p:txBody>
      </p:sp>
      <p:sp>
        <p:nvSpPr>
          <p:cNvPr id="24" name="Text 20"/>
          <p:cNvSpPr txBox="1"/>
          <p:nvPr/>
        </p:nvSpPr>
        <p:spPr>
          <a:xfrm>
            <a:off x="3605784" y="4114800"/>
            <a:ext cx="914400" cy="201168"/>
          </a:xfrm>
          <a:prstGeom prst="rect">
            <a:avLst/>
          </a:prstGeom>
          <a:noFill/>
          <a:ln/>
        </p:spPr>
        <p:txBody>
          <a:bodyPr wrap="square" lIns="0" tIns="0" rIns="0" bIns="0" rtlCol="0" anchor="t"/>
          <a:lstStyle/>
          <a:p>
            <a:pPr indent="0" marL="0">
              <a:buNone/>
            </a:pPr>
            <a:r>
              <a:rPr lang="ko-KR" altLang="en-US" sz="1100" b="1" dirty="0">
                <a:solidFill>
                  <a:srgbClr val="F2B33D"/>
                </a:solidFill>
                <a:latin typeface="맑은 고딕" pitchFamily="34" charset="0"/>
                <a:ea typeface="맑은 고딕" pitchFamily="34" charset="-122"/>
                <a:cs typeface="맑은 고딕" pitchFamily="34" charset="-120"/>
              </a:rPr>
              <a:t>해금</a:t>
            </a:r>
            <a:endParaRPr lang="ko-KR" sz="1100" dirty="0"/>
          </a:p>
        </p:txBody>
      </p:sp>
      <p:sp>
        <p:nvSpPr>
          <p:cNvPr id="25" name="Text 21"/>
          <p:cNvSpPr txBox="1"/>
          <p:nvPr/>
        </p:nvSpPr>
        <p:spPr>
          <a:xfrm>
            <a:off x="3605784" y="4325112"/>
            <a:ext cx="2240280" cy="411480"/>
          </a:xfrm>
          <a:prstGeom prst="rect">
            <a:avLst/>
          </a:prstGeom>
          <a:noFill/>
          <a:ln/>
        </p:spPr>
        <p:txBody>
          <a:bodyPr wrap="square" lIns="0" tIns="0" rIns="0" bIns="0" rtlCol="0" anchor="t"/>
          <a:lstStyle/>
          <a:p>
            <a:pPr indent="0" marL="0">
              <a:buNone/>
            </a:pPr>
            <a:r>
              <a:rPr lang="ko-KR" altLang="en-US" sz="1200" b="1" dirty="0">
                <a:solidFill>
                  <a:srgbClr val="FFFFFF"/>
                </a:solidFill>
                <a:latin typeface="맑은 고딕" pitchFamily="34" charset="0"/>
                <a:ea typeface="맑은 고딕" pitchFamily="34" charset="-122"/>
                <a:cs typeface="맑은 고딕" pitchFamily="34" charset="-120"/>
              </a:rPr>
              <a:t>기기 기록 조회</a:t>
            </a:r>
            <a:endParaRPr lang="ko-KR" sz="1200" dirty="0"/>
          </a:p>
        </p:txBody>
      </p:sp>
      <p:sp>
        <p:nvSpPr>
          <p:cNvPr id="26" name="level-2"/>
          <p:cNvSpPr/>
          <p:nvPr/>
        </p:nvSpPr>
        <p:spPr>
          <a:xfrm>
            <a:off x="6205728" y="1837944"/>
            <a:ext cx="2606040" cy="3191256"/>
          </a:xfrm>
          <a:prstGeom prst="roundRect">
            <a:avLst>
              <a:gd name="adj" fmla="val 4912"/>
            </a:avLst>
          </a:prstGeom>
          <a:solidFill>
            <a:srgbClr val="14284B"/>
          </a:solidFill>
          <a:ln w="12700">
            <a:solidFill>
              <a:srgbClr val="1E3A66"/>
            </a:solidFill>
            <a:prstDash val="solid"/>
          </a:ln>
        </p:spPr>
      </p:sp>
      <p:sp>
        <p:nvSpPr>
          <p:cNvPr id="27" name="Shape 23"/>
          <p:cNvSpPr/>
          <p:nvPr/>
        </p:nvSpPr>
        <p:spPr>
          <a:xfrm>
            <a:off x="6434328" y="2066544"/>
            <a:ext cx="640080" cy="640080"/>
          </a:xfrm>
          <a:prstGeom prst="ellipse">
            <a:avLst/>
          </a:prstGeom>
          <a:solidFill>
            <a:srgbClr val="7FA6D9"/>
          </a:solidFill>
          <a:ln/>
        </p:spPr>
      </p:sp>
      <p:pic>
        <p:nvPicPr>
          <p:cNvPr id="28" name="Image 2" descr="preencoded.png">    </p:cNvPr>
          <p:cNvPicPr>
            <a:picLocks noChangeAspect="1"/>
          </p:cNvPicPr>
          <p:nvPr/>
        </p:nvPicPr>
        <p:blipFill>
          <a:blip r:embed="rId3"/>
          <a:stretch>
            <a:fillRect/>
          </a:stretch>
        </p:blipFill>
        <p:spPr>
          <a:xfrm>
            <a:off x="6594348" y="2226564"/>
            <a:ext cx="320040" cy="320040"/>
          </a:xfrm>
          <a:prstGeom prst="rect">
            <a:avLst/>
          </a:prstGeom>
        </p:spPr>
      </p:pic>
      <p:sp>
        <p:nvSpPr>
          <p:cNvPr id="29" name="Shape 24"/>
          <p:cNvSpPr/>
          <p:nvPr/>
        </p:nvSpPr>
        <p:spPr>
          <a:xfrm>
            <a:off x="7211568" y="2112264"/>
            <a:ext cx="685800" cy="274320"/>
          </a:xfrm>
          <a:prstGeom prst="roundRect">
            <a:avLst>
              <a:gd name="adj" fmla="val 50000"/>
            </a:avLst>
          </a:prstGeom>
          <a:solidFill>
            <a:srgbClr val="7FA6D9"/>
          </a:solidFill>
          <a:ln/>
        </p:spPr>
      </p:sp>
      <p:sp>
        <p:nvSpPr>
          <p:cNvPr id="30" name="Text 25"/>
          <p:cNvSpPr txBox="1"/>
          <p:nvPr/>
        </p:nvSpPr>
        <p:spPr>
          <a:xfrm>
            <a:off x="7211568" y="2112264"/>
            <a:ext cx="685800" cy="274320"/>
          </a:xfrm>
          <a:prstGeom prst="rect">
            <a:avLst/>
          </a:prstGeom>
          <a:noFill/>
          <a:ln/>
        </p:spPr>
        <p:txBody>
          <a:bodyPr wrap="square" lIns="0" tIns="0" rIns="0" bIns="0" rtlCol="0" anchor="ctr"/>
          <a:lstStyle/>
          <a:p>
            <a:pPr algn="ctr" indent="0" marL="0">
              <a:buNone/>
            </a:pPr>
            <a:r>
              <a:rPr lang="ko-KR" altLang="en-US" sz="1200" b="1" dirty="0">
                <a:solidFill>
                  <a:srgbClr val="06122A"/>
                </a:solidFill>
                <a:latin typeface="맑은 고딕" pitchFamily="34" charset="0"/>
                <a:ea typeface="맑은 고딕" pitchFamily="34" charset="-122"/>
                <a:cs typeface="맑은 고딕" pitchFamily="34" charset="-120"/>
              </a:rPr>
              <a:t>고급</a:t>
            </a:r>
            <a:endParaRPr lang="ko-KR" sz="1200" dirty="0"/>
          </a:p>
        </p:txBody>
      </p:sp>
      <p:sp>
        <p:nvSpPr>
          <p:cNvPr id="31" name="Text 26"/>
          <p:cNvSpPr txBox="1"/>
          <p:nvPr/>
        </p:nvSpPr>
        <p:spPr>
          <a:xfrm>
            <a:off x="7211568" y="2404872"/>
            <a:ext cx="1554480" cy="320040"/>
          </a:xfrm>
          <a:prstGeom prst="rect">
            <a:avLst/>
          </a:prstGeom>
          <a:noFill/>
          <a:ln/>
        </p:spPr>
        <p:txBody>
          <a:bodyPr wrap="square" lIns="0" tIns="0" rIns="0" bIns="0" rtlCol="0" anchor="t"/>
          <a:lstStyle/>
          <a:p>
            <a:pPr indent="0" marL="0">
              <a:buNone/>
            </a:pPr>
            <a:r>
              <a:rPr lang="ko-KR" altLang="en-US" sz="1600" b="1" dirty="0">
                <a:solidFill>
                  <a:srgbClr val="FFFFFF"/>
                </a:solidFill>
                <a:latin typeface="맑은 고딕" pitchFamily="34" charset="0"/>
                <a:ea typeface="맑은 고딕" pitchFamily="34" charset="-122"/>
                <a:cs typeface="맑은 고딕" pitchFamily="34" charset="-120"/>
              </a:rPr>
              <a:t>선임 심사관</a:t>
            </a:r>
            <a:endParaRPr lang="ko-KR" sz="1600" dirty="0"/>
          </a:p>
        </p:txBody>
      </p:sp>
      <p:sp>
        <p:nvSpPr>
          <p:cNvPr id="32" name="Text 27"/>
          <p:cNvSpPr txBox="1"/>
          <p:nvPr/>
        </p:nvSpPr>
        <p:spPr>
          <a:xfrm>
            <a:off x="6434328" y="2862072"/>
            <a:ext cx="2240280" cy="365760"/>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여러 규칙·근거 종합 판정</a:t>
            </a:r>
            <a:endParaRPr lang="ko-KR" sz="1500" dirty="0"/>
          </a:p>
        </p:txBody>
      </p:sp>
      <p:sp>
        <p:nvSpPr>
          <p:cNvPr id="33" name="Text 28"/>
          <p:cNvSpPr txBox="1"/>
          <p:nvPr/>
        </p:nvSpPr>
        <p:spPr>
          <a:xfrm>
            <a:off x="6434328" y="3319272"/>
            <a:ext cx="1371600" cy="201168"/>
          </a:xfrm>
          <a:prstGeom prst="rect">
            <a:avLst/>
          </a:prstGeom>
          <a:noFill/>
          <a:ln/>
        </p:spPr>
        <p:txBody>
          <a:bodyPr wrap="square" lIns="0" tIns="0" rIns="0" bIns="0" rtlCol="0" anchor="t"/>
          <a:lstStyle/>
          <a:p>
            <a:pPr indent="0" marL="0">
              <a:buNone/>
            </a:pPr>
            <a:r>
              <a:rPr lang="ko-KR" altLang="en-US" sz="1100" b="1" dirty="0">
                <a:solidFill>
                  <a:srgbClr val="19B3B1"/>
                </a:solidFill>
                <a:latin typeface="맑은 고딕" pitchFamily="34" charset="0"/>
                <a:ea typeface="맑은 고딕" pitchFamily="34" charset="-122"/>
                <a:cs typeface="맑은 고딕" pitchFamily="34" charset="-120"/>
              </a:rPr>
              <a:t>예시 사건</a:t>
            </a:r>
            <a:endParaRPr lang="ko-KR" sz="1100" dirty="0"/>
          </a:p>
        </p:txBody>
      </p:sp>
      <p:sp>
        <p:nvSpPr>
          <p:cNvPr id="34" name="Text 29"/>
          <p:cNvSpPr txBox="1"/>
          <p:nvPr/>
        </p:nvSpPr>
        <p:spPr>
          <a:xfrm>
            <a:off x="6434328" y="3529584"/>
            <a:ext cx="2240280" cy="292608"/>
          </a:xfrm>
          <a:prstGeom prst="rect">
            <a:avLst/>
          </a:prstGeom>
          <a:noFill/>
          <a:ln/>
        </p:spPr>
        <p:txBody>
          <a:bodyPr wrap="square" lIns="0" tIns="0" rIns="0" bIns="0" rtlCol="0" anchor="t"/>
          <a:lstStyle/>
          <a:p>
            <a:pPr indent="0" marL="0">
              <a:buNone/>
            </a:pPr>
            <a:r>
              <a:rPr lang="ko-KR" altLang="en-US" sz="1300" dirty="0">
                <a:solidFill>
                  <a:srgbClr val="A9BCD3"/>
                </a:solidFill>
                <a:latin typeface="맑은 고딕" pitchFamily="34" charset="0"/>
                <a:ea typeface="맑은 고딕" pitchFamily="34" charset="-122"/>
                <a:cs typeface="맑은 고딕" pitchFamily="34" charset="-120"/>
              </a:rPr>
              <a:t>개인정보 담긴 공개 링크</a:t>
            </a:r>
            <a:endParaRPr lang="ko-KR" sz="1300" dirty="0"/>
          </a:p>
        </p:txBody>
      </p:sp>
      <p:sp>
        <p:nvSpPr>
          <p:cNvPr id="35" name="Text 30"/>
          <p:cNvSpPr txBox="1"/>
          <p:nvPr/>
        </p:nvSpPr>
        <p:spPr>
          <a:xfrm>
            <a:off x="6434328" y="3913632"/>
            <a:ext cx="914400" cy="201168"/>
          </a:xfrm>
          <a:prstGeom prst="rect">
            <a:avLst/>
          </a:prstGeom>
          <a:noFill/>
          <a:ln/>
        </p:spPr>
        <p:txBody>
          <a:bodyPr wrap="square" lIns="0" tIns="0" rIns="0" bIns="0" rtlCol="0" anchor="t"/>
          <a:lstStyle/>
          <a:p>
            <a:pPr indent="0" marL="0">
              <a:buNone/>
            </a:pPr>
            <a:r>
              <a:rPr lang="ko-KR" altLang="en-US" sz="1100" b="1" dirty="0">
                <a:solidFill>
                  <a:srgbClr val="F2B33D"/>
                </a:solidFill>
                <a:latin typeface="맑은 고딕" pitchFamily="34" charset="0"/>
                <a:ea typeface="맑은 고딕" pitchFamily="34" charset="-122"/>
                <a:cs typeface="맑은 고딕" pitchFamily="34" charset="-120"/>
              </a:rPr>
              <a:t>해금</a:t>
            </a:r>
            <a:endParaRPr lang="ko-KR" sz="1100" dirty="0"/>
          </a:p>
        </p:txBody>
      </p:sp>
      <p:sp>
        <p:nvSpPr>
          <p:cNvPr id="36" name="Text 31"/>
          <p:cNvSpPr txBox="1"/>
          <p:nvPr/>
        </p:nvSpPr>
        <p:spPr>
          <a:xfrm>
            <a:off x="6434328" y="4123944"/>
            <a:ext cx="2240280" cy="411480"/>
          </a:xfrm>
          <a:prstGeom prst="rect">
            <a:avLst/>
          </a:prstGeom>
          <a:noFill/>
          <a:ln/>
        </p:spPr>
        <p:txBody>
          <a:bodyPr wrap="square" lIns="0" tIns="0" rIns="0" bIns="0" rtlCol="0" anchor="t"/>
          <a:lstStyle/>
          <a:p>
            <a:pPr indent="0" marL="0">
              <a:buNone/>
            </a:pPr>
            <a:r>
              <a:rPr lang="ko-KR" altLang="en-US" sz="1200" b="1" dirty="0">
                <a:solidFill>
                  <a:srgbClr val="FFFFFF"/>
                </a:solidFill>
                <a:latin typeface="맑은 고딕" pitchFamily="34" charset="0"/>
                <a:ea typeface="맑은 고딕" pitchFamily="34" charset="-122"/>
                <a:cs typeface="맑은 고딕" pitchFamily="34" charset="-120"/>
              </a:rPr>
              <a:t>근거 선택</a:t>
            </a:r>
            <a:endParaRPr lang="ko-KR" sz="1200" dirty="0"/>
          </a:p>
        </p:txBody>
      </p:sp>
      <p:sp>
        <p:nvSpPr>
          <p:cNvPr id="37" name="level-3"/>
          <p:cNvSpPr/>
          <p:nvPr/>
        </p:nvSpPr>
        <p:spPr>
          <a:xfrm>
            <a:off x="9034272" y="1636776"/>
            <a:ext cx="2606040" cy="3392424"/>
          </a:xfrm>
          <a:prstGeom prst="roundRect">
            <a:avLst>
              <a:gd name="adj" fmla="val 4912"/>
            </a:avLst>
          </a:prstGeom>
          <a:solidFill>
            <a:srgbClr val="14284B"/>
          </a:solidFill>
          <a:ln w="12700">
            <a:solidFill>
              <a:srgbClr val="1E3A66"/>
            </a:solidFill>
            <a:prstDash val="solid"/>
          </a:ln>
        </p:spPr>
      </p:sp>
      <p:sp>
        <p:nvSpPr>
          <p:cNvPr id="38" name="Shape 33"/>
          <p:cNvSpPr/>
          <p:nvPr/>
        </p:nvSpPr>
        <p:spPr>
          <a:xfrm>
            <a:off x="9262872" y="1865376"/>
            <a:ext cx="640080" cy="640080"/>
          </a:xfrm>
          <a:prstGeom prst="ellipse">
            <a:avLst/>
          </a:prstGeom>
          <a:solidFill>
            <a:srgbClr val="F2B33D"/>
          </a:solidFill>
          <a:ln/>
        </p:spPr>
      </p:sp>
      <p:pic>
        <p:nvPicPr>
          <p:cNvPr id="39" name="Image 3" descr="preencoded.png">    </p:cNvPr>
          <p:cNvPicPr>
            <a:picLocks noChangeAspect="1"/>
          </p:cNvPicPr>
          <p:nvPr/>
        </p:nvPicPr>
        <p:blipFill>
          <a:blip r:embed="rId4"/>
          <a:stretch>
            <a:fillRect/>
          </a:stretch>
        </p:blipFill>
        <p:spPr>
          <a:xfrm>
            <a:off x="9422892" y="2025396"/>
            <a:ext cx="320040" cy="320040"/>
          </a:xfrm>
          <a:prstGeom prst="rect">
            <a:avLst/>
          </a:prstGeom>
        </p:spPr>
      </p:pic>
      <p:sp>
        <p:nvSpPr>
          <p:cNvPr id="40" name="Shape 34"/>
          <p:cNvSpPr/>
          <p:nvPr/>
        </p:nvSpPr>
        <p:spPr>
          <a:xfrm>
            <a:off x="10040112" y="1911096"/>
            <a:ext cx="685800" cy="274320"/>
          </a:xfrm>
          <a:prstGeom prst="roundRect">
            <a:avLst>
              <a:gd name="adj" fmla="val 50000"/>
            </a:avLst>
          </a:prstGeom>
          <a:solidFill>
            <a:srgbClr val="F2B33D"/>
          </a:solidFill>
          <a:ln/>
        </p:spPr>
      </p:sp>
      <p:sp>
        <p:nvSpPr>
          <p:cNvPr id="41" name="Text 35"/>
          <p:cNvSpPr txBox="1"/>
          <p:nvPr/>
        </p:nvSpPr>
        <p:spPr>
          <a:xfrm>
            <a:off x="10040112" y="1911096"/>
            <a:ext cx="685800" cy="274320"/>
          </a:xfrm>
          <a:prstGeom prst="rect">
            <a:avLst/>
          </a:prstGeom>
          <a:noFill/>
          <a:ln/>
        </p:spPr>
        <p:txBody>
          <a:bodyPr wrap="square" lIns="0" tIns="0" rIns="0" bIns="0" rtlCol="0" anchor="ctr"/>
          <a:lstStyle/>
          <a:p>
            <a:pPr algn="ctr" indent="0" marL="0">
              <a:buNone/>
            </a:pPr>
            <a:r>
              <a:rPr lang="ko-KR" altLang="en-US" sz="1200" b="1" dirty="0">
                <a:solidFill>
                  <a:srgbClr val="06122A"/>
                </a:solidFill>
                <a:latin typeface="맑은 고딕" pitchFamily="34" charset="0"/>
                <a:ea typeface="맑은 고딕" pitchFamily="34" charset="-122"/>
                <a:cs typeface="맑은 고딕" pitchFamily="34" charset="-120"/>
              </a:rPr>
              <a:t>심화</a:t>
            </a:r>
            <a:endParaRPr lang="ko-KR" sz="1200" dirty="0"/>
          </a:p>
        </p:txBody>
      </p:sp>
      <p:sp>
        <p:nvSpPr>
          <p:cNvPr id="42" name="Text 36"/>
          <p:cNvSpPr txBox="1"/>
          <p:nvPr/>
        </p:nvSpPr>
        <p:spPr>
          <a:xfrm>
            <a:off x="10040112" y="2203704"/>
            <a:ext cx="1554480" cy="320040"/>
          </a:xfrm>
          <a:prstGeom prst="rect">
            <a:avLst/>
          </a:prstGeom>
          <a:noFill/>
          <a:ln/>
        </p:spPr>
        <p:txBody>
          <a:bodyPr wrap="square" lIns="0" tIns="0" rIns="0" bIns="0" rtlCol="0" anchor="t"/>
          <a:lstStyle/>
          <a:p>
            <a:pPr indent="0" marL="0">
              <a:buNone/>
            </a:pPr>
            <a:r>
              <a:rPr lang="ko-KR" altLang="en-US" sz="1600" b="1" dirty="0">
                <a:solidFill>
                  <a:srgbClr val="FFFFFF"/>
                </a:solidFill>
                <a:latin typeface="맑은 고딕" pitchFamily="34" charset="0"/>
                <a:ea typeface="맑은 고딕" pitchFamily="34" charset="-122"/>
                <a:cs typeface="맑은 고딕" pitchFamily="34" charset="-120"/>
              </a:rPr>
              <a:t>책임 심사관</a:t>
            </a:r>
            <a:endParaRPr lang="ko-KR" sz="1600" dirty="0"/>
          </a:p>
        </p:txBody>
      </p:sp>
      <p:sp>
        <p:nvSpPr>
          <p:cNvPr id="43" name="Text 37"/>
          <p:cNvSpPr txBox="1"/>
          <p:nvPr/>
        </p:nvSpPr>
        <p:spPr>
          <a:xfrm>
            <a:off x="9262872" y="2660904"/>
            <a:ext cx="2240280" cy="365760"/>
          </a:xfrm>
          <a:prstGeom prst="rect">
            <a:avLst/>
          </a:prstGeom>
          <a:noFill/>
          <a:ln/>
        </p:spPr>
        <p:txBody>
          <a:bodyPr wrap="square" lIns="0" tIns="0" rIns="0" bIns="0" rtlCol="0" anchor="t"/>
          <a:lstStyle/>
          <a:p>
            <a:pPr indent="0" marL="0">
              <a:buNone/>
            </a:pPr>
            <a:r>
              <a:rPr lang="ko-KR" altLang="en-US" sz="1500" b="1" dirty="0">
                <a:solidFill>
                  <a:srgbClr val="FFFFFF"/>
                </a:solidFill>
                <a:latin typeface="맑은 고딕" pitchFamily="34" charset="0"/>
                <a:ea typeface="맑은 고딕" pitchFamily="34" charset="-122"/>
                <a:cs typeface="맑은 고딕" pitchFamily="34" charset="-120"/>
              </a:rPr>
              <a:t>긴급·사칭·불완전 정보</a:t>
            </a:r>
            <a:endParaRPr lang="ko-KR" sz="1500" dirty="0"/>
          </a:p>
        </p:txBody>
      </p:sp>
      <p:sp>
        <p:nvSpPr>
          <p:cNvPr id="44" name="Text 38"/>
          <p:cNvSpPr txBox="1"/>
          <p:nvPr/>
        </p:nvSpPr>
        <p:spPr>
          <a:xfrm>
            <a:off x="9262872" y="3118104"/>
            <a:ext cx="1371600" cy="201168"/>
          </a:xfrm>
          <a:prstGeom prst="rect">
            <a:avLst/>
          </a:prstGeom>
          <a:noFill/>
          <a:ln/>
        </p:spPr>
        <p:txBody>
          <a:bodyPr wrap="square" lIns="0" tIns="0" rIns="0" bIns="0" rtlCol="0" anchor="t"/>
          <a:lstStyle/>
          <a:p>
            <a:pPr indent="0" marL="0">
              <a:buNone/>
            </a:pPr>
            <a:r>
              <a:rPr lang="ko-KR" altLang="en-US" sz="1100" b="1" dirty="0">
                <a:solidFill>
                  <a:srgbClr val="19B3B1"/>
                </a:solidFill>
                <a:latin typeface="맑은 고딕" pitchFamily="34" charset="0"/>
                <a:ea typeface="맑은 고딕" pitchFamily="34" charset="-122"/>
                <a:cs typeface="맑은 고딕" pitchFamily="34" charset="-120"/>
              </a:rPr>
              <a:t>예시 사건</a:t>
            </a:r>
            <a:endParaRPr lang="ko-KR" sz="1100" dirty="0"/>
          </a:p>
        </p:txBody>
      </p:sp>
      <p:sp>
        <p:nvSpPr>
          <p:cNvPr id="45" name="Text 39"/>
          <p:cNvSpPr txBox="1"/>
          <p:nvPr/>
        </p:nvSpPr>
        <p:spPr>
          <a:xfrm>
            <a:off x="9262872" y="3328416"/>
            <a:ext cx="2240280" cy="292608"/>
          </a:xfrm>
          <a:prstGeom prst="rect">
            <a:avLst/>
          </a:prstGeom>
          <a:noFill/>
          <a:ln/>
        </p:spPr>
        <p:txBody>
          <a:bodyPr wrap="square" lIns="0" tIns="0" rIns="0" bIns="0" rtlCol="0" anchor="t"/>
          <a:lstStyle/>
          <a:p>
            <a:pPr indent="0" marL="0">
              <a:buNone/>
            </a:pPr>
            <a:r>
              <a:rPr lang="ko-KR" altLang="en-US" sz="1300" dirty="0">
                <a:solidFill>
                  <a:srgbClr val="A9BCD3"/>
                </a:solidFill>
                <a:latin typeface="맑은 고딕" pitchFamily="34" charset="0"/>
                <a:ea typeface="맑은 고딕" pitchFamily="34" charset="-122"/>
                <a:cs typeface="맑은 고딕" pitchFamily="34" charset="-120"/>
              </a:rPr>
              <a:t>‘선생님’의 긴급 권한 요청</a:t>
            </a:r>
            <a:endParaRPr lang="ko-KR" sz="1300" dirty="0"/>
          </a:p>
        </p:txBody>
      </p:sp>
      <p:sp>
        <p:nvSpPr>
          <p:cNvPr id="46" name="Text 40"/>
          <p:cNvSpPr txBox="1"/>
          <p:nvPr/>
        </p:nvSpPr>
        <p:spPr>
          <a:xfrm>
            <a:off x="9262872" y="3712464"/>
            <a:ext cx="914400" cy="201168"/>
          </a:xfrm>
          <a:prstGeom prst="rect">
            <a:avLst/>
          </a:prstGeom>
          <a:noFill/>
          <a:ln/>
        </p:spPr>
        <p:txBody>
          <a:bodyPr wrap="square" lIns="0" tIns="0" rIns="0" bIns="0" rtlCol="0" anchor="t"/>
          <a:lstStyle/>
          <a:p>
            <a:pPr indent="0" marL="0">
              <a:buNone/>
            </a:pPr>
            <a:r>
              <a:rPr lang="ko-KR" altLang="en-US" sz="1100" b="1" dirty="0">
                <a:solidFill>
                  <a:srgbClr val="F2B33D"/>
                </a:solidFill>
                <a:latin typeface="맑은 고딕" pitchFamily="34" charset="0"/>
                <a:ea typeface="맑은 고딕" pitchFamily="34" charset="-122"/>
                <a:cs typeface="맑은 고딕" pitchFamily="34" charset="-120"/>
              </a:rPr>
              <a:t>해금</a:t>
            </a:r>
            <a:endParaRPr lang="ko-KR" sz="1100" dirty="0"/>
          </a:p>
        </p:txBody>
      </p:sp>
      <p:sp>
        <p:nvSpPr>
          <p:cNvPr id="47" name="Text 41"/>
          <p:cNvSpPr txBox="1"/>
          <p:nvPr/>
        </p:nvSpPr>
        <p:spPr>
          <a:xfrm>
            <a:off x="9262872" y="3922776"/>
            <a:ext cx="2240280" cy="411480"/>
          </a:xfrm>
          <a:prstGeom prst="rect">
            <a:avLst/>
          </a:prstGeom>
          <a:noFill/>
          <a:ln/>
        </p:spPr>
        <p:txBody>
          <a:bodyPr wrap="square" lIns="0" tIns="0" rIns="0" bIns="0" rtlCol="0" anchor="t"/>
          <a:lstStyle/>
          <a:p>
            <a:pPr indent="0" marL="0">
              <a:buNone/>
            </a:pPr>
            <a:r>
              <a:rPr lang="ko-KR" altLang="en-US" sz="1200" b="1" dirty="0">
                <a:solidFill>
                  <a:srgbClr val="FFFFFF"/>
                </a:solidFill>
                <a:latin typeface="맑은 고딕" pitchFamily="34" charset="0"/>
                <a:ea typeface="맑은 고딕" pitchFamily="34" charset="-122"/>
                <a:cs typeface="맑은 고딕" pitchFamily="34" charset="-120"/>
              </a:rPr>
              <a:t>공식 연락처 확인 · 2단계 판정</a:t>
            </a:r>
            <a:endParaRPr lang="ko-KR" sz="1200" dirty="0"/>
          </a:p>
        </p:txBody>
      </p:sp>
      <p:sp>
        <p:nvSpPr>
          <p:cNvPr id="48" name="Shape 42"/>
          <p:cNvSpPr/>
          <p:nvPr/>
        </p:nvSpPr>
        <p:spPr>
          <a:xfrm>
            <a:off x="548640" y="5230368"/>
            <a:ext cx="11091672" cy="1078992"/>
          </a:xfrm>
          <a:prstGeom prst="roundRect">
            <a:avLst>
              <a:gd name="adj" fmla="val 11864"/>
            </a:avLst>
          </a:prstGeom>
          <a:solidFill>
            <a:srgbClr val="06122A"/>
          </a:solidFill>
          <a:ln w="12700">
            <a:solidFill>
              <a:srgbClr val="1E3A66"/>
            </a:solidFill>
            <a:prstDash val="solid"/>
          </a:ln>
        </p:spPr>
      </p:sp>
      <p:sp>
        <p:nvSpPr>
          <p:cNvPr id="49" name="Shape 43"/>
          <p:cNvSpPr/>
          <p:nvPr/>
        </p:nvSpPr>
        <p:spPr>
          <a:xfrm>
            <a:off x="1124712" y="5340096"/>
            <a:ext cx="502920" cy="502920"/>
          </a:xfrm>
          <a:prstGeom prst="ellipse">
            <a:avLst/>
          </a:prstGeom>
          <a:solidFill>
            <a:srgbClr val="14284B"/>
          </a:solidFill>
          <a:ln/>
        </p:spPr>
      </p:sp>
      <p:pic>
        <p:nvPicPr>
          <p:cNvPr id="50" name="Image 4" descr="preencoded.png">    </p:cNvPr>
          <p:cNvPicPr>
            <a:picLocks noChangeAspect="1"/>
          </p:cNvPicPr>
          <p:nvPr/>
        </p:nvPicPr>
        <p:blipFill>
          <a:blip r:embed="rId5"/>
          <a:stretch>
            <a:fillRect/>
          </a:stretch>
        </p:blipFill>
        <p:spPr>
          <a:xfrm>
            <a:off x="1250442" y="5465826"/>
            <a:ext cx="251460" cy="251460"/>
          </a:xfrm>
          <a:prstGeom prst="rect">
            <a:avLst/>
          </a:prstGeom>
        </p:spPr>
      </p:pic>
      <p:sp>
        <p:nvSpPr>
          <p:cNvPr id="51" name="Text 44"/>
          <p:cNvSpPr txBox="1"/>
          <p:nvPr/>
        </p:nvSpPr>
        <p:spPr>
          <a:xfrm>
            <a:off x="731520" y="5897880"/>
            <a:ext cx="1280160" cy="274320"/>
          </a:xfrm>
          <a:prstGeom prst="rect">
            <a:avLst/>
          </a:prstGeom>
          <a:noFill/>
          <a:ln/>
        </p:spPr>
        <p:txBody>
          <a:bodyPr wrap="square" lIns="0" tIns="0" rIns="0" bIns="0" rtlCol="0" anchor="t"/>
          <a:lstStyle/>
          <a:p>
            <a:pPr algn="ctr" indent="0" marL="0">
              <a:buNone/>
            </a:pPr>
            <a:r>
              <a:rPr lang="ko-KR" altLang="en-US" sz="1200" b="1" dirty="0">
                <a:solidFill>
                  <a:srgbClr val="FFFFFF"/>
                </a:solidFill>
                <a:latin typeface="맑은 고딕" pitchFamily="34" charset="0"/>
                <a:ea typeface="맑은 고딕" pitchFamily="34" charset="-122"/>
                <a:cs typeface="맑은 고딕" pitchFamily="34" charset="-120"/>
              </a:rPr>
              <a:t>심사관 등급</a:t>
            </a:r>
            <a:endParaRPr lang="ko-KR" sz="1200" dirty="0"/>
          </a:p>
        </p:txBody>
      </p:sp>
      <p:sp>
        <p:nvSpPr>
          <p:cNvPr id="52" name="Shape 45"/>
          <p:cNvSpPr/>
          <p:nvPr/>
        </p:nvSpPr>
        <p:spPr>
          <a:xfrm>
            <a:off x="2542032" y="5340096"/>
            <a:ext cx="502920" cy="502920"/>
          </a:xfrm>
          <a:prstGeom prst="ellipse">
            <a:avLst/>
          </a:prstGeom>
          <a:solidFill>
            <a:srgbClr val="14284B"/>
          </a:solidFill>
          <a:ln/>
        </p:spPr>
      </p:sp>
      <p:pic>
        <p:nvPicPr>
          <p:cNvPr id="53" name="Image 5" descr="preencoded.png">    </p:cNvPr>
          <p:cNvPicPr>
            <a:picLocks noChangeAspect="1"/>
          </p:cNvPicPr>
          <p:nvPr/>
        </p:nvPicPr>
        <p:blipFill>
          <a:blip r:embed="rId6"/>
          <a:stretch>
            <a:fillRect/>
          </a:stretch>
        </p:blipFill>
        <p:spPr>
          <a:xfrm>
            <a:off x="2667762" y="5465826"/>
            <a:ext cx="251460" cy="251460"/>
          </a:xfrm>
          <a:prstGeom prst="rect">
            <a:avLst/>
          </a:prstGeom>
        </p:spPr>
      </p:pic>
      <p:sp>
        <p:nvSpPr>
          <p:cNvPr id="54" name="Text 46"/>
          <p:cNvSpPr txBox="1"/>
          <p:nvPr/>
        </p:nvSpPr>
        <p:spPr>
          <a:xfrm>
            <a:off x="2148840" y="5897880"/>
            <a:ext cx="1280160" cy="274320"/>
          </a:xfrm>
          <a:prstGeom prst="rect">
            <a:avLst/>
          </a:prstGeom>
          <a:noFill/>
          <a:ln/>
        </p:spPr>
        <p:txBody>
          <a:bodyPr wrap="square" lIns="0" tIns="0" rIns="0" bIns="0" rtlCol="0" anchor="t"/>
          <a:lstStyle/>
          <a:p>
            <a:pPr algn="ctr" indent="0" marL="0">
              <a:buNone/>
            </a:pPr>
            <a:r>
              <a:rPr lang="ko-KR" altLang="en-US" sz="1200" b="1" dirty="0">
                <a:solidFill>
                  <a:srgbClr val="FFFFFF"/>
                </a:solidFill>
                <a:latin typeface="맑은 고딕" pitchFamily="34" charset="0"/>
                <a:ea typeface="맑은 고딕" pitchFamily="34" charset="-122"/>
                <a:cs typeface="맑은 고딕" pitchFamily="34" charset="-120"/>
              </a:rPr>
              <a:t>신규 보안 도구</a:t>
            </a:r>
            <a:endParaRPr lang="ko-KR" sz="1200" dirty="0"/>
          </a:p>
        </p:txBody>
      </p:sp>
      <p:sp>
        <p:nvSpPr>
          <p:cNvPr id="55" name="Shape 47"/>
          <p:cNvSpPr/>
          <p:nvPr/>
        </p:nvSpPr>
        <p:spPr>
          <a:xfrm>
            <a:off x="3959352" y="5340096"/>
            <a:ext cx="502920" cy="502920"/>
          </a:xfrm>
          <a:prstGeom prst="ellipse">
            <a:avLst/>
          </a:prstGeom>
          <a:solidFill>
            <a:srgbClr val="14284B"/>
          </a:solidFill>
          <a:ln/>
        </p:spPr>
      </p:sp>
      <p:pic>
        <p:nvPicPr>
          <p:cNvPr id="56" name="Image 6" descr="preencoded.png">    </p:cNvPr>
          <p:cNvPicPr>
            <a:picLocks noChangeAspect="1"/>
          </p:cNvPicPr>
          <p:nvPr/>
        </p:nvPicPr>
        <p:blipFill>
          <a:blip r:embed="rId7"/>
          <a:stretch>
            <a:fillRect/>
          </a:stretch>
        </p:blipFill>
        <p:spPr>
          <a:xfrm>
            <a:off x="4085082" y="5465826"/>
            <a:ext cx="251460" cy="251460"/>
          </a:xfrm>
          <a:prstGeom prst="rect">
            <a:avLst/>
          </a:prstGeom>
        </p:spPr>
      </p:pic>
      <p:sp>
        <p:nvSpPr>
          <p:cNvPr id="57" name="Text 48"/>
          <p:cNvSpPr txBox="1"/>
          <p:nvPr/>
        </p:nvSpPr>
        <p:spPr>
          <a:xfrm>
            <a:off x="3566160" y="5897880"/>
            <a:ext cx="1280160" cy="274320"/>
          </a:xfrm>
          <a:prstGeom prst="rect">
            <a:avLst/>
          </a:prstGeom>
          <a:noFill/>
          <a:ln/>
        </p:spPr>
        <p:txBody>
          <a:bodyPr wrap="square" lIns="0" tIns="0" rIns="0" bIns="0" rtlCol="0" anchor="t"/>
          <a:lstStyle/>
          <a:p>
            <a:pPr algn="ctr" indent="0" marL="0">
              <a:buNone/>
            </a:pPr>
            <a:r>
              <a:rPr lang="ko-KR" altLang="en-US" sz="1200" b="1" dirty="0">
                <a:solidFill>
                  <a:srgbClr val="FFFFFF"/>
                </a:solidFill>
                <a:latin typeface="맑은 고딕" pitchFamily="34" charset="0"/>
                <a:ea typeface="맑은 고딕" pitchFamily="34" charset="-122"/>
                <a:cs typeface="맑은 고딕" pitchFamily="34" charset="-120"/>
              </a:rPr>
              <a:t>가상 배지</a:t>
            </a:r>
            <a:endParaRPr lang="ko-KR" sz="1200" dirty="0"/>
          </a:p>
        </p:txBody>
      </p:sp>
      <p:sp>
        <p:nvSpPr>
          <p:cNvPr id="58" name="Shape 49"/>
          <p:cNvSpPr/>
          <p:nvPr/>
        </p:nvSpPr>
        <p:spPr>
          <a:xfrm>
            <a:off x="5376672" y="5340096"/>
            <a:ext cx="502920" cy="502920"/>
          </a:xfrm>
          <a:prstGeom prst="ellipse">
            <a:avLst/>
          </a:prstGeom>
          <a:solidFill>
            <a:srgbClr val="14284B"/>
          </a:solidFill>
          <a:ln/>
        </p:spPr>
      </p:sp>
      <p:pic>
        <p:nvPicPr>
          <p:cNvPr id="59" name="Image 7" descr="preencoded.png">    </p:cNvPr>
          <p:cNvPicPr>
            <a:picLocks noChangeAspect="1"/>
          </p:cNvPicPr>
          <p:nvPr/>
        </p:nvPicPr>
        <p:blipFill>
          <a:blip r:embed="rId8"/>
          <a:stretch>
            <a:fillRect/>
          </a:stretch>
        </p:blipFill>
        <p:spPr>
          <a:xfrm>
            <a:off x="5502402" y="5465826"/>
            <a:ext cx="251460" cy="251460"/>
          </a:xfrm>
          <a:prstGeom prst="rect">
            <a:avLst/>
          </a:prstGeom>
        </p:spPr>
      </p:pic>
      <p:sp>
        <p:nvSpPr>
          <p:cNvPr id="60" name="Text 50"/>
          <p:cNvSpPr txBox="1"/>
          <p:nvPr/>
        </p:nvSpPr>
        <p:spPr>
          <a:xfrm>
            <a:off x="4983480" y="5897880"/>
            <a:ext cx="1280160" cy="274320"/>
          </a:xfrm>
          <a:prstGeom prst="rect">
            <a:avLst/>
          </a:prstGeom>
          <a:noFill/>
          <a:ln/>
        </p:spPr>
        <p:txBody>
          <a:bodyPr wrap="square" lIns="0" tIns="0" rIns="0" bIns="0" rtlCol="0" anchor="t"/>
          <a:lstStyle/>
          <a:p>
            <a:pPr algn="ctr" indent="0" marL="0">
              <a:buNone/>
            </a:pPr>
            <a:r>
              <a:rPr lang="ko-KR" altLang="en-US" sz="1200" b="1" dirty="0">
                <a:solidFill>
                  <a:srgbClr val="FFFFFF"/>
                </a:solidFill>
                <a:latin typeface="맑은 고딕" pitchFamily="34" charset="0"/>
                <a:ea typeface="맑은 고딕" pitchFamily="34" charset="-122"/>
                <a:cs typeface="맑은 고딕" pitchFamily="34" charset="-120"/>
              </a:rPr>
              <a:t>챕터 진행도</a:t>
            </a:r>
            <a:endParaRPr lang="ko-KR" sz="1200" dirty="0"/>
          </a:p>
        </p:txBody>
      </p:sp>
      <p:sp>
        <p:nvSpPr>
          <p:cNvPr id="61" name="Shape 51"/>
          <p:cNvSpPr/>
          <p:nvPr/>
        </p:nvSpPr>
        <p:spPr>
          <a:xfrm>
            <a:off x="6793992" y="5340096"/>
            <a:ext cx="502920" cy="502920"/>
          </a:xfrm>
          <a:prstGeom prst="ellipse">
            <a:avLst/>
          </a:prstGeom>
          <a:solidFill>
            <a:srgbClr val="14284B"/>
          </a:solidFill>
          <a:ln/>
        </p:spPr>
      </p:sp>
      <p:pic>
        <p:nvPicPr>
          <p:cNvPr id="62" name="Image 8" descr="preencoded.png">    </p:cNvPr>
          <p:cNvPicPr>
            <a:picLocks noChangeAspect="1"/>
          </p:cNvPicPr>
          <p:nvPr/>
        </p:nvPicPr>
        <p:blipFill>
          <a:blip r:embed="rId9"/>
          <a:stretch>
            <a:fillRect/>
          </a:stretch>
        </p:blipFill>
        <p:spPr>
          <a:xfrm>
            <a:off x="6919722" y="5465826"/>
            <a:ext cx="251460" cy="251460"/>
          </a:xfrm>
          <a:prstGeom prst="rect">
            <a:avLst/>
          </a:prstGeom>
        </p:spPr>
      </p:pic>
      <p:sp>
        <p:nvSpPr>
          <p:cNvPr id="63" name="Text 52"/>
          <p:cNvSpPr txBox="1"/>
          <p:nvPr/>
        </p:nvSpPr>
        <p:spPr>
          <a:xfrm>
            <a:off x="6400800" y="5897880"/>
            <a:ext cx="1280160" cy="274320"/>
          </a:xfrm>
          <a:prstGeom prst="rect">
            <a:avLst/>
          </a:prstGeom>
          <a:noFill/>
          <a:ln/>
        </p:spPr>
        <p:txBody>
          <a:bodyPr wrap="square" lIns="0" tIns="0" rIns="0" bIns="0" rtlCol="0" anchor="t"/>
          <a:lstStyle/>
          <a:p>
            <a:pPr algn="ctr" indent="0" marL="0">
              <a:buNone/>
            </a:pPr>
            <a:r>
              <a:rPr lang="ko-KR" altLang="en-US" sz="1200" b="1" dirty="0">
                <a:solidFill>
                  <a:srgbClr val="FFFFFF"/>
                </a:solidFill>
                <a:latin typeface="맑은 고딕" pitchFamily="34" charset="0"/>
                <a:ea typeface="맑은 고딕" pitchFamily="34" charset="-122"/>
                <a:cs typeface="맑은 고딕" pitchFamily="34" charset="-120"/>
              </a:rPr>
              <a:t>취약 규칙 복습</a:t>
            </a:r>
            <a:endParaRPr lang="ko-KR" sz="1200" dirty="0"/>
          </a:p>
        </p:txBody>
      </p:sp>
      <p:sp>
        <p:nvSpPr>
          <p:cNvPr id="64" name="Shape 53"/>
          <p:cNvSpPr/>
          <p:nvPr/>
        </p:nvSpPr>
        <p:spPr>
          <a:xfrm>
            <a:off x="8001000" y="5376672"/>
            <a:ext cx="3474720" cy="786384"/>
          </a:xfrm>
          <a:prstGeom prst="roundRect">
            <a:avLst>
              <a:gd name="adj" fmla="val 11628"/>
            </a:avLst>
          </a:prstGeom>
          <a:solidFill>
            <a:srgbClr val="14284B"/>
          </a:solidFill>
          <a:ln/>
        </p:spPr>
      </p:sp>
      <p:sp>
        <p:nvSpPr>
          <p:cNvPr id="65" name="Text 54"/>
          <p:cNvSpPr txBox="1"/>
          <p:nvPr/>
        </p:nvSpPr>
        <p:spPr>
          <a:xfrm>
            <a:off x="8183880" y="5376672"/>
            <a:ext cx="3200400" cy="786384"/>
          </a:xfrm>
          <a:prstGeom prst="rect">
            <a:avLst/>
          </a:prstGeom>
          <a:noFill/>
          <a:ln/>
        </p:spPr>
        <p:txBody>
          <a:bodyPr wrap="square" lIns="0" tIns="0" rIns="0" bIns="0" rtlCol="0" anchor="ctr"/>
          <a:lstStyle/>
          <a:p>
            <a:pPr indent="0" marL="0">
              <a:buNone/>
            </a:pPr>
            <a:r>
              <a:rPr lang="ko-KR" altLang="en-US" sz="1300" b="1" dirty="0">
                <a:solidFill>
                  <a:srgbClr val="19B3B1"/>
                </a:solidFill>
                <a:latin typeface="맑은 고딕" pitchFamily="34" charset="0"/>
                <a:ea typeface="맑은 고딕" pitchFamily="34" charset="-122"/>
                <a:cs typeface="맑은 고딕" pitchFamily="34" charset="-120"/>
              </a:rPr>
              <a:t>평가 원칙  </a:t>
            </a:r>
            <a:pPr indent="0" marL="0">
              <a:buNone/>
            </a:pPr>
            <a:r>
              <a:rPr lang="ko-KR" altLang="en-US" sz="1300" dirty="0">
                <a:solidFill>
                  <a:srgbClr val="FFFFFF"/>
                </a:solidFill>
                <a:latin typeface="맑은 고딕" pitchFamily="34" charset="0"/>
                <a:ea typeface="맑은 고딕" pitchFamily="34" charset="-122"/>
                <a:cs typeface="맑은 고딕" pitchFamily="34" charset="-120"/>
              </a:rPr>
              <a:t>속도보다 정확한 판정과 근거</a:t>
            </a:r>
            <a:endParaRPr lang="ko-KR" sz="1300" dirty="0"/>
          </a:p>
          <a:p>
            <a:pPr indent="0" marL="0">
              <a:buNone/>
            </a:pPr>
            <a:r>
              <a:rPr lang="ko-KR" altLang="en-US" sz="1300" b="1" dirty="0">
                <a:solidFill>
                  <a:srgbClr val="F2B33D"/>
                </a:solidFill>
                <a:latin typeface="맑은 고딕" pitchFamily="34" charset="0"/>
                <a:ea typeface="맑은 고딕" pitchFamily="34" charset="-122"/>
                <a:cs typeface="맑은 고딕" pitchFamily="34" charset="-120"/>
              </a:rPr>
              <a:t>실패하면  </a:t>
            </a:r>
            <a:pPr indent="0" marL="0">
              <a:buNone/>
            </a:pPr>
            <a:r>
              <a:rPr lang="ko-KR" altLang="en-US" sz="1300" dirty="0">
                <a:solidFill>
                  <a:srgbClr val="FFFFFF"/>
                </a:solidFill>
                <a:latin typeface="맑은 고딕" pitchFamily="34" charset="0"/>
                <a:ea typeface="맑은 고딕" pitchFamily="34" charset="-122"/>
                <a:cs typeface="맑은 고딕" pitchFamily="34" charset="-120"/>
              </a:rPr>
              <a:t>힌트 → 다시 생각하기 → 재도전</a:t>
            </a:r>
            <a:endParaRPr lang="ko-KR" sz="13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하나의 게임 시스템, 두 가지 비주얼 테마</a:t>
            </a:r>
            <a:endParaRPr lang="en-US" sz="3000" dirty="0"/>
          </a:p>
        </p:txBody>
      </p:sp>
      <p:sp>
        <p:nvSpPr>
          <p:cNvPr id="3" name="Shape 1"/>
          <p:cNvSpPr/>
          <p:nvPr/>
        </p:nvSpPr>
        <p:spPr>
          <a:xfrm>
            <a:off x="548640" y="1188720"/>
            <a:ext cx="1645920" cy="3520440"/>
          </a:xfrm>
          <a:prstGeom prst="roundRect">
            <a:avLst>
              <a:gd name="adj" fmla="val 14000"/>
            </a:avLst>
          </a:prstGeom>
          <a:solidFill>
            <a:srgbClr val="040B17"/>
          </a:solidFill>
          <a:ln w="15875">
            <a:solidFill>
              <a:srgbClr val="3A5478"/>
            </a:solidFill>
            <a:prstDash val="solid"/>
          </a:ln>
          <a:effectLst>
            <a:outerShdw sx="100000" sy="100000" kx="0" ky="0" algn="bl" rotWithShape="0" blurRad="127000" dist="38100" dir="5400000">
              <a:srgbClr val="000000">
                <a:alpha val="35000"/>
              </a:srgbClr>
            </a:outerShdw>
          </a:effectLst>
        </p:spPr>
      </p:sp>
      <p:sp>
        <p:nvSpPr>
          <p:cNvPr id="4" name="Shape 2"/>
          <p:cNvSpPr/>
          <p:nvPr/>
        </p:nvSpPr>
        <p:spPr>
          <a:xfrm>
            <a:off x="614477" y="1271016"/>
            <a:ext cx="1514246" cy="3355848"/>
          </a:xfrm>
          <a:prstGeom prst="roundRect">
            <a:avLst>
              <a:gd name="adj" fmla="val 10870"/>
            </a:avLst>
          </a:prstGeom>
          <a:solidFill>
            <a:srgbClr val="0B1A33"/>
          </a:solidFill>
          <a:ln/>
        </p:spPr>
      </p:sp>
      <p:sp>
        <p:nvSpPr>
          <p:cNvPr id="5" name="Shape 3"/>
          <p:cNvSpPr/>
          <p:nvPr/>
        </p:nvSpPr>
        <p:spPr>
          <a:xfrm>
            <a:off x="614477" y="1271016"/>
            <a:ext cx="1514246" cy="3355848"/>
          </a:xfrm>
          <a:prstGeom prst="roundRect">
            <a:avLst>
              <a:gd name="adj" fmla="val 10870"/>
            </a:avLst>
          </a:prstGeom>
          <a:solidFill>
            <a:srgbClr val="F4F6FA"/>
          </a:solidFill>
          <a:ln/>
        </p:spPr>
      </p:sp>
      <p:sp>
        <p:nvSpPr>
          <p:cNvPr id="6" name="Shape 4"/>
          <p:cNvSpPr/>
          <p:nvPr/>
        </p:nvSpPr>
        <p:spPr>
          <a:xfrm>
            <a:off x="614477" y="1271016"/>
            <a:ext cx="1514246" cy="457200"/>
          </a:xfrm>
          <a:prstGeom prst="roundRect">
            <a:avLst>
              <a:gd name="adj" fmla="val 36000"/>
            </a:avLst>
          </a:prstGeom>
          <a:solidFill>
            <a:srgbClr val="0B1A33"/>
          </a:solidFill>
          <a:ln/>
        </p:spPr>
      </p:sp>
      <p:sp>
        <p:nvSpPr>
          <p:cNvPr id="7" name="Shape 5"/>
          <p:cNvSpPr/>
          <p:nvPr/>
        </p:nvSpPr>
        <p:spPr>
          <a:xfrm>
            <a:off x="614477" y="1545336"/>
            <a:ext cx="1514246" cy="182880"/>
          </a:xfrm>
          <a:prstGeom prst="rect">
            <a:avLst/>
          </a:prstGeom>
          <a:solidFill>
            <a:srgbClr val="0B1A33"/>
          </a:solidFill>
          <a:ln/>
        </p:spPr>
      </p:sp>
      <p:sp>
        <p:nvSpPr>
          <p:cNvPr id="8" name="Text 6"/>
          <p:cNvSpPr txBox="1"/>
          <p:nvPr/>
        </p:nvSpPr>
        <p:spPr>
          <a:xfrm>
            <a:off x="728594" y="1306678"/>
            <a:ext cx="356616" cy="128382"/>
          </a:xfrm>
          <a:prstGeom prst="rect">
            <a:avLst/>
          </a:prstGeom>
          <a:noFill/>
          <a:ln/>
        </p:spPr>
        <p:txBody>
          <a:bodyPr wrap="square" lIns="0" tIns="0" rIns="0" bIns="0" rtlCol="0" anchor="t"/>
          <a:lstStyle/>
          <a:p>
            <a:pPr indent="0" marL="0">
              <a:buNone/>
            </a:pPr>
            <a:r>
              <a:rPr lang="ko-KR" altLang="en-US" sz="585" b="1" dirty="0">
                <a:solidFill>
                  <a:srgbClr val="FFFFFF"/>
                </a:solidFill>
                <a:latin typeface="맑은 고딕" pitchFamily="34" charset="0"/>
                <a:ea typeface="맑은 고딕" pitchFamily="34" charset="-122"/>
                <a:cs typeface="맑은 고딕" pitchFamily="34" charset="-120"/>
              </a:rPr>
              <a:t>9:41</a:t>
            </a:r>
            <a:endParaRPr lang="ko-KR" sz="585" dirty="0"/>
          </a:p>
        </p:txBody>
      </p:sp>
      <p:sp>
        <p:nvSpPr>
          <p:cNvPr id="9" name="Shape 7"/>
          <p:cNvSpPr/>
          <p:nvPr/>
        </p:nvSpPr>
        <p:spPr>
          <a:xfrm>
            <a:off x="1171895" y="1313810"/>
            <a:ext cx="399410" cy="106985"/>
          </a:xfrm>
          <a:prstGeom prst="roundRect">
            <a:avLst>
              <a:gd name="adj" fmla="val 50000"/>
            </a:avLst>
          </a:prstGeom>
          <a:solidFill>
            <a:srgbClr val="040B17"/>
          </a:solidFill>
          <a:ln/>
        </p:spPr>
      </p:sp>
      <p:sp>
        <p:nvSpPr>
          <p:cNvPr id="10" name="Shape 8"/>
          <p:cNvSpPr/>
          <p:nvPr/>
        </p:nvSpPr>
        <p:spPr>
          <a:xfrm>
            <a:off x="1829166" y="1331641"/>
            <a:ext cx="171176" cy="78456"/>
          </a:xfrm>
          <a:prstGeom prst="roundRect">
            <a:avLst>
              <a:gd name="adj" fmla="val 27273"/>
            </a:avLst>
          </a:prstGeom>
          <a:solidFill>
            <a:srgbClr val="FFFFFF">
              <a:alpha val="90000"/>
            </a:srgbClr>
          </a:solidFill>
          <a:ln/>
        </p:spPr>
      </p:sp>
      <p:sp>
        <p:nvSpPr>
          <p:cNvPr id="11" name="Text 9"/>
          <p:cNvSpPr txBox="1"/>
          <p:nvPr/>
        </p:nvSpPr>
        <p:spPr>
          <a:xfrm>
            <a:off x="705917" y="1508760"/>
            <a:ext cx="1097280" cy="182880"/>
          </a:xfrm>
          <a:prstGeom prst="rect">
            <a:avLst/>
          </a:prstGeom>
          <a:noFill/>
          <a:ln/>
        </p:spPr>
        <p:txBody>
          <a:bodyPr wrap="square" lIns="0" tIns="0" rIns="0" bIns="0" rtlCol="0" anchor="t"/>
          <a:lstStyle/>
          <a:p>
            <a:pPr indent="0" marL="0">
              <a:buNone/>
            </a:pPr>
            <a:r>
              <a:rPr lang="ko-KR" altLang="en-US" sz="700" b="1" dirty="0">
                <a:solidFill>
                  <a:srgbClr val="FFFFFF"/>
                </a:solidFill>
                <a:latin typeface="맑은 고딕" pitchFamily="34" charset="0"/>
                <a:ea typeface="맑은 고딕" pitchFamily="34" charset="-122"/>
                <a:cs typeface="맑은 고딕" pitchFamily="34" charset="-120"/>
              </a:rPr>
              <a:t>사건 2/6</a:t>
            </a:r>
            <a:endParaRPr lang="ko-KR" sz="700" dirty="0"/>
          </a:p>
        </p:txBody>
      </p:sp>
      <p:sp>
        <p:nvSpPr>
          <p:cNvPr id="12" name="Shape 10"/>
          <p:cNvSpPr/>
          <p:nvPr/>
        </p:nvSpPr>
        <p:spPr>
          <a:xfrm>
            <a:off x="687629" y="1819656"/>
            <a:ext cx="1367942" cy="1600200"/>
          </a:xfrm>
          <a:prstGeom prst="roundRect">
            <a:avLst>
              <a:gd name="adj" fmla="val 6684"/>
            </a:avLst>
          </a:prstGeom>
          <a:solidFill>
            <a:srgbClr val="FFFFFF"/>
          </a:solidFill>
          <a:ln/>
          <a:effectLst>
            <a:outerShdw sx="100000" sy="100000" kx="0" ky="0" algn="bl" rotWithShape="0" blurRad="127000" dist="38100" dir="5400000">
              <a:srgbClr val="000000">
                <a:alpha val="35000"/>
              </a:srgbClr>
            </a:outerShdw>
          </a:effectLst>
        </p:spPr>
      </p:sp>
      <p:sp>
        <p:nvSpPr>
          <p:cNvPr id="13" name="Text 11"/>
          <p:cNvSpPr txBox="1"/>
          <p:nvPr/>
        </p:nvSpPr>
        <p:spPr>
          <a:xfrm>
            <a:off x="760781" y="1892808"/>
            <a:ext cx="914400" cy="128016"/>
          </a:xfrm>
          <a:prstGeom prst="rect">
            <a:avLst/>
          </a:prstGeom>
          <a:noFill/>
          <a:ln/>
        </p:spPr>
        <p:txBody>
          <a:bodyPr wrap="square" lIns="0" tIns="0" rIns="0" bIns="0" rtlCol="0" anchor="t"/>
          <a:lstStyle/>
          <a:p>
            <a:pPr indent="0" marL="0">
              <a:buNone/>
            </a:pPr>
            <a:r>
              <a:rPr lang="ko-KR" altLang="en-US" sz="600" dirty="0">
                <a:solidFill>
                  <a:srgbClr val="5A6576"/>
                </a:solidFill>
                <a:latin typeface="맑은 고딕" pitchFamily="34" charset="0"/>
                <a:ea typeface="맑은 고딕" pitchFamily="34" charset="-122"/>
                <a:cs typeface="맑은 고딕" pitchFamily="34" charset="-120"/>
              </a:rPr>
              <a:t>보낸 사람</a:t>
            </a:r>
            <a:endParaRPr lang="ko-KR" sz="600" dirty="0"/>
          </a:p>
        </p:txBody>
      </p:sp>
      <p:sp>
        <p:nvSpPr>
          <p:cNvPr id="14" name="Shape 12"/>
          <p:cNvSpPr/>
          <p:nvPr/>
        </p:nvSpPr>
        <p:spPr>
          <a:xfrm>
            <a:off x="724205" y="2039112"/>
            <a:ext cx="1294790" cy="384048"/>
          </a:xfrm>
          <a:prstGeom prst="roundRect">
            <a:avLst>
              <a:gd name="adj" fmla="val 14286"/>
            </a:avLst>
          </a:prstGeom>
          <a:solidFill>
            <a:srgbClr val="FFF3D6"/>
          </a:solidFill>
          <a:ln w="19050">
            <a:solidFill>
              <a:srgbClr val="F2B33D"/>
            </a:solidFill>
            <a:prstDash val="solid"/>
          </a:ln>
        </p:spPr>
      </p:sp>
      <p:sp>
        <p:nvSpPr>
          <p:cNvPr id="15" name="Text 13"/>
          <p:cNvSpPr txBox="1"/>
          <p:nvPr/>
        </p:nvSpPr>
        <p:spPr>
          <a:xfrm>
            <a:off x="769925" y="2057400"/>
            <a:ext cx="1239926" cy="347472"/>
          </a:xfrm>
          <a:prstGeom prst="rect">
            <a:avLst/>
          </a:prstGeom>
          <a:noFill/>
          <a:ln/>
        </p:spPr>
        <p:txBody>
          <a:bodyPr wrap="square" lIns="0" tIns="0" rIns="0" bIns="0" rtlCol="0" anchor="ctr"/>
          <a:lstStyle/>
          <a:p>
            <a:pPr indent="0" marL="0">
              <a:buNone/>
            </a:pPr>
            <a:r>
              <a:rPr lang="ko-KR" altLang="en-US" sz="650" b="1" dirty="0">
                <a:solidFill>
                  <a:srgbClr val="1C2433"/>
                </a:solidFill>
                <a:latin typeface="맑은 고딕" pitchFamily="34" charset="0"/>
                <a:ea typeface="맑은 고딕" pitchFamily="34" charset="-122"/>
                <a:cs typeface="맑은 고딕" pitchFamily="34" charset="-120"/>
              </a:rPr>
              <a:t>help@nuri-support</a:t>
            </a:r>
            <a:endParaRPr lang="ko-KR" sz="650" dirty="0"/>
          </a:p>
          <a:p>
            <a:pPr indent="0" marL="0">
              <a:buNone/>
            </a:pPr>
            <a:r>
              <a:rPr lang="ko-KR" altLang="en-US" sz="650" b="1" dirty="0">
                <a:solidFill>
                  <a:srgbClr val="1C2433"/>
                </a:solidFill>
                <a:latin typeface="맑은 고딕" pitchFamily="34" charset="0"/>
                <a:ea typeface="맑은 고딕" pitchFamily="34" charset="-122"/>
                <a:cs typeface="맑은 고딕" pitchFamily="34" charset="-120"/>
              </a:rPr>
              <a:t>.example</a:t>
            </a:r>
            <a:endParaRPr lang="ko-KR" sz="650" dirty="0"/>
          </a:p>
        </p:txBody>
      </p:sp>
      <p:sp>
        <p:nvSpPr>
          <p:cNvPr id="16" name="Text 14"/>
          <p:cNvSpPr txBox="1"/>
          <p:nvPr/>
        </p:nvSpPr>
        <p:spPr>
          <a:xfrm>
            <a:off x="760781" y="2487168"/>
            <a:ext cx="914400" cy="128016"/>
          </a:xfrm>
          <a:prstGeom prst="rect">
            <a:avLst/>
          </a:prstGeom>
          <a:noFill/>
          <a:ln/>
        </p:spPr>
        <p:txBody>
          <a:bodyPr wrap="square" lIns="0" tIns="0" rIns="0" bIns="0" rtlCol="0" anchor="t"/>
          <a:lstStyle/>
          <a:p>
            <a:pPr indent="0" marL="0">
              <a:buNone/>
            </a:pPr>
            <a:r>
              <a:rPr lang="ko-KR" altLang="en-US" sz="600" dirty="0">
                <a:solidFill>
                  <a:srgbClr val="5A6576"/>
                </a:solidFill>
                <a:latin typeface="맑은 고딕" pitchFamily="34" charset="0"/>
                <a:ea typeface="맑은 고딕" pitchFamily="34" charset="-122"/>
                <a:cs typeface="맑은 고딕" pitchFamily="34" charset="-120"/>
              </a:rPr>
              <a:t>내용</a:t>
            </a:r>
            <a:endParaRPr lang="ko-KR" sz="600" dirty="0"/>
          </a:p>
        </p:txBody>
      </p:sp>
      <p:sp>
        <p:nvSpPr>
          <p:cNvPr id="17" name="Text 15"/>
          <p:cNvSpPr txBox="1"/>
          <p:nvPr/>
        </p:nvSpPr>
        <p:spPr>
          <a:xfrm>
            <a:off x="760781" y="2624328"/>
            <a:ext cx="1239926" cy="320040"/>
          </a:xfrm>
          <a:prstGeom prst="rect">
            <a:avLst/>
          </a:prstGeom>
          <a:noFill/>
          <a:ln/>
        </p:spPr>
        <p:txBody>
          <a:bodyPr wrap="square" lIns="0" tIns="0" rIns="0" bIns="0" rtlCol="0" anchor="t"/>
          <a:lstStyle/>
          <a:p>
            <a:pPr indent="0" marL="0">
              <a:buNone/>
            </a:pPr>
            <a:r>
              <a:rPr lang="ko-KR" altLang="en-US" sz="650" dirty="0">
                <a:solidFill>
                  <a:srgbClr val="1C2433"/>
                </a:solidFill>
                <a:latin typeface="맑은 고딕" pitchFamily="34" charset="0"/>
                <a:ea typeface="맑은 고딕" pitchFamily="34" charset="-122"/>
                <a:cs typeface="맑은 고딕" pitchFamily="34" charset="-120"/>
              </a:rPr>
              <a:t>비밀번호를 입력해 계정을 확인하세요.</a:t>
            </a:r>
            <a:endParaRPr lang="ko-KR" sz="650" dirty="0"/>
          </a:p>
        </p:txBody>
      </p:sp>
      <p:sp>
        <p:nvSpPr>
          <p:cNvPr id="18" name="Shape 16"/>
          <p:cNvSpPr/>
          <p:nvPr/>
        </p:nvSpPr>
        <p:spPr>
          <a:xfrm>
            <a:off x="760781" y="3054096"/>
            <a:ext cx="640080" cy="201168"/>
          </a:xfrm>
          <a:prstGeom prst="roundRect">
            <a:avLst>
              <a:gd name="adj" fmla="val 50000"/>
            </a:avLst>
          </a:prstGeom>
          <a:solidFill>
            <a:srgbClr val="F2B33D"/>
          </a:solidFill>
          <a:ln/>
        </p:spPr>
      </p:sp>
      <p:sp>
        <p:nvSpPr>
          <p:cNvPr id="19" name="Text 17"/>
          <p:cNvSpPr txBox="1"/>
          <p:nvPr/>
        </p:nvSpPr>
        <p:spPr>
          <a:xfrm>
            <a:off x="760781" y="3054096"/>
            <a:ext cx="640080" cy="201168"/>
          </a:xfrm>
          <a:prstGeom prst="rect">
            <a:avLst/>
          </a:prstGeom>
          <a:noFill/>
          <a:ln/>
        </p:spPr>
        <p:txBody>
          <a:bodyPr wrap="square" lIns="0" tIns="0" rIns="0" bIns="0" rtlCol="0" anchor="ctr"/>
          <a:lstStyle/>
          <a:p>
            <a:pPr algn="ctr" indent="0" marL="0">
              <a:buNone/>
            </a:pPr>
            <a:r>
              <a:rPr lang="ko-KR" altLang="en-US" sz="650" b="1" dirty="0">
                <a:solidFill>
                  <a:srgbClr val="0B1A33"/>
                </a:solidFill>
                <a:latin typeface="맑은 고딕" pitchFamily="34" charset="0"/>
                <a:ea typeface="맑은 고딕" pitchFamily="34" charset="-122"/>
                <a:cs typeface="맑은 고딕" pitchFamily="34" charset="-120"/>
              </a:rPr>
              <a:t>! 불일치</a:t>
            </a:r>
            <a:endParaRPr lang="ko-KR" sz="650" dirty="0"/>
          </a:p>
        </p:txBody>
      </p:sp>
      <p:sp>
        <p:nvSpPr>
          <p:cNvPr id="20" name="Shape 18"/>
          <p:cNvSpPr/>
          <p:nvPr/>
        </p:nvSpPr>
        <p:spPr>
          <a:xfrm>
            <a:off x="705917" y="4059936"/>
            <a:ext cx="419405" cy="438912"/>
          </a:xfrm>
          <a:prstGeom prst="roundRect">
            <a:avLst>
              <a:gd name="adj" fmla="val 17442"/>
            </a:avLst>
          </a:prstGeom>
          <a:solidFill>
            <a:srgbClr val="19B3B1"/>
          </a:solidFill>
          <a:ln/>
        </p:spPr>
      </p:sp>
      <p:sp>
        <p:nvSpPr>
          <p:cNvPr id="21" name="Text 19"/>
          <p:cNvSpPr txBox="1"/>
          <p:nvPr/>
        </p:nvSpPr>
        <p:spPr>
          <a:xfrm>
            <a:off x="705917" y="4059936"/>
            <a:ext cx="419405" cy="438912"/>
          </a:xfrm>
          <a:prstGeom prst="rect">
            <a:avLst/>
          </a:prstGeom>
          <a:noFill/>
          <a:ln/>
        </p:spPr>
        <p:txBody>
          <a:bodyPr wrap="square" lIns="0" tIns="0" rIns="0" bIns="0" rtlCol="0" anchor="ctr"/>
          <a:lstStyle/>
          <a:p>
            <a:pPr algn="ctr" indent="0" marL="0">
              <a:buNone/>
            </a:pPr>
            <a:r>
              <a:rPr lang="ko-KR" altLang="en-US" sz="750" b="1" dirty="0">
                <a:solidFill>
                  <a:srgbClr val="0B1A33"/>
                </a:solidFill>
                <a:latin typeface="맑은 고딕" pitchFamily="34" charset="0"/>
                <a:ea typeface="맑은 고딕" pitchFamily="34" charset="-122"/>
                <a:cs typeface="맑은 고딕" pitchFamily="34" charset="-120"/>
              </a:rPr>
              <a:t>승인</a:t>
            </a:r>
            <a:endParaRPr lang="ko-KR" sz="750" dirty="0"/>
          </a:p>
        </p:txBody>
      </p:sp>
      <p:sp>
        <p:nvSpPr>
          <p:cNvPr id="22" name="Shape 20"/>
          <p:cNvSpPr/>
          <p:nvPr/>
        </p:nvSpPr>
        <p:spPr>
          <a:xfrm>
            <a:off x="1161898" y="4059936"/>
            <a:ext cx="419405" cy="438912"/>
          </a:xfrm>
          <a:prstGeom prst="roundRect">
            <a:avLst>
              <a:gd name="adj" fmla="val 17442"/>
            </a:avLst>
          </a:prstGeom>
          <a:solidFill>
            <a:srgbClr val="FF6B5E"/>
          </a:solidFill>
          <a:ln/>
        </p:spPr>
      </p:sp>
      <p:sp>
        <p:nvSpPr>
          <p:cNvPr id="23" name="Text 21"/>
          <p:cNvSpPr txBox="1"/>
          <p:nvPr/>
        </p:nvSpPr>
        <p:spPr>
          <a:xfrm>
            <a:off x="1161898" y="4059936"/>
            <a:ext cx="419405" cy="438912"/>
          </a:xfrm>
          <a:prstGeom prst="rect">
            <a:avLst/>
          </a:prstGeom>
          <a:noFill/>
          <a:ln/>
        </p:spPr>
        <p:txBody>
          <a:bodyPr wrap="square" lIns="0" tIns="0" rIns="0" bIns="0" rtlCol="0" anchor="ctr"/>
          <a:lstStyle/>
          <a:p>
            <a:pPr algn="ctr" indent="0" marL="0">
              <a:buNone/>
            </a:pPr>
            <a:r>
              <a:rPr lang="ko-KR" altLang="en-US" sz="750" b="1" dirty="0">
                <a:solidFill>
                  <a:srgbClr val="0B1A33"/>
                </a:solidFill>
                <a:latin typeface="맑은 고딕" pitchFamily="34" charset="0"/>
                <a:ea typeface="맑은 고딕" pitchFamily="34" charset="-122"/>
                <a:cs typeface="맑은 고딕" pitchFamily="34" charset="-120"/>
              </a:rPr>
              <a:t>거부</a:t>
            </a:r>
            <a:endParaRPr lang="ko-KR" sz="750" dirty="0"/>
          </a:p>
        </p:txBody>
      </p:sp>
      <p:sp>
        <p:nvSpPr>
          <p:cNvPr id="24" name="Shape 22"/>
          <p:cNvSpPr/>
          <p:nvPr/>
        </p:nvSpPr>
        <p:spPr>
          <a:xfrm>
            <a:off x="1617878" y="4059936"/>
            <a:ext cx="419405" cy="438912"/>
          </a:xfrm>
          <a:prstGeom prst="roundRect">
            <a:avLst>
              <a:gd name="adj" fmla="val 17442"/>
            </a:avLst>
          </a:prstGeom>
          <a:solidFill>
            <a:srgbClr val="F2B33D"/>
          </a:solidFill>
          <a:ln/>
        </p:spPr>
      </p:sp>
      <p:sp>
        <p:nvSpPr>
          <p:cNvPr id="25" name="Text 23"/>
          <p:cNvSpPr txBox="1"/>
          <p:nvPr/>
        </p:nvSpPr>
        <p:spPr>
          <a:xfrm>
            <a:off x="1617878" y="4059936"/>
            <a:ext cx="419405" cy="438912"/>
          </a:xfrm>
          <a:prstGeom prst="rect">
            <a:avLst/>
          </a:prstGeom>
          <a:noFill/>
          <a:ln/>
        </p:spPr>
        <p:txBody>
          <a:bodyPr wrap="square" lIns="0" tIns="0" rIns="0" bIns="0" rtlCol="0" anchor="ctr"/>
          <a:lstStyle/>
          <a:p>
            <a:pPr algn="ctr" indent="0" marL="0">
              <a:buNone/>
            </a:pPr>
            <a:r>
              <a:rPr lang="ko-KR" altLang="en-US" sz="750" b="1" dirty="0">
                <a:solidFill>
                  <a:srgbClr val="0B1A33"/>
                </a:solidFill>
                <a:latin typeface="맑은 고딕" pitchFamily="34" charset="0"/>
                <a:ea typeface="맑은 고딕" pitchFamily="34" charset="-122"/>
                <a:cs typeface="맑은 고딕" pitchFamily="34" charset="-120"/>
              </a:rPr>
              <a:t>확인</a:t>
            </a:r>
            <a:endParaRPr lang="ko-KR" sz="750" dirty="0"/>
          </a:p>
        </p:txBody>
      </p:sp>
      <p:sp>
        <p:nvSpPr>
          <p:cNvPr id="26" name="Shape 24"/>
          <p:cNvSpPr/>
          <p:nvPr/>
        </p:nvSpPr>
        <p:spPr>
          <a:xfrm>
            <a:off x="9997135" y="1188720"/>
            <a:ext cx="1645920" cy="3520440"/>
          </a:xfrm>
          <a:prstGeom prst="roundRect">
            <a:avLst>
              <a:gd name="adj" fmla="val 14000"/>
            </a:avLst>
          </a:prstGeom>
          <a:solidFill>
            <a:srgbClr val="040B17"/>
          </a:solidFill>
          <a:ln w="15875">
            <a:solidFill>
              <a:srgbClr val="3A5478"/>
            </a:solidFill>
            <a:prstDash val="solid"/>
          </a:ln>
          <a:effectLst>
            <a:outerShdw sx="100000" sy="100000" kx="0" ky="0" algn="bl" rotWithShape="0" blurRad="127000" dist="38100" dir="5400000">
              <a:srgbClr val="000000">
                <a:alpha val="35000"/>
              </a:srgbClr>
            </a:outerShdw>
          </a:effectLst>
        </p:spPr>
      </p:sp>
      <p:sp>
        <p:nvSpPr>
          <p:cNvPr id="27" name="Shape 25"/>
          <p:cNvSpPr/>
          <p:nvPr/>
        </p:nvSpPr>
        <p:spPr>
          <a:xfrm>
            <a:off x="10062972" y="1271016"/>
            <a:ext cx="1514246" cy="3355848"/>
          </a:xfrm>
          <a:prstGeom prst="roundRect">
            <a:avLst>
              <a:gd name="adj" fmla="val 10870"/>
            </a:avLst>
          </a:prstGeom>
          <a:solidFill>
            <a:srgbClr val="0B1A33"/>
          </a:solidFill>
          <a:ln/>
        </p:spPr>
      </p:sp>
      <p:pic>
        <p:nvPicPr>
          <p:cNvPr id="28" name="Image 0" descr="assets/pixel_screen.png">    </p:cNvPr>
          <p:cNvPicPr>
            <a:picLocks noChangeAspect="1"/>
          </p:cNvPicPr>
          <p:nvPr/>
        </p:nvPicPr>
        <p:blipFill>
          <a:blip r:embed="rId1"/>
          <a:stretch>
            <a:fillRect/>
          </a:stretch>
        </p:blipFill>
        <p:spPr>
          <a:xfrm>
            <a:off x="10062972" y="1271016"/>
            <a:ext cx="1514246" cy="3355848"/>
          </a:xfrm>
          <a:prstGeom prst="rect">
            <a:avLst/>
          </a:prstGeom>
        </p:spPr>
      </p:pic>
      <p:sp>
        <p:nvSpPr>
          <p:cNvPr id="29" name="Text 26"/>
          <p:cNvSpPr txBox="1"/>
          <p:nvPr/>
        </p:nvSpPr>
        <p:spPr>
          <a:xfrm>
            <a:off x="10441534" y="2364638"/>
            <a:ext cx="1072591" cy="252374"/>
          </a:xfrm>
          <a:prstGeom prst="rect">
            <a:avLst/>
          </a:prstGeom>
          <a:noFill/>
          <a:ln/>
        </p:spPr>
        <p:txBody>
          <a:bodyPr wrap="square" lIns="0" tIns="0" rIns="0" bIns="0" rtlCol="0" anchor="ctr"/>
          <a:lstStyle/>
          <a:p>
            <a:pPr algn="ctr" indent="0" marL="0">
              <a:buNone/>
            </a:pPr>
            <a:r>
              <a:rPr lang="ko-KR" altLang="en-US" sz="700" b="1" dirty="0">
                <a:solidFill>
                  <a:srgbClr val="22201F"/>
                </a:solidFill>
                <a:latin typeface="맑은 고딕" pitchFamily="34" charset="0"/>
                <a:ea typeface="맑은 고딕" pitchFamily="34" charset="-122"/>
                <a:cs typeface="맑은 고딕" pitchFamily="34" charset="-120"/>
              </a:rPr>
              <a:t>새 사건 도착!</a:t>
            </a:r>
            <a:endParaRPr lang="ko-KR" sz="700" dirty="0"/>
          </a:p>
        </p:txBody>
      </p:sp>
      <p:sp>
        <p:nvSpPr>
          <p:cNvPr id="30" name="Text 27"/>
          <p:cNvSpPr txBox="1"/>
          <p:nvPr/>
        </p:nvSpPr>
        <p:spPr>
          <a:xfrm>
            <a:off x="10189159" y="2732684"/>
            <a:ext cx="841248" cy="147218"/>
          </a:xfrm>
          <a:prstGeom prst="rect">
            <a:avLst/>
          </a:prstGeom>
          <a:noFill/>
          <a:ln/>
        </p:spPr>
        <p:txBody>
          <a:bodyPr wrap="square" lIns="0" tIns="0" rIns="0" bIns="0" rtlCol="0" anchor="ctr"/>
          <a:lstStyle/>
          <a:p>
            <a:pPr indent="0" marL="0">
              <a:buNone/>
            </a:pPr>
            <a:r>
              <a:rPr lang="ko-KR" altLang="en-US" sz="650" b="1" dirty="0">
                <a:solidFill>
                  <a:srgbClr val="F2EBD9"/>
                </a:solidFill>
                <a:latin typeface="맑은 고딕" pitchFamily="34" charset="0"/>
                <a:ea typeface="맑은 고딕" pitchFamily="34" charset="-122"/>
                <a:cs typeface="맑은 고딕" pitchFamily="34" charset="-120"/>
              </a:rPr>
              <a:t>받은 메시지</a:t>
            </a:r>
            <a:endParaRPr lang="ko-KR" sz="650" dirty="0"/>
          </a:p>
        </p:txBody>
      </p:sp>
      <p:sp>
        <p:nvSpPr>
          <p:cNvPr id="31" name="Text 28"/>
          <p:cNvSpPr txBox="1"/>
          <p:nvPr/>
        </p:nvSpPr>
        <p:spPr>
          <a:xfrm>
            <a:off x="10210190" y="3058668"/>
            <a:ext cx="1219810" cy="189281"/>
          </a:xfrm>
          <a:prstGeom prst="rect">
            <a:avLst/>
          </a:prstGeom>
          <a:noFill/>
          <a:ln/>
        </p:spPr>
        <p:txBody>
          <a:bodyPr wrap="square" lIns="0" tIns="0" rIns="0" bIns="0" rtlCol="0" anchor="ctr"/>
          <a:lstStyle/>
          <a:p>
            <a:pPr indent="0" marL="0">
              <a:buNone/>
            </a:pPr>
            <a:r>
              <a:rPr lang="ko-KR" altLang="en-US" sz="650" b="1" dirty="0">
                <a:solidFill>
                  <a:srgbClr val="22201F"/>
                </a:solidFill>
                <a:latin typeface="맑은 고딕" pitchFamily="34" charset="0"/>
                <a:ea typeface="맑은 고딕" pitchFamily="34" charset="-122"/>
                <a:cs typeface="맑은 고딕" pitchFamily="34" charset="-120"/>
              </a:rPr>
              <a:t>nuri-support ! 불일치</a:t>
            </a:r>
            <a:endParaRPr lang="ko-KR" sz="650" dirty="0"/>
          </a:p>
        </p:txBody>
      </p:sp>
      <p:sp>
        <p:nvSpPr>
          <p:cNvPr id="32" name="Text 29"/>
          <p:cNvSpPr txBox="1"/>
          <p:nvPr/>
        </p:nvSpPr>
        <p:spPr>
          <a:xfrm>
            <a:off x="10105034" y="3878885"/>
            <a:ext cx="441655" cy="189281"/>
          </a:xfrm>
          <a:prstGeom prst="rect">
            <a:avLst/>
          </a:prstGeom>
          <a:noFill/>
          <a:ln/>
        </p:spPr>
        <p:txBody>
          <a:bodyPr wrap="square" lIns="0" tIns="0" rIns="0" bIns="0" rtlCol="0" anchor="ctr"/>
          <a:lstStyle/>
          <a:p>
            <a:pPr algn="ctr" indent="0" marL="0">
              <a:buNone/>
            </a:pPr>
            <a:r>
              <a:rPr lang="ko-KR" altLang="en-US" sz="750" b="1" dirty="0">
                <a:solidFill>
                  <a:srgbClr val="22201F"/>
                </a:solidFill>
                <a:latin typeface="맑은 고딕" pitchFamily="34" charset="0"/>
                <a:ea typeface="맑은 고딕" pitchFamily="34" charset="-122"/>
                <a:cs typeface="맑은 고딕" pitchFamily="34" charset="-120"/>
              </a:rPr>
              <a:t>승인</a:t>
            </a:r>
            <a:endParaRPr lang="ko-KR" sz="750" dirty="0"/>
          </a:p>
        </p:txBody>
      </p:sp>
      <p:sp>
        <p:nvSpPr>
          <p:cNvPr id="33" name="Text 30"/>
          <p:cNvSpPr txBox="1"/>
          <p:nvPr/>
        </p:nvSpPr>
        <p:spPr>
          <a:xfrm>
            <a:off x="10588752" y="3878885"/>
            <a:ext cx="441655" cy="189281"/>
          </a:xfrm>
          <a:prstGeom prst="rect">
            <a:avLst/>
          </a:prstGeom>
          <a:noFill/>
          <a:ln/>
        </p:spPr>
        <p:txBody>
          <a:bodyPr wrap="square" lIns="0" tIns="0" rIns="0" bIns="0" rtlCol="0" anchor="ctr"/>
          <a:lstStyle/>
          <a:p>
            <a:pPr algn="ctr" indent="0" marL="0">
              <a:buNone/>
            </a:pPr>
            <a:r>
              <a:rPr lang="ko-KR" altLang="en-US" sz="750" b="1" dirty="0">
                <a:solidFill>
                  <a:srgbClr val="22201F"/>
                </a:solidFill>
                <a:latin typeface="맑은 고딕" pitchFamily="34" charset="0"/>
                <a:ea typeface="맑은 고딕" pitchFamily="34" charset="-122"/>
                <a:cs typeface="맑은 고딕" pitchFamily="34" charset="-120"/>
              </a:rPr>
              <a:t>거부</a:t>
            </a:r>
            <a:endParaRPr lang="ko-KR" sz="750" dirty="0"/>
          </a:p>
        </p:txBody>
      </p:sp>
      <p:sp>
        <p:nvSpPr>
          <p:cNvPr id="34" name="Text 31"/>
          <p:cNvSpPr txBox="1"/>
          <p:nvPr/>
        </p:nvSpPr>
        <p:spPr>
          <a:xfrm>
            <a:off x="11072470" y="3878885"/>
            <a:ext cx="441655" cy="189281"/>
          </a:xfrm>
          <a:prstGeom prst="rect">
            <a:avLst/>
          </a:prstGeom>
          <a:noFill/>
          <a:ln/>
        </p:spPr>
        <p:txBody>
          <a:bodyPr wrap="square" lIns="0" tIns="0" rIns="0" bIns="0" rtlCol="0" anchor="ctr"/>
          <a:lstStyle/>
          <a:p>
            <a:pPr algn="ctr" indent="0" marL="0">
              <a:buNone/>
            </a:pPr>
            <a:r>
              <a:rPr lang="ko-KR" altLang="en-US" sz="750" b="1" dirty="0">
                <a:solidFill>
                  <a:srgbClr val="22201F"/>
                </a:solidFill>
                <a:latin typeface="맑은 고딕" pitchFamily="34" charset="0"/>
                <a:ea typeface="맑은 고딕" pitchFamily="34" charset="-122"/>
                <a:cs typeface="맑은 고딕" pitchFamily="34" charset="-120"/>
              </a:rPr>
              <a:t>확인</a:t>
            </a:r>
            <a:endParaRPr lang="ko-KR" sz="750" dirty="0"/>
          </a:p>
        </p:txBody>
      </p:sp>
      <p:sp>
        <p:nvSpPr>
          <p:cNvPr id="35" name="Text 32"/>
          <p:cNvSpPr txBox="1"/>
          <p:nvPr/>
        </p:nvSpPr>
        <p:spPr>
          <a:xfrm>
            <a:off x="10062972" y="4299509"/>
            <a:ext cx="1514246" cy="252374"/>
          </a:xfrm>
          <a:prstGeom prst="rect">
            <a:avLst/>
          </a:prstGeom>
          <a:noFill/>
          <a:ln/>
        </p:spPr>
        <p:txBody>
          <a:bodyPr wrap="square" lIns="0" tIns="0" rIns="0" bIns="0" rtlCol="0" anchor="ctr"/>
          <a:lstStyle/>
          <a:p>
            <a:pPr algn="ctr" indent="0" marL="0">
              <a:buNone/>
            </a:pPr>
            <a:r>
              <a:rPr lang="ko-KR" altLang="en-US" sz="650" b="1" spc="100" kern="0" dirty="0">
                <a:solidFill>
                  <a:srgbClr val="45C7C1"/>
                </a:solidFill>
                <a:latin typeface="맑은 고딕" pitchFamily="34" charset="0"/>
                <a:ea typeface="맑은 고딕" pitchFamily="34" charset="-122"/>
                <a:cs typeface="맑은 고딕" pitchFamily="34" charset="-120"/>
              </a:rPr>
              <a:t>DAY 05  CASE 2/6</a:t>
            </a:r>
            <a:endParaRPr lang="ko-KR" sz="650" dirty="0"/>
          </a:p>
        </p:txBody>
      </p:sp>
      <p:sp>
        <p:nvSpPr>
          <p:cNvPr id="36" name="Text 33"/>
          <p:cNvSpPr txBox="1"/>
          <p:nvPr/>
        </p:nvSpPr>
        <p:spPr>
          <a:xfrm>
            <a:off x="2377440" y="1234440"/>
            <a:ext cx="914400" cy="274320"/>
          </a:xfrm>
          <a:prstGeom prst="rect">
            <a:avLst/>
          </a:prstGeom>
          <a:noFill/>
          <a:ln/>
        </p:spPr>
        <p:txBody>
          <a:bodyPr wrap="square" lIns="0" tIns="0" rIns="0" bIns="0" rtlCol="0" anchor="t"/>
          <a:lstStyle/>
          <a:p>
            <a:pPr indent="0" marL="0">
              <a:buNone/>
            </a:pPr>
            <a:r>
              <a:rPr lang="ko-KR" altLang="en-US" sz="1300" b="1" dirty="0">
                <a:solidFill>
                  <a:srgbClr val="19B3B1"/>
                </a:solidFill>
                <a:latin typeface="맑은 고딕" pitchFamily="34" charset="0"/>
                <a:ea typeface="맑은 고딕" pitchFamily="34" charset="-122"/>
                <a:cs typeface="맑은 고딕" pitchFamily="34" charset="-120"/>
              </a:rPr>
              <a:t>A안</a:t>
            </a:r>
            <a:endParaRPr lang="ko-KR" sz="1300" dirty="0"/>
          </a:p>
        </p:txBody>
      </p:sp>
      <p:sp>
        <p:nvSpPr>
          <p:cNvPr id="37" name="Text 34"/>
          <p:cNvSpPr txBox="1"/>
          <p:nvPr/>
        </p:nvSpPr>
        <p:spPr>
          <a:xfrm>
            <a:off x="2377440" y="1508760"/>
            <a:ext cx="2286000" cy="384048"/>
          </a:xfrm>
          <a:prstGeom prst="rect">
            <a:avLst/>
          </a:prstGeom>
          <a:noFill/>
          <a:ln/>
        </p:spPr>
        <p:txBody>
          <a:bodyPr wrap="square" lIns="0" tIns="0" rIns="0" bIns="0" rtlCol="0" anchor="t"/>
          <a:lstStyle/>
          <a:p>
            <a:pPr indent="0" marL="0">
              <a:buNone/>
            </a:pPr>
            <a:r>
              <a:rPr lang="ko-KR" altLang="en-US" sz="2100" b="1" dirty="0">
                <a:solidFill>
                  <a:srgbClr val="FFFFFF"/>
                </a:solidFill>
                <a:latin typeface="맑은 고딕" pitchFamily="34" charset="0"/>
                <a:ea typeface="맑은 고딕" pitchFamily="34" charset="-122"/>
                <a:cs typeface="맑은 고딕" pitchFamily="34" charset="-120"/>
              </a:rPr>
              <a:t>모던 미니멀</a:t>
            </a:r>
            <a:endParaRPr lang="ko-KR" sz="2100" dirty="0"/>
          </a:p>
        </p:txBody>
      </p:sp>
      <p:sp>
        <p:nvSpPr>
          <p:cNvPr id="38" name="Text 35"/>
          <p:cNvSpPr txBox="1"/>
          <p:nvPr/>
        </p:nvSpPr>
        <p:spPr>
          <a:xfrm>
            <a:off x="2377440" y="2011680"/>
            <a:ext cx="2286000" cy="1188720"/>
          </a:xfrm>
          <a:prstGeom prst="rect">
            <a:avLst/>
          </a:prstGeom>
          <a:noFill/>
          <a:ln/>
        </p:spPr>
        <p:txBody>
          <a:bodyPr wrap="square" lIns="0" tIns="0" rIns="0" bIns="0" rtlCol="0" anchor="t"/>
          <a:lstStyle/>
          <a:p>
            <a:pPr marL="177800" indent="-177800">
              <a:spcAft>
                <a:spcPts val="600"/>
              </a:spcAft>
              <a:buSzPct val="100000"/>
              <a:buChar char="•"/>
            </a:pPr>
            <a:r>
              <a:rPr lang="ko-KR" altLang="en-US" sz="1500" dirty="0">
                <a:solidFill>
                  <a:srgbClr val="A9BCD3"/>
                </a:solidFill>
                <a:latin typeface="맑은 고딕" pitchFamily="34" charset="0"/>
                <a:ea typeface="맑은 고딕" pitchFamily="34" charset="-122"/>
                <a:cs typeface="맑은 고딕" pitchFamily="34" charset="-120"/>
              </a:rPr>
              <a:t>네이비·화이트·청록</a:t>
            </a:r>
            <a:endParaRPr lang="ko-KR" sz="1500" dirty="0"/>
          </a:p>
          <a:p>
            <a:pPr marL="177800" indent="-177800">
              <a:spcAft>
                <a:spcPts val="600"/>
              </a:spcAft>
              <a:buSzPct val="100000"/>
              <a:buChar char="•"/>
            </a:pPr>
            <a:r>
              <a:rPr lang="ko-KR" altLang="en-US" sz="1500" dirty="0">
                <a:solidFill>
                  <a:srgbClr val="A9BCD3"/>
                </a:solidFill>
                <a:latin typeface="맑은 고딕" pitchFamily="34" charset="0"/>
                <a:ea typeface="맑은 고딕" pitchFamily="34" charset="-122"/>
                <a:cs typeface="맑은 고딕" pitchFamily="34" charset="-120"/>
              </a:rPr>
              <a:t>명확한 정보 계층</a:t>
            </a:r>
            <a:endParaRPr lang="ko-KR" sz="1500" dirty="0"/>
          </a:p>
          <a:p>
            <a:pPr marL="177800" indent="-177800">
              <a:spcAft>
                <a:spcPts val="600"/>
              </a:spcAft>
              <a:buSzPct val="100000"/>
              <a:buChar char="•"/>
            </a:pPr>
            <a:r>
              <a:rPr lang="ko-KR" altLang="en-US" sz="1500" dirty="0">
                <a:solidFill>
                  <a:srgbClr val="A9BCD3"/>
                </a:solidFill>
                <a:latin typeface="맑은 고딕" pitchFamily="34" charset="0"/>
                <a:ea typeface="맑은 고딕" pitchFamily="34" charset="-122"/>
                <a:cs typeface="맑은 고딕" pitchFamily="34" charset="-120"/>
              </a:rPr>
              <a:t>깔끔한 모바일 문서 UI</a:t>
            </a:r>
            <a:endParaRPr lang="ko-KR" sz="1500" dirty="0"/>
          </a:p>
        </p:txBody>
      </p:sp>
      <p:sp>
        <p:nvSpPr>
          <p:cNvPr id="39" name="Text 36"/>
          <p:cNvSpPr txBox="1"/>
          <p:nvPr/>
        </p:nvSpPr>
        <p:spPr>
          <a:xfrm>
            <a:off x="7525512" y="1234440"/>
            <a:ext cx="2286000" cy="274320"/>
          </a:xfrm>
          <a:prstGeom prst="rect">
            <a:avLst/>
          </a:prstGeom>
          <a:noFill/>
          <a:ln/>
        </p:spPr>
        <p:txBody>
          <a:bodyPr wrap="square" lIns="0" tIns="0" rIns="0" bIns="0" rtlCol="0" anchor="t"/>
          <a:lstStyle/>
          <a:p>
            <a:pPr algn="r" indent="0" marL="0">
              <a:buNone/>
            </a:pPr>
            <a:r>
              <a:rPr lang="ko-KR" altLang="en-US" sz="1300" b="1" dirty="0">
                <a:solidFill>
                  <a:srgbClr val="F2B33D"/>
                </a:solidFill>
                <a:latin typeface="맑은 고딕" pitchFamily="34" charset="0"/>
                <a:ea typeface="맑은 고딕" pitchFamily="34" charset="-122"/>
                <a:cs typeface="맑은 고딕" pitchFamily="34" charset="-120"/>
              </a:rPr>
              <a:t>B안</a:t>
            </a:r>
            <a:endParaRPr lang="ko-KR" sz="1300" dirty="0"/>
          </a:p>
        </p:txBody>
      </p:sp>
      <p:sp>
        <p:nvSpPr>
          <p:cNvPr id="40" name="Text 37"/>
          <p:cNvSpPr txBox="1"/>
          <p:nvPr/>
        </p:nvSpPr>
        <p:spPr>
          <a:xfrm>
            <a:off x="7525512" y="1508760"/>
            <a:ext cx="2286000" cy="384048"/>
          </a:xfrm>
          <a:prstGeom prst="rect">
            <a:avLst/>
          </a:prstGeom>
          <a:noFill/>
          <a:ln/>
        </p:spPr>
        <p:txBody>
          <a:bodyPr wrap="square" lIns="0" tIns="0" rIns="0" bIns="0" rtlCol="0" anchor="t"/>
          <a:lstStyle/>
          <a:p>
            <a:pPr algn="r" indent="0" marL="0">
              <a:buNone/>
            </a:pPr>
            <a:r>
              <a:rPr lang="ko-KR" altLang="en-US" sz="2100" b="1" dirty="0">
                <a:solidFill>
                  <a:srgbClr val="FFFFFF"/>
                </a:solidFill>
                <a:latin typeface="맑은 고딕" pitchFamily="34" charset="0"/>
                <a:ea typeface="맑은 고딕" pitchFamily="34" charset="-122"/>
                <a:cs typeface="맑은 고딕" pitchFamily="34" charset="-120"/>
              </a:rPr>
              <a:t>2D 도트 스타일</a:t>
            </a:r>
            <a:endParaRPr lang="ko-KR" sz="2100" dirty="0"/>
          </a:p>
        </p:txBody>
      </p:sp>
      <p:sp>
        <p:nvSpPr>
          <p:cNvPr id="41" name="Text 38"/>
          <p:cNvSpPr txBox="1"/>
          <p:nvPr/>
        </p:nvSpPr>
        <p:spPr>
          <a:xfrm>
            <a:off x="7525512" y="2011680"/>
            <a:ext cx="2286000" cy="1188720"/>
          </a:xfrm>
          <a:prstGeom prst="rect">
            <a:avLst/>
          </a:prstGeom>
          <a:noFill/>
          <a:ln/>
        </p:spPr>
        <p:txBody>
          <a:bodyPr wrap="square" lIns="0" tIns="0" rIns="0" bIns="0" rtlCol="0" anchor="t"/>
          <a:lstStyle/>
          <a:p>
            <a:pPr algn="r" indent="0" marL="0">
              <a:spcAft>
                <a:spcPts val="600"/>
              </a:spcAft>
              <a:buNone/>
            </a:pPr>
            <a:r>
              <a:rPr lang="ko-KR" altLang="en-US" sz="1500" dirty="0">
                <a:solidFill>
                  <a:srgbClr val="A9BCD3"/>
                </a:solidFill>
                <a:latin typeface="맑은 고딕" pitchFamily="34" charset="0"/>
                <a:ea typeface="맑은 고딕" pitchFamily="34" charset="-122"/>
                <a:cs typeface="맑은 고딕" pitchFamily="34" charset="-120"/>
              </a:rPr>
              <a:t>픽셀 기반 보안 센터</a:t>
            </a:r>
            <a:endParaRPr lang="ko-KR" sz="1500" dirty="0"/>
          </a:p>
          <a:p>
            <a:pPr algn="r" indent="0" marL="0">
              <a:spcAft>
                <a:spcPts val="600"/>
              </a:spcAft>
              <a:buNone/>
            </a:pPr>
            <a:r>
              <a:rPr lang="ko-KR" altLang="en-US" sz="1500" dirty="0">
                <a:solidFill>
                  <a:srgbClr val="A9BCD3"/>
                </a:solidFill>
                <a:latin typeface="맑은 고딕" pitchFamily="34" charset="0"/>
                <a:ea typeface="맑은 고딕" pitchFamily="34" charset="-122"/>
                <a:cs typeface="맑은 고딕" pitchFamily="34" charset="-120"/>
              </a:rPr>
              <a:t>레트로 단말기와 캐릭터</a:t>
            </a:r>
            <a:endParaRPr lang="ko-KR" sz="1500" dirty="0"/>
          </a:p>
          <a:p>
            <a:pPr algn="r" indent="0" marL="0">
              <a:spcAft>
                <a:spcPts val="600"/>
              </a:spcAft>
              <a:buNone/>
            </a:pPr>
            <a:r>
              <a:rPr lang="ko-KR" altLang="en-US" sz="1500" dirty="0">
                <a:solidFill>
                  <a:srgbClr val="A9BCD3"/>
                </a:solidFill>
                <a:latin typeface="맑은 고딕" pitchFamily="34" charset="0"/>
                <a:ea typeface="맑은 고딕" pitchFamily="34" charset="-122"/>
                <a:cs typeface="맑은 고딕" pitchFamily="34" charset="-120"/>
              </a:rPr>
              <a:t>게임다운 시각적 개성</a:t>
            </a:r>
            <a:endParaRPr lang="ko-KR" sz="1500" dirty="0"/>
          </a:p>
        </p:txBody>
      </p:sp>
      <p:sp>
        <p:nvSpPr>
          <p:cNvPr id="42" name="Shape 39"/>
          <p:cNvSpPr/>
          <p:nvPr/>
        </p:nvSpPr>
        <p:spPr>
          <a:xfrm>
            <a:off x="4818888" y="1188720"/>
            <a:ext cx="2560320" cy="3520440"/>
          </a:xfrm>
          <a:prstGeom prst="roundRect">
            <a:avLst>
              <a:gd name="adj" fmla="val 5000"/>
            </a:avLst>
          </a:prstGeom>
          <a:solidFill>
            <a:srgbClr val="06122A"/>
          </a:solidFill>
          <a:ln w="19050">
            <a:solidFill>
              <a:srgbClr val="19B3B1"/>
            </a:solidFill>
            <a:prstDash val="solid"/>
          </a:ln>
        </p:spPr>
      </p:sp>
      <p:sp>
        <p:nvSpPr>
          <p:cNvPr id="43" name="Text 40"/>
          <p:cNvSpPr txBox="1"/>
          <p:nvPr/>
        </p:nvSpPr>
        <p:spPr>
          <a:xfrm>
            <a:off x="4818888" y="1325880"/>
            <a:ext cx="2560320" cy="329184"/>
          </a:xfrm>
          <a:prstGeom prst="rect">
            <a:avLst/>
          </a:prstGeom>
          <a:noFill/>
          <a:ln/>
        </p:spPr>
        <p:txBody>
          <a:bodyPr wrap="square" lIns="0" tIns="0" rIns="0" bIns="0" rtlCol="0" anchor="t"/>
          <a:lstStyle/>
          <a:p>
            <a:pPr algn="ctr" indent="0" marL="0">
              <a:buNone/>
            </a:pPr>
            <a:r>
              <a:rPr lang="ko-KR" altLang="en-US" sz="1600" b="1" dirty="0">
                <a:solidFill>
                  <a:srgbClr val="19B3B1"/>
                </a:solidFill>
                <a:latin typeface="맑은 고딕" pitchFamily="34" charset="0"/>
                <a:ea typeface="맑은 고딕" pitchFamily="34" charset="-122"/>
                <a:cs typeface="맑은 고딕" pitchFamily="34" charset="-120"/>
              </a:rPr>
              <a:t>공유하는 시스템</a:t>
            </a:r>
            <a:endParaRPr lang="ko-KR" sz="1600" dirty="0"/>
          </a:p>
        </p:txBody>
      </p:sp>
      <p:sp>
        <p:nvSpPr>
          <p:cNvPr id="44" name="Shape 41"/>
          <p:cNvSpPr/>
          <p:nvPr/>
        </p:nvSpPr>
        <p:spPr>
          <a:xfrm>
            <a:off x="5029200" y="1810512"/>
            <a:ext cx="2139696" cy="512064"/>
          </a:xfrm>
          <a:prstGeom prst="roundRect">
            <a:avLst>
              <a:gd name="adj" fmla="val 17857"/>
            </a:avLst>
          </a:prstGeom>
          <a:solidFill>
            <a:srgbClr val="14284B"/>
          </a:solidFill>
          <a:ln/>
        </p:spPr>
      </p:sp>
      <p:pic>
        <p:nvPicPr>
          <p:cNvPr id="45" name="Image 1" descr="preencoded.png">    </p:cNvPr>
          <p:cNvPicPr>
            <a:picLocks noChangeAspect="1"/>
          </p:cNvPicPr>
          <p:nvPr/>
        </p:nvPicPr>
        <p:blipFill>
          <a:blip r:embed="rId2"/>
          <a:stretch>
            <a:fillRect/>
          </a:stretch>
        </p:blipFill>
        <p:spPr>
          <a:xfrm>
            <a:off x="5166360" y="1929384"/>
            <a:ext cx="274320" cy="274320"/>
          </a:xfrm>
          <a:prstGeom prst="rect">
            <a:avLst/>
          </a:prstGeom>
        </p:spPr>
      </p:pic>
      <p:sp>
        <p:nvSpPr>
          <p:cNvPr id="46" name="Text 42"/>
          <p:cNvSpPr txBox="1"/>
          <p:nvPr/>
        </p:nvSpPr>
        <p:spPr>
          <a:xfrm>
            <a:off x="5577840" y="1810512"/>
            <a:ext cx="1554480" cy="512064"/>
          </a:xfrm>
          <a:prstGeom prst="rect">
            <a:avLst/>
          </a:prstGeom>
          <a:noFill/>
          <a:ln/>
        </p:spPr>
        <p:txBody>
          <a:bodyPr wrap="square" lIns="0" tIns="0" rIns="0" bIns="0" rtlCol="0" anchor="ct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사례 데이터</a:t>
            </a:r>
            <a:endParaRPr lang="ko-KR" sz="1400" dirty="0"/>
          </a:p>
        </p:txBody>
      </p:sp>
      <p:sp>
        <p:nvSpPr>
          <p:cNvPr id="47" name="Shape 43"/>
          <p:cNvSpPr/>
          <p:nvPr/>
        </p:nvSpPr>
        <p:spPr>
          <a:xfrm>
            <a:off x="5029200" y="2468880"/>
            <a:ext cx="2139696" cy="512064"/>
          </a:xfrm>
          <a:prstGeom prst="roundRect">
            <a:avLst>
              <a:gd name="adj" fmla="val 17857"/>
            </a:avLst>
          </a:prstGeom>
          <a:solidFill>
            <a:srgbClr val="14284B"/>
          </a:solidFill>
          <a:ln/>
        </p:spPr>
      </p:sp>
      <p:pic>
        <p:nvPicPr>
          <p:cNvPr id="48" name="Image 2" descr="preencoded.png">    </p:cNvPr>
          <p:cNvPicPr>
            <a:picLocks noChangeAspect="1"/>
          </p:cNvPicPr>
          <p:nvPr/>
        </p:nvPicPr>
        <p:blipFill>
          <a:blip r:embed="rId3"/>
          <a:stretch>
            <a:fillRect/>
          </a:stretch>
        </p:blipFill>
        <p:spPr>
          <a:xfrm>
            <a:off x="5166360" y="2587752"/>
            <a:ext cx="274320" cy="274320"/>
          </a:xfrm>
          <a:prstGeom prst="rect">
            <a:avLst/>
          </a:prstGeom>
        </p:spPr>
      </p:pic>
      <p:sp>
        <p:nvSpPr>
          <p:cNvPr id="49" name="Text 44"/>
          <p:cNvSpPr txBox="1"/>
          <p:nvPr/>
        </p:nvSpPr>
        <p:spPr>
          <a:xfrm>
            <a:off x="5577840" y="2468880"/>
            <a:ext cx="1554480" cy="512064"/>
          </a:xfrm>
          <a:prstGeom prst="rect">
            <a:avLst/>
          </a:prstGeom>
          <a:noFill/>
          <a:ln/>
        </p:spPr>
        <p:txBody>
          <a:bodyPr wrap="square" lIns="0" tIns="0" rIns="0" bIns="0" rtlCol="0" anchor="ct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규칙 판정</a:t>
            </a:r>
            <a:endParaRPr lang="ko-KR" sz="1400" dirty="0"/>
          </a:p>
        </p:txBody>
      </p:sp>
      <p:sp>
        <p:nvSpPr>
          <p:cNvPr id="50" name="Shape 45"/>
          <p:cNvSpPr/>
          <p:nvPr/>
        </p:nvSpPr>
        <p:spPr>
          <a:xfrm>
            <a:off x="5029200" y="3127248"/>
            <a:ext cx="2139696" cy="512064"/>
          </a:xfrm>
          <a:prstGeom prst="roundRect">
            <a:avLst>
              <a:gd name="adj" fmla="val 17857"/>
            </a:avLst>
          </a:prstGeom>
          <a:solidFill>
            <a:srgbClr val="14284B"/>
          </a:solidFill>
          <a:ln/>
        </p:spPr>
      </p:sp>
      <p:pic>
        <p:nvPicPr>
          <p:cNvPr id="51" name="Image 3" descr="preencoded.png">    </p:cNvPr>
          <p:cNvPicPr>
            <a:picLocks noChangeAspect="1"/>
          </p:cNvPicPr>
          <p:nvPr/>
        </p:nvPicPr>
        <p:blipFill>
          <a:blip r:embed="rId4"/>
          <a:stretch>
            <a:fillRect/>
          </a:stretch>
        </p:blipFill>
        <p:spPr>
          <a:xfrm>
            <a:off x="5166360" y="3246120"/>
            <a:ext cx="274320" cy="274320"/>
          </a:xfrm>
          <a:prstGeom prst="rect">
            <a:avLst/>
          </a:prstGeom>
        </p:spPr>
      </p:pic>
      <p:sp>
        <p:nvSpPr>
          <p:cNvPr id="52" name="Text 46"/>
          <p:cNvSpPr txBox="1"/>
          <p:nvPr/>
        </p:nvSpPr>
        <p:spPr>
          <a:xfrm>
            <a:off x="5577840" y="3127248"/>
            <a:ext cx="1554480" cy="512064"/>
          </a:xfrm>
          <a:prstGeom prst="rect">
            <a:avLst/>
          </a:prstGeom>
          <a:noFill/>
          <a:ln/>
        </p:spPr>
        <p:txBody>
          <a:bodyPr wrap="square" lIns="0" tIns="0" rIns="0" bIns="0" rtlCol="0" anchor="ct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점수·진행도</a:t>
            </a:r>
            <a:endParaRPr lang="ko-KR" sz="1400" dirty="0"/>
          </a:p>
        </p:txBody>
      </p:sp>
      <p:sp>
        <p:nvSpPr>
          <p:cNvPr id="53" name="Shape 47"/>
          <p:cNvSpPr/>
          <p:nvPr/>
        </p:nvSpPr>
        <p:spPr>
          <a:xfrm>
            <a:off x="5029200" y="3785616"/>
            <a:ext cx="2139696" cy="512064"/>
          </a:xfrm>
          <a:prstGeom prst="roundRect">
            <a:avLst>
              <a:gd name="adj" fmla="val 17857"/>
            </a:avLst>
          </a:prstGeom>
          <a:solidFill>
            <a:srgbClr val="14284B"/>
          </a:solidFill>
          <a:ln/>
        </p:spPr>
      </p:sp>
      <p:pic>
        <p:nvPicPr>
          <p:cNvPr id="54" name="Image 4" descr="preencoded.png">    </p:cNvPr>
          <p:cNvPicPr>
            <a:picLocks noChangeAspect="1"/>
          </p:cNvPicPr>
          <p:nvPr/>
        </p:nvPicPr>
        <p:blipFill>
          <a:blip r:embed="rId5"/>
          <a:stretch>
            <a:fillRect/>
          </a:stretch>
        </p:blipFill>
        <p:spPr>
          <a:xfrm>
            <a:off x="5166360" y="3904488"/>
            <a:ext cx="274320" cy="274320"/>
          </a:xfrm>
          <a:prstGeom prst="rect">
            <a:avLst/>
          </a:prstGeom>
        </p:spPr>
      </p:pic>
      <p:sp>
        <p:nvSpPr>
          <p:cNvPr id="55" name="Text 48"/>
          <p:cNvSpPr txBox="1"/>
          <p:nvPr/>
        </p:nvSpPr>
        <p:spPr>
          <a:xfrm>
            <a:off x="5577840" y="3785616"/>
            <a:ext cx="1554480" cy="512064"/>
          </a:xfrm>
          <a:prstGeom prst="rect">
            <a:avLst/>
          </a:prstGeom>
          <a:noFill/>
          <a:ln/>
        </p:spPr>
        <p:txBody>
          <a:bodyPr wrap="square" lIns="0" tIns="0" rIns="0" bIns="0" rtlCol="0" anchor="ctr"/>
          <a:lstStyle/>
          <a:p>
            <a:pPr indent="0" marL="0">
              <a:buNone/>
            </a:pPr>
            <a:r>
              <a:rPr lang="ko-KR" altLang="en-US" sz="1400" b="1" dirty="0">
                <a:solidFill>
                  <a:srgbClr val="FFFFFF"/>
                </a:solidFill>
                <a:latin typeface="맑은 고딕" pitchFamily="34" charset="0"/>
                <a:ea typeface="맑은 고딕" pitchFamily="34" charset="-122"/>
                <a:cs typeface="맑은 고딕" pitchFamily="34" charset="-120"/>
              </a:rPr>
              <a:t>저장 시스템</a:t>
            </a:r>
            <a:endParaRPr lang="ko-KR" sz="1400" dirty="0"/>
          </a:p>
        </p:txBody>
      </p:sp>
      <p:sp>
        <p:nvSpPr>
          <p:cNvPr id="56" name="Text 49"/>
          <p:cNvSpPr txBox="1"/>
          <p:nvPr/>
        </p:nvSpPr>
        <p:spPr>
          <a:xfrm>
            <a:off x="2377440" y="3520440"/>
            <a:ext cx="2286000" cy="822960"/>
          </a:xfrm>
          <a:prstGeom prst="rect">
            <a:avLst/>
          </a:prstGeom>
          <a:noFill/>
          <a:ln/>
        </p:spPr>
        <p:txBody>
          <a:bodyPr wrap="square" lIns="0" tIns="0" rIns="0" bIns="0" rtlCol="0" anchor="t"/>
          <a:lstStyle/>
          <a:p>
            <a:pPr indent="0" marL="0">
              <a:buNone/>
            </a:pPr>
            <a:r>
              <a:rPr lang="ko-KR" altLang="en-US" sz="1200" i="1" dirty="0">
                <a:solidFill>
                  <a:srgbClr val="FFFFFF"/>
                </a:solidFill>
                <a:latin typeface="맑은 고딕" pitchFamily="34" charset="0"/>
                <a:ea typeface="맑은 고딕" pitchFamily="34" charset="-122"/>
                <a:cs typeface="맑은 고딕" pitchFamily="34" charset="-120"/>
              </a:rPr>
              <a:t>같은 게임의 시각적 변형 — 테마 자산만 교체</a:t>
            </a:r>
            <a:endParaRPr lang="ko-KR" sz="1200" dirty="0"/>
          </a:p>
        </p:txBody>
      </p:sp>
      <p:sp>
        <p:nvSpPr>
          <p:cNvPr id="57" name="Text 50"/>
          <p:cNvSpPr txBox="1"/>
          <p:nvPr/>
        </p:nvSpPr>
        <p:spPr>
          <a:xfrm>
            <a:off x="7525512" y="4023360"/>
            <a:ext cx="2286000" cy="274320"/>
          </a:xfrm>
          <a:prstGeom prst="rect">
            <a:avLst/>
          </a:prstGeom>
          <a:noFill/>
          <a:ln/>
        </p:spPr>
        <p:txBody>
          <a:bodyPr wrap="square" lIns="0" tIns="0" rIns="0" bIns="0" rtlCol="0" anchor="t"/>
          <a:lstStyle/>
          <a:p>
            <a:pPr algn="r" indent="0" marL="0">
              <a:buNone/>
            </a:pPr>
            <a:r>
              <a:rPr lang="ko-KR" altLang="en-US" sz="1100" dirty="0">
                <a:solidFill>
                  <a:srgbClr val="F2B33D"/>
                </a:solidFill>
                <a:latin typeface="맑은 고딕" pitchFamily="34" charset="0"/>
                <a:ea typeface="맑은 고딕" pitchFamily="34" charset="-122"/>
                <a:cs typeface="맑은 고딕" pitchFamily="34" charset="-120"/>
              </a:rPr>
              <a:t>※ 두 화면 모두 UI 목업</a:t>
            </a:r>
            <a:endParaRPr lang="ko-KR" sz="1100" dirty="0"/>
          </a:p>
        </p:txBody>
      </p:sp>
      <p:sp>
        <p:nvSpPr>
          <p:cNvPr id="58" name="Shape 51"/>
          <p:cNvSpPr/>
          <p:nvPr/>
        </p:nvSpPr>
        <p:spPr>
          <a:xfrm>
            <a:off x="4663440" y="2944368"/>
            <a:ext cx="155448" cy="0"/>
          </a:xfrm>
          <a:prstGeom prst="line">
            <a:avLst/>
          </a:prstGeom>
          <a:noFill/>
          <a:ln w="19050">
            <a:solidFill>
              <a:srgbClr val="19B3B1"/>
            </a:solidFill>
            <a:prstDash val="solid"/>
            <a:tailEnd type="triangle"/>
          </a:ln>
        </p:spPr>
      </p:sp>
      <p:sp>
        <p:nvSpPr>
          <p:cNvPr id="59" name="Shape 52"/>
          <p:cNvSpPr/>
          <p:nvPr/>
        </p:nvSpPr>
        <p:spPr>
          <a:xfrm>
            <a:off x="7379208" y="2944368"/>
            <a:ext cx="146304" cy="0"/>
          </a:xfrm>
          <a:prstGeom prst="line">
            <a:avLst/>
          </a:prstGeom>
          <a:noFill/>
          <a:ln w="19050">
            <a:solidFill>
              <a:srgbClr val="19B3B1"/>
            </a:solidFill>
            <a:prstDash val="solid"/>
            <a:headEnd type="triangle"/>
          </a:ln>
        </p:spPr>
      </p:sp>
      <p:sp>
        <p:nvSpPr>
          <p:cNvPr id="60" name="Text 53"/>
          <p:cNvSpPr txBox="1"/>
          <p:nvPr/>
        </p:nvSpPr>
        <p:spPr>
          <a:xfrm>
            <a:off x="548640" y="4937760"/>
            <a:ext cx="1828800" cy="292608"/>
          </a:xfrm>
          <a:prstGeom prst="rect">
            <a:avLst/>
          </a:prstGeom>
          <a:noFill/>
          <a:ln/>
        </p:spPr>
        <p:txBody>
          <a:bodyPr wrap="square" lIns="0" tIns="0" rIns="0" bIns="0" rtlCol="0" anchor="t"/>
          <a:lstStyle/>
          <a:p>
            <a:pPr indent="0" marL="0">
              <a:buNone/>
            </a:pPr>
            <a:r>
              <a:rPr lang="ko-KR" altLang="en-US" sz="1500" b="1" dirty="0">
                <a:solidFill>
                  <a:srgbClr val="19B3B1"/>
                </a:solidFill>
                <a:latin typeface="맑은 고딕" pitchFamily="34" charset="0"/>
                <a:ea typeface="맑은 고딕" pitchFamily="34" charset="-122"/>
                <a:cs typeface="맑은 고딕" pitchFamily="34" charset="-120"/>
              </a:rPr>
              <a:t>제작 로드맵</a:t>
            </a:r>
            <a:endParaRPr lang="ko-KR" sz="1500" dirty="0"/>
          </a:p>
        </p:txBody>
      </p:sp>
      <p:sp>
        <p:nvSpPr>
          <p:cNvPr id="61" name="Text 54"/>
          <p:cNvSpPr txBox="1"/>
          <p:nvPr/>
        </p:nvSpPr>
        <p:spPr>
          <a:xfrm>
            <a:off x="7068312" y="4956048"/>
            <a:ext cx="4572000" cy="274320"/>
          </a:xfrm>
          <a:prstGeom prst="rect">
            <a:avLst/>
          </a:prstGeom>
          <a:noFill/>
          <a:ln/>
        </p:spPr>
        <p:txBody>
          <a:bodyPr wrap="square" lIns="0" tIns="0" rIns="0" bIns="0" rtlCol="0" anchor="t"/>
          <a:lstStyle/>
          <a:p>
            <a:pPr algn="r" indent="0" marL="0">
              <a:buNone/>
            </a:pPr>
            <a:r>
              <a:rPr lang="ko-KR" altLang="en-US" sz="1100" dirty="0">
                <a:solidFill>
                  <a:srgbClr val="A9BCD3"/>
                </a:solidFill>
                <a:latin typeface="맑은 고딕" pitchFamily="34" charset="0"/>
                <a:ea typeface="맑은 고딕" pitchFamily="34" charset="-122"/>
                <a:cs typeface="맑은 고딕" pitchFamily="34" charset="-120"/>
              </a:rPr>
              <a:t>구체적인 기간은 개발 인력과 범위 확정 후 산정</a:t>
            </a:r>
            <a:endParaRPr lang="ko-KR" sz="1100" dirty="0"/>
          </a:p>
        </p:txBody>
      </p:sp>
      <p:sp>
        <p:nvSpPr>
          <p:cNvPr id="62" name="Shape 55"/>
          <p:cNvSpPr/>
          <p:nvPr/>
        </p:nvSpPr>
        <p:spPr>
          <a:xfrm>
            <a:off x="548640" y="5303520"/>
            <a:ext cx="2328062" cy="868680"/>
          </a:xfrm>
          <a:prstGeom prst="homePlate">
            <a:avLst/>
          </a:prstGeom>
          <a:solidFill>
            <a:srgbClr val="14284B"/>
          </a:solidFill>
          <a:ln w="12700">
            <a:solidFill>
              <a:srgbClr val="0B1A33"/>
            </a:solidFill>
            <a:prstDash val="solid"/>
          </a:ln>
        </p:spPr>
      </p:sp>
      <p:sp>
        <p:nvSpPr>
          <p:cNvPr id="63" name="Text 56"/>
          <p:cNvSpPr txBox="1"/>
          <p:nvPr/>
        </p:nvSpPr>
        <p:spPr>
          <a:xfrm>
            <a:off x="960120" y="5376672"/>
            <a:ext cx="1669694" cy="274320"/>
          </a:xfrm>
          <a:prstGeom prst="rect">
            <a:avLst/>
          </a:prstGeom>
          <a:noFill/>
          <a:ln/>
        </p:spPr>
        <p:txBody>
          <a:bodyPr wrap="square" lIns="0" tIns="0" rIns="0" bIns="0" rtlCol="0" anchor="t"/>
          <a:lstStyle/>
          <a:p>
            <a:pPr indent="0" marL="0">
              <a:buNone/>
            </a:pPr>
            <a:r>
              <a:rPr lang="ko-KR" altLang="en-US" sz="1200" b="1" dirty="0">
                <a:solidFill>
                  <a:srgbClr val="19B3B1"/>
                </a:solidFill>
                <a:latin typeface="맑은 고딕" pitchFamily="34" charset="0"/>
                <a:ea typeface="맑은 고딕" pitchFamily="34" charset="-122"/>
                <a:cs typeface="맑은 고딕" pitchFamily="34" charset="-120"/>
              </a:rPr>
              <a:t>01</a:t>
            </a:r>
            <a:endParaRPr lang="ko-KR" sz="1200" dirty="0"/>
          </a:p>
        </p:txBody>
      </p:sp>
      <p:sp>
        <p:nvSpPr>
          <p:cNvPr id="64" name="Text 57"/>
          <p:cNvSpPr txBox="1"/>
          <p:nvPr/>
        </p:nvSpPr>
        <p:spPr>
          <a:xfrm>
            <a:off x="960120" y="5632704"/>
            <a:ext cx="1715414" cy="457200"/>
          </a:xfrm>
          <a:prstGeom prst="rect">
            <a:avLst/>
          </a:prstGeom>
          <a:noFill/>
          <a:ln/>
        </p:spPr>
        <p:txBody>
          <a:bodyPr wrap="square" lIns="0" tIns="0" rIns="0" bIns="0" rtlCol="0" anchor="t"/>
          <a:lstStyle/>
          <a:p>
            <a:pPr indent="0" marL="0">
              <a:buNone/>
            </a:pPr>
            <a:r>
              <a:rPr lang="ko-KR" altLang="en-US" sz="1350" b="1" dirty="0">
                <a:solidFill>
                  <a:srgbClr val="FFFFFF"/>
                </a:solidFill>
                <a:latin typeface="맑은 고딕" pitchFamily="34" charset="0"/>
                <a:ea typeface="맑은 고딕" pitchFamily="34" charset="-122"/>
                <a:cs typeface="맑은 고딕" pitchFamily="34" charset="-120"/>
              </a:rPr>
              <a:t>핵심 프로토타입</a:t>
            </a:r>
            <a:endParaRPr lang="ko-KR" sz="1350" dirty="0"/>
          </a:p>
        </p:txBody>
      </p:sp>
      <p:sp>
        <p:nvSpPr>
          <p:cNvPr id="65" name="Shape 58"/>
          <p:cNvSpPr/>
          <p:nvPr/>
        </p:nvSpPr>
        <p:spPr>
          <a:xfrm>
            <a:off x="2766974" y="5303520"/>
            <a:ext cx="2328062" cy="868680"/>
          </a:xfrm>
          <a:prstGeom prst="chevron">
            <a:avLst/>
          </a:prstGeom>
          <a:solidFill>
            <a:srgbClr val="1E3A66"/>
          </a:solidFill>
          <a:ln w="12700">
            <a:solidFill>
              <a:srgbClr val="0B1A33"/>
            </a:solidFill>
            <a:prstDash val="solid"/>
          </a:ln>
        </p:spPr>
      </p:sp>
      <p:sp>
        <p:nvSpPr>
          <p:cNvPr id="66" name="Text 59"/>
          <p:cNvSpPr txBox="1"/>
          <p:nvPr/>
        </p:nvSpPr>
        <p:spPr>
          <a:xfrm>
            <a:off x="3178454" y="5376672"/>
            <a:ext cx="1669694" cy="274320"/>
          </a:xfrm>
          <a:prstGeom prst="rect">
            <a:avLst/>
          </a:prstGeom>
          <a:noFill/>
          <a:ln/>
        </p:spPr>
        <p:txBody>
          <a:bodyPr wrap="square" lIns="0" tIns="0" rIns="0" bIns="0" rtlCol="0" anchor="t"/>
          <a:lstStyle/>
          <a:p>
            <a:pPr indent="0" marL="0">
              <a:buNone/>
            </a:pPr>
            <a:r>
              <a:rPr lang="ko-KR" altLang="en-US" sz="1200" b="1" dirty="0">
                <a:solidFill>
                  <a:srgbClr val="19B3B1"/>
                </a:solidFill>
                <a:latin typeface="맑은 고딕" pitchFamily="34" charset="0"/>
                <a:ea typeface="맑은 고딕" pitchFamily="34" charset="-122"/>
                <a:cs typeface="맑은 고딕" pitchFamily="34" charset="-120"/>
              </a:rPr>
              <a:t>02</a:t>
            </a:r>
            <a:endParaRPr lang="ko-KR" sz="1200" dirty="0"/>
          </a:p>
        </p:txBody>
      </p:sp>
      <p:sp>
        <p:nvSpPr>
          <p:cNvPr id="67" name="Text 60"/>
          <p:cNvSpPr txBox="1"/>
          <p:nvPr/>
        </p:nvSpPr>
        <p:spPr>
          <a:xfrm>
            <a:off x="3178454" y="5632704"/>
            <a:ext cx="1715414" cy="457200"/>
          </a:xfrm>
          <a:prstGeom prst="rect">
            <a:avLst/>
          </a:prstGeom>
          <a:noFill/>
          <a:ln/>
        </p:spPr>
        <p:txBody>
          <a:bodyPr wrap="square" lIns="0" tIns="0" rIns="0" bIns="0" rtlCol="0" anchor="t"/>
          <a:lstStyle/>
          <a:p>
            <a:pPr indent="0" marL="0">
              <a:buNone/>
            </a:pPr>
            <a:r>
              <a:rPr lang="ko-KR" altLang="en-US" sz="1350" b="1" dirty="0">
                <a:solidFill>
                  <a:srgbClr val="FFFFFF"/>
                </a:solidFill>
                <a:latin typeface="맑은 고딕" pitchFamily="34" charset="0"/>
                <a:ea typeface="맑은 고딕" pitchFamily="34" charset="-122"/>
                <a:cs typeface="맑은 고딕" pitchFamily="34" charset="-120"/>
              </a:rPr>
              <a:t>판정·점수·저장 시스템</a:t>
            </a:r>
            <a:endParaRPr lang="ko-KR" sz="1350" dirty="0"/>
          </a:p>
        </p:txBody>
      </p:sp>
      <p:sp>
        <p:nvSpPr>
          <p:cNvPr id="68" name="Shape 61"/>
          <p:cNvSpPr/>
          <p:nvPr/>
        </p:nvSpPr>
        <p:spPr>
          <a:xfrm>
            <a:off x="4985309" y="5303520"/>
            <a:ext cx="2328062" cy="868680"/>
          </a:xfrm>
          <a:prstGeom prst="chevron">
            <a:avLst/>
          </a:prstGeom>
          <a:solidFill>
            <a:srgbClr val="14284B"/>
          </a:solidFill>
          <a:ln w="12700">
            <a:solidFill>
              <a:srgbClr val="0B1A33"/>
            </a:solidFill>
            <a:prstDash val="solid"/>
          </a:ln>
        </p:spPr>
      </p:sp>
      <p:sp>
        <p:nvSpPr>
          <p:cNvPr id="69" name="Text 62"/>
          <p:cNvSpPr txBox="1"/>
          <p:nvPr/>
        </p:nvSpPr>
        <p:spPr>
          <a:xfrm>
            <a:off x="5396789" y="5376672"/>
            <a:ext cx="1669694" cy="274320"/>
          </a:xfrm>
          <a:prstGeom prst="rect">
            <a:avLst/>
          </a:prstGeom>
          <a:noFill/>
          <a:ln/>
        </p:spPr>
        <p:txBody>
          <a:bodyPr wrap="square" lIns="0" tIns="0" rIns="0" bIns="0" rtlCol="0" anchor="t"/>
          <a:lstStyle/>
          <a:p>
            <a:pPr indent="0" marL="0">
              <a:buNone/>
            </a:pPr>
            <a:r>
              <a:rPr lang="ko-KR" altLang="en-US" sz="1200" b="1" dirty="0">
                <a:solidFill>
                  <a:srgbClr val="19B3B1"/>
                </a:solidFill>
                <a:latin typeface="맑은 고딕" pitchFamily="34" charset="0"/>
                <a:ea typeface="맑은 고딕" pitchFamily="34" charset="-122"/>
                <a:cs typeface="맑은 고딕" pitchFamily="34" charset="-120"/>
              </a:rPr>
              <a:t>03</a:t>
            </a:r>
            <a:endParaRPr lang="ko-KR" sz="1200" dirty="0"/>
          </a:p>
        </p:txBody>
      </p:sp>
      <p:sp>
        <p:nvSpPr>
          <p:cNvPr id="70" name="Text 63"/>
          <p:cNvSpPr txBox="1"/>
          <p:nvPr/>
        </p:nvSpPr>
        <p:spPr>
          <a:xfrm>
            <a:off x="5396789" y="5632704"/>
            <a:ext cx="1715414" cy="457200"/>
          </a:xfrm>
          <a:prstGeom prst="rect">
            <a:avLst/>
          </a:prstGeom>
          <a:noFill/>
          <a:ln/>
        </p:spPr>
        <p:txBody>
          <a:bodyPr wrap="square" lIns="0" tIns="0" rIns="0" bIns="0" rtlCol="0" anchor="t"/>
          <a:lstStyle/>
          <a:p>
            <a:pPr indent="0" marL="0">
              <a:buNone/>
            </a:pPr>
            <a:r>
              <a:rPr lang="ko-KR" altLang="en-US" sz="1350" b="1" dirty="0">
                <a:solidFill>
                  <a:srgbClr val="FFFFFF"/>
                </a:solidFill>
                <a:latin typeface="맑은 고딕" pitchFamily="34" charset="0"/>
                <a:ea typeface="맑은 고딕" pitchFamily="34" charset="-122"/>
                <a:cs typeface="맑은 고딕" pitchFamily="34" charset="-120"/>
              </a:rPr>
              <a:t>초기 사례·UI 제작</a:t>
            </a:r>
            <a:endParaRPr lang="ko-KR" sz="1350" dirty="0"/>
          </a:p>
        </p:txBody>
      </p:sp>
      <p:sp>
        <p:nvSpPr>
          <p:cNvPr id="71" name="Shape 64"/>
          <p:cNvSpPr/>
          <p:nvPr/>
        </p:nvSpPr>
        <p:spPr>
          <a:xfrm>
            <a:off x="7203643" y="5303520"/>
            <a:ext cx="2328062" cy="868680"/>
          </a:xfrm>
          <a:prstGeom prst="chevron">
            <a:avLst/>
          </a:prstGeom>
          <a:solidFill>
            <a:srgbClr val="1E3A66"/>
          </a:solidFill>
          <a:ln w="12700">
            <a:solidFill>
              <a:srgbClr val="0B1A33"/>
            </a:solidFill>
            <a:prstDash val="solid"/>
          </a:ln>
        </p:spPr>
      </p:sp>
      <p:sp>
        <p:nvSpPr>
          <p:cNvPr id="72" name="Text 65"/>
          <p:cNvSpPr txBox="1"/>
          <p:nvPr/>
        </p:nvSpPr>
        <p:spPr>
          <a:xfrm>
            <a:off x="7615123" y="5376672"/>
            <a:ext cx="1669694" cy="274320"/>
          </a:xfrm>
          <a:prstGeom prst="rect">
            <a:avLst/>
          </a:prstGeom>
          <a:noFill/>
          <a:ln/>
        </p:spPr>
        <p:txBody>
          <a:bodyPr wrap="square" lIns="0" tIns="0" rIns="0" bIns="0" rtlCol="0" anchor="t"/>
          <a:lstStyle/>
          <a:p>
            <a:pPr indent="0" marL="0">
              <a:buNone/>
            </a:pPr>
            <a:r>
              <a:rPr lang="ko-KR" altLang="en-US" sz="1200" b="1" dirty="0">
                <a:solidFill>
                  <a:srgbClr val="19B3B1"/>
                </a:solidFill>
                <a:latin typeface="맑은 고딕" pitchFamily="34" charset="0"/>
                <a:ea typeface="맑은 고딕" pitchFamily="34" charset="-122"/>
                <a:cs typeface="맑은 고딕" pitchFamily="34" charset="-120"/>
              </a:rPr>
              <a:t>04</a:t>
            </a:r>
            <a:endParaRPr lang="ko-KR" sz="1200" dirty="0"/>
          </a:p>
        </p:txBody>
      </p:sp>
      <p:sp>
        <p:nvSpPr>
          <p:cNvPr id="73" name="Text 66"/>
          <p:cNvSpPr txBox="1"/>
          <p:nvPr/>
        </p:nvSpPr>
        <p:spPr>
          <a:xfrm>
            <a:off x="7615123" y="5632704"/>
            <a:ext cx="1715414" cy="457200"/>
          </a:xfrm>
          <a:prstGeom prst="rect">
            <a:avLst/>
          </a:prstGeom>
          <a:noFill/>
          <a:ln/>
        </p:spPr>
        <p:txBody>
          <a:bodyPr wrap="square" lIns="0" tIns="0" rIns="0" bIns="0" rtlCol="0" anchor="t"/>
          <a:lstStyle/>
          <a:p>
            <a:pPr indent="0" marL="0">
              <a:buNone/>
            </a:pPr>
            <a:r>
              <a:rPr lang="ko-KR" altLang="en-US" sz="1350" b="1" dirty="0">
                <a:solidFill>
                  <a:srgbClr val="FFFFFF"/>
                </a:solidFill>
                <a:latin typeface="맑은 고딕" pitchFamily="34" charset="0"/>
                <a:ea typeface="맑은 고딕" pitchFamily="34" charset="-122"/>
                <a:cs typeface="맑은 고딕" pitchFamily="34" charset="-120"/>
              </a:rPr>
              <a:t>두 테마 적용</a:t>
            </a:r>
            <a:endParaRPr lang="ko-KR" sz="1350" dirty="0"/>
          </a:p>
        </p:txBody>
      </p:sp>
      <p:sp>
        <p:nvSpPr>
          <p:cNvPr id="74" name="Shape 67"/>
          <p:cNvSpPr/>
          <p:nvPr/>
        </p:nvSpPr>
        <p:spPr>
          <a:xfrm>
            <a:off x="9421978" y="5303520"/>
            <a:ext cx="2328062" cy="868680"/>
          </a:xfrm>
          <a:prstGeom prst="chevron">
            <a:avLst/>
          </a:prstGeom>
          <a:solidFill>
            <a:srgbClr val="14284B"/>
          </a:solidFill>
          <a:ln w="12700">
            <a:solidFill>
              <a:srgbClr val="0B1A33"/>
            </a:solidFill>
            <a:prstDash val="solid"/>
          </a:ln>
        </p:spPr>
      </p:sp>
      <p:sp>
        <p:nvSpPr>
          <p:cNvPr id="75" name="Text 68"/>
          <p:cNvSpPr txBox="1"/>
          <p:nvPr/>
        </p:nvSpPr>
        <p:spPr>
          <a:xfrm>
            <a:off x="9833458" y="5376672"/>
            <a:ext cx="1669694" cy="274320"/>
          </a:xfrm>
          <a:prstGeom prst="rect">
            <a:avLst/>
          </a:prstGeom>
          <a:noFill/>
          <a:ln/>
        </p:spPr>
        <p:txBody>
          <a:bodyPr wrap="square" lIns="0" tIns="0" rIns="0" bIns="0" rtlCol="0" anchor="t"/>
          <a:lstStyle/>
          <a:p>
            <a:pPr indent="0" marL="0">
              <a:buNone/>
            </a:pPr>
            <a:r>
              <a:rPr lang="ko-KR" altLang="en-US" sz="1200" b="1" dirty="0">
                <a:solidFill>
                  <a:srgbClr val="19B3B1"/>
                </a:solidFill>
                <a:latin typeface="맑은 고딕" pitchFamily="34" charset="0"/>
                <a:ea typeface="맑은 고딕" pitchFamily="34" charset="-122"/>
                <a:cs typeface="맑은 고딕" pitchFamily="34" charset="-120"/>
              </a:rPr>
              <a:t>05</a:t>
            </a:r>
            <a:endParaRPr lang="ko-KR" sz="1200" dirty="0"/>
          </a:p>
        </p:txBody>
      </p:sp>
      <p:sp>
        <p:nvSpPr>
          <p:cNvPr id="76" name="Text 69"/>
          <p:cNvSpPr txBox="1"/>
          <p:nvPr/>
        </p:nvSpPr>
        <p:spPr>
          <a:xfrm>
            <a:off x="9833458" y="5632704"/>
            <a:ext cx="1715414" cy="457200"/>
          </a:xfrm>
          <a:prstGeom prst="rect">
            <a:avLst/>
          </a:prstGeom>
          <a:noFill/>
          <a:ln/>
        </p:spPr>
        <p:txBody>
          <a:bodyPr wrap="square" lIns="0" tIns="0" rIns="0" bIns="0" rtlCol="0" anchor="t"/>
          <a:lstStyle/>
          <a:p>
            <a:pPr indent="0" marL="0">
              <a:buNone/>
            </a:pPr>
            <a:r>
              <a:rPr lang="ko-KR" altLang="en-US" sz="1350" b="1" dirty="0">
                <a:solidFill>
                  <a:srgbClr val="FFFFFF"/>
                </a:solidFill>
                <a:latin typeface="맑은 고딕" pitchFamily="34" charset="0"/>
                <a:ea typeface="맑은 고딕" pitchFamily="34" charset="-122"/>
                <a:cs typeface="맑은 고딕" pitchFamily="34" charset="-120"/>
              </a:rPr>
              <a:t>모바일 QA·개선</a:t>
            </a:r>
            <a:endParaRPr lang="ko-KR" sz="135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IGITAL GUARD 키아트 시안">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1" type="title" hasCustomPrompt="1"/>
          </p:nvPr>
        </p:nvSpPr>
        <p:spPr>
          <a:xfrm>
            <a:off x="548640" y="347472"/>
            <a:ext cx="11064240" cy="658368"/>
          </a:xfrm>
          <a:prstGeom prst="rect">
            <a:avLst/>
          </a:prstGeom>
          <a:noFill/>
          <a:ln/>
        </p:spPr>
        <p:txBody>
          <a:bodyPr wrap="square" lIns="0" tIns="0" rIns="0" bIns="0" rtlCol="0" anchor="ctr"/>
          <a:lstStyle/>
          <a:p>
            <a:pPr algn="l" indent="0" marL="0">
              <a:buNone/>
            </a:pPr>
            <a:r>
              <a:rPr lang="en-US" sz="3000" b="1" dirty="0">
                <a:solidFill>
                  <a:srgbClr val="FFFFFF"/>
                </a:solidFill>
                <a:latin typeface="맑은 고딕" pitchFamily="34" charset="0"/>
                <a:ea typeface="맑은 고딕" pitchFamily="34" charset="-122"/>
                <a:cs typeface="맑은 고딕" pitchFamily="34" charset="-120"/>
              </a:rPr>
              <a:t>정답을 맞히는 것을 넘어, 올바르게 판단하는 경험으로</a:t>
            </a:r>
            <a:endParaRPr lang="en-US" sz="3000" dirty="0"/>
          </a:p>
        </p:txBody>
      </p:sp>
      <p:sp>
        <p:nvSpPr>
          <p:cNvPr id="4" name="Shape 1"/>
          <p:cNvSpPr/>
          <p:nvPr/>
        </p:nvSpPr>
        <p:spPr>
          <a:xfrm>
            <a:off x="548640" y="1417320"/>
            <a:ext cx="5120640" cy="868680"/>
          </a:xfrm>
          <a:prstGeom prst="roundRect">
            <a:avLst>
              <a:gd name="adj" fmla="val 14737"/>
            </a:avLst>
          </a:prstGeom>
          <a:solidFill>
            <a:srgbClr val="14284B"/>
          </a:solidFill>
          <a:ln w="12700">
            <a:solidFill>
              <a:srgbClr val="1E3A66"/>
            </a:solidFill>
            <a:prstDash val="solid"/>
          </a:ln>
        </p:spPr>
      </p:sp>
      <p:sp>
        <p:nvSpPr>
          <p:cNvPr id="5" name="Shape 2"/>
          <p:cNvSpPr/>
          <p:nvPr/>
        </p:nvSpPr>
        <p:spPr>
          <a:xfrm>
            <a:off x="713232" y="1554480"/>
            <a:ext cx="594360" cy="594360"/>
          </a:xfrm>
          <a:prstGeom prst="ellipse">
            <a:avLst/>
          </a:prstGeom>
          <a:solidFill>
            <a:srgbClr val="19B3B1"/>
          </a:solidFill>
          <a:ln/>
        </p:spPr>
      </p:sp>
      <p:pic>
        <p:nvPicPr>
          <p:cNvPr id="6" name="Image 1" descr="preencoded.png">    </p:cNvPr>
          <p:cNvPicPr>
            <a:picLocks noChangeAspect="1"/>
          </p:cNvPicPr>
          <p:nvPr/>
        </p:nvPicPr>
        <p:blipFill>
          <a:blip r:embed="rId2"/>
          <a:stretch>
            <a:fillRect/>
          </a:stretch>
        </p:blipFill>
        <p:spPr>
          <a:xfrm>
            <a:off x="861822" y="1703070"/>
            <a:ext cx="297180" cy="297180"/>
          </a:xfrm>
          <a:prstGeom prst="rect">
            <a:avLst/>
          </a:prstGeom>
        </p:spPr>
      </p:pic>
      <p:sp>
        <p:nvSpPr>
          <p:cNvPr id="7" name="Text 3"/>
          <p:cNvSpPr txBox="1"/>
          <p:nvPr/>
        </p:nvSpPr>
        <p:spPr>
          <a:xfrm>
            <a:off x="1481328" y="1508760"/>
            <a:ext cx="2743200" cy="329184"/>
          </a:xfrm>
          <a:prstGeom prst="rect">
            <a:avLst/>
          </a:prstGeom>
          <a:noFill/>
          <a:ln/>
        </p:spPr>
        <p:txBody>
          <a:bodyPr wrap="square" lIns="0" tIns="0" rIns="0" bIns="0" rtlCol="0" anchor="t"/>
          <a:lstStyle/>
          <a:p>
            <a:pPr indent="0" marL="0">
              <a:buNone/>
            </a:pPr>
            <a:r>
              <a:rPr lang="ko-KR" altLang="en-US" sz="1900" b="1" dirty="0">
                <a:solidFill>
                  <a:srgbClr val="FFFFFF"/>
                </a:solidFill>
                <a:latin typeface="맑은 고딕" pitchFamily="34" charset="0"/>
                <a:ea typeface="맑은 고딕" pitchFamily="34" charset="-122"/>
                <a:cs typeface="맑은 고딕" pitchFamily="34" charset="-120"/>
              </a:rPr>
              <a:t>교육성</a:t>
            </a:r>
            <a:endParaRPr lang="ko-KR" sz="1900" dirty="0"/>
          </a:p>
        </p:txBody>
      </p:sp>
      <p:sp>
        <p:nvSpPr>
          <p:cNvPr id="8" name="Text 4"/>
          <p:cNvSpPr txBox="1"/>
          <p:nvPr/>
        </p:nvSpPr>
        <p:spPr>
          <a:xfrm>
            <a:off x="1481328" y="1847088"/>
            <a:ext cx="4114800" cy="365760"/>
          </a:xfrm>
          <a:prstGeom prst="rect">
            <a:avLst/>
          </a:prstGeom>
          <a:noFill/>
          <a:ln/>
        </p:spPr>
        <p:txBody>
          <a:bodyPr wrap="square" lIns="0" tIns="0" rIns="0" bIns="0" rtlCol="0" anchor="t"/>
          <a:lstStyle/>
          <a:p>
            <a:pPr indent="0" marL="0">
              <a:buNone/>
            </a:pPr>
            <a:r>
              <a:rPr lang="ko-KR" altLang="en-US" sz="1400" dirty="0">
                <a:solidFill>
                  <a:srgbClr val="A9BCD3"/>
                </a:solidFill>
                <a:latin typeface="맑은 고딕" pitchFamily="34" charset="0"/>
                <a:ea typeface="맑은 고딕" pitchFamily="34" charset="-122"/>
                <a:cs typeface="맑은 고딕" pitchFamily="34" charset="-120"/>
              </a:rPr>
              <a:t>디지털 안전 규칙을 실제와 닮은 상황에서 연습</a:t>
            </a:r>
            <a:endParaRPr lang="ko-KR" sz="1400" dirty="0"/>
          </a:p>
        </p:txBody>
      </p:sp>
      <p:sp>
        <p:nvSpPr>
          <p:cNvPr id="9" name="Shape 5"/>
          <p:cNvSpPr/>
          <p:nvPr/>
        </p:nvSpPr>
        <p:spPr>
          <a:xfrm>
            <a:off x="548640" y="2441448"/>
            <a:ext cx="5120640" cy="868680"/>
          </a:xfrm>
          <a:prstGeom prst="roundRect">
            <a:avLst>
              <a:gd name="adj" fmla="val 14737"/>
            </a:avLst>
          </a:prstGeom>
          <a:solidFill>
            <a:srgbClr val="14284B"/>
          </a:solidFill>
          <a:ln w="12700">
            <a:solidFill>
              <a:srgbClr val="1E3A66"/>
            </a:solidFill>
            <a:prstDash val="solid"/>
          </a:ln>
        </p:spPr>
      </p:sp>
      <p:sp>
        <p:nvSpPr>
          <p:cNvPr id="10" name="Shape 6"/>
          <p:cNvSpPr/>
          <p:nvPr/>
        </p:nvSpPr>
        <p:spPr>
          <a:xfrm>
            <a:off x="713232" y="2578608"/>
            <a:ext cx="594360" cy="594360"/>
          </a:xfrm>
          <a:prstGeom prst="ellipse">
            <a:avLst/>
          </a:prstGeom>
          <a:solidFill>
            <a:srgbClr val="19B3B1"/>
          </a:solidFill>
          <a:ln/>
        </p:spPr>
      </p:sp>
      <p:pic>
        <p:nvPicPr>
          <p:cNvPr id="11" name="Image 2" descr="preencoded.png">    </p:cNvPr>
          <p:cNvPicPr>
            <a:picLocks noChangeAspect="1"/>
          </p:cNvPicPr>
          <p:nvPr/>
        </p:nvPicPr>
        <p:blipFill>
          <a:blip r:embed="rId3"/>
          <a:stretch>
            <a:fillRect/>
          </a:stretch>
        </p:blipFill>
        <p:spPr>
          <a:xfrm>
            <a:off x="861822" y="2727198"/>
            <a:ext cx="297180" cy="297180"/>
          </a:xfrm>
          <a:prstGeom prst="rect">
            <a:avLst/>
          </a:prstGeom>
        </p:spPr>
      </p:pic>
      <p:sp>
        <p:nvSpPr>
          <p:cNvPr id="12" name="Text 7"/>
          <p:cNvSpPr txBox="1"/>
          <p:nvPr/>
        </p:nvSpPr>
        <p:spPr>
          <a:xfrm>
            <a:off x="1481328" y="2532888"/>
            <a:ext cx="2743200" cy="329184"/>
          </a:xfrm>
          <a:prstGeom prst="rect">
            <a:avLst/>
          </a:prstGeom>
          <a:noFill/>
          <a:ln/>
        </p:spPr>
        <p:txBody>
          <a:bodyPr wrap="square" lIns="0" tIns="0" rIns="0" bIns="0" rtlCol="0" anchor="t"/>
          <a:lstStyle/>
          <a:p>
            <a:pPr indent="0" marL="0">
              <a:buNone/>
            </a:pPr>
            <a:r>
              <a:rPr lang="ko-KR" altLang="en-US" sz="1900" b="1" dirty="0">
                <a:solidFill>
                  <a:srgbClr val="FFFFFF"/>
                </a:solidFill>
                <a:latin typeface="맑은 고딕" pitchFamily="34" charset="0"/>
                <a:ea typeface="맑은 고딕" pitchFamily="34" charset="-122"/>
                <a:cs typeface="맑은 고딕" pitchFamily="34" charset="-120"/>
              </a:rPr>
              <a:t>게임성</a:t>
            </a:r>
            <a:endParaRPr lang="ko-KR" sz="1900" dirty="0"/>
          </a:p>
        </p:txBody>
      </p:sp>
      <p:sp>
        <p:nvSpPr>
          <p:cNvPr id="13" name="Text 8"/>
          <p:cNvSpPr txBox="1"/>
          <p:nvPr/>
        </p:nvSpPr>
        <p:spPr>
          <a:xfrm>
            <a:off x="1481328" y="2871216"/>
            <a:ext cx="4114800" cy="365760"/>
          </a:xfrm>
          <a:prstGeom prst="rect">
            <a:avLst/>
          </a:prstGeom>
          <a:noFill/>
          <a:ln/>
        </p:spPr>
        <p:txBody>
          <a:bodyPr wrap="square" lIns="0" tIns="0" rIns="0" bIns="0" rtlCol="0" anchor="t"/>
          <a:lstStyle/>
          <a:p>
            <a:pPr indent="0" marL="0">
              <a:buNone/>
            </a:pPr>
            <a:r>
              <a:rPr lang="ko-KR" altLang="en-US" sz="1400" dirty="0">
                <a:solidFill>
                  <a:srgbClr val="A9BCD3"/>
                </a:solidFill>
                <a:latin typeface="맑은 고딕" pitchFamily="34" charset="0"/>
                <a:ea typeface="맑은 고딕" pitchFamily="34" charset="-122"/>
                <a:cs typeface="맑은 고딕" pitchFamily="34" charset="-120"/>
              </a:rPr>
              <a:t>단서 발견, 규칙 해금, 사건 해결로 성장</a:t>
            </a:r>
            <a:endParaRPr lang="ko-KR" sz="1400" dirty="0"/>
          </a:p>
        </p:txBody>
      </p:sp>
      <p:sp>
        <p:nvSpPr>
          <p:cNvPr id="14" name="Shape 9"/>
          <p:cNvSpPr/>
          <p:nvPr/>
        </p:nvSpPr>
        <p:spPr>
          <a:xfrm>
            <a:off x="548640" y="3465576"/>
            <a:ext cx="5120640" cy="868680"/>
          </a:xfrm>
          <a:prstGeom prst="roundRect">
            <a:avLst>
              <a:gd name="adj" fmla="val 14737"/>
            </a:avLst>
          </a:prstGeom>
          <a:solidFill>
            <a:srgbClr val="14284B"/>
          </a:solidFill>
          <a:ln w="12700">
            <a:solidFill>
              <a:srgbClr val="1E3A66"/>
            </a:solidFill>
            <a:prstDash val="solid"/>
          </a:ln>
        </p:spPr>
      </p:sp>
      <p:sp>
        <p:nvSpPr>
          <p:cNvPr id="15" name="Shape 10"/>
          <p:cNvSpPr/>
          <p:nvPr/>
        </p:nvSpPr>
        <p:spPr>
          <a:xfrm>
            <a:off x="713232" y="3602736"/>
            <a:ext cx="594360" cy="594360"/>
          </a:xfrm>
          <a:prstGeom prst="ellipse">
            <a:avLst/>
          </a:prstGeom>
          <a:solidFill>
            <a:srgbClr val="19B3B1"/>
          </a:solidFill>
          <a:ln/>
        </p:spPr>
      </p:sp>
      <p:pic>
        <p:nvPicPr>
          <p:cNvPr id="16" name="Image 3" descr="preencoded.png">    </p:cNvPr>
          <p:cNvPicPr>
            <a:picLocks noChangeAspect="1"/>
          </p:cNvPicPr>
          <p:nvPr/>
        </p:nvPicPr>
        <p:blipFill>
          <a:blip r:embed="rId4"/>
          <a:stretch>
            <a:fillRect/>
          </a:stretch>
        </p:blipFill>
        <p:spPr>
          <a:xfrm>
            <a:off x="861822" y="3751326"/>
            <a:ext cx="297180" cy="297180"/>
          </a:xfrm>
          <a:prstGeom prst="rect">
            <a:avLst/>
          </a:prstGeom>
        </p:spPr>
      </p:pic>
      <p:sp>
        <p:nvSpPr>
          <p:cNvPr id="17" name="Text 11"/>
          <p:cNvSpPr txBox="1"/>
          <p:nvPr/>
        </p:nvSpPr>
        <p:spPr>
          <a:xfrm>
            <a:off x="1481328" y="3557016"/>
            <a:ext cx="2743200" cy="329184"/>
          </a:xfrm>
          <a:prstGeom prst="rect">
            <a:avLst/>
          </a:prstGeom>
          <a:noFill/>
          <a:ln/>
        </p:spPr>
        <p:txBody>
          <a:bodyPr wrap="square" lIns="0" tIns="0" rIns="0" bIns="0" rtlCol="0" anchor="t"/>
          <a:lstStyle/>
          <a:p>
            <a:pPr indent="0" marL="0">
              <a:buNone/>
            </a:pPr>
            <a:r>
              <a:rPr lang="ko-KR" altLang="en-US" sz="1900" b="1" dirty="0">
                <a:solidFill>
                  <a:srgbClr val="FFFFFF"/>
                </a:solidFill>
                <a:latin typeface="맑은 고딕" pitchFamily="34" charset="0"/>
                <a:ea typeface="맑은 고딕" pitchFamily="34" charset="-122"/>
                <a:cs typeface="맑은 고딕" pitchFamily="34" charset="-120"/>
              </a:rPr>
              <a:t>확장성</a:t>
            </a:r>
            <a:endParaRPr lang="ko-KR" sz="1900" dirty="0"/>
          </a:p>
        </p:txBody>
      </p:sp>
      <p:sp>
        <p:nvSpPr>
          <p:cNvPr id="18" name="Text 12"/>
          <p:cNvSpPr txBox="1"/>
          <p:nvPr/>
        </p:nvSpPr>
        <p:spPr>
          <a:xfrm>
            <a:off x="1481328" y="3895344"/>
            <a:ext cx="4114800" cy="365760"/>
          </a:xfrm>
          <a:prstGeom prst="rect">
            <a:avLst/>
          </a:prstGeom>
          <a:noFill/>
          <a:ln/>
        </p:spPr>
        <p:txBody>
          <a:bodyPr wrap="square" lIns="0" tIns="0" rIns="0" bIns="0" rtlCol="0" anchor="t"/>
          <a:lstStyle/>
          <a:p>
            <a:pPr indent="0" marL="0">
              <a:buNone/>
            </a:pPr>
            <a:r>
              <a:rPr lang="ko-KR" altLang="en-US" sz="1400" dirty="0">
                <a:solidFill>
                  <a:srgbClr val="A9BCD3"/>
                </a:solidFill>
                <a:latin typeface="맑은 고딕" pitchFamily="34" charset="0"/>
                <a:ea typeface="맑은 고딕" pitchFamily="34" charset="-122"/>
                <a:cs typeface="맑은 고딕" pitchFamily="34" charset="-120"/>
              </a:rPr>
              <a:t>새 사건과 문서를 데이터로 추가해 콘텐츠 확장</a:t>
            </a:r>
            <a:endParaRPr lang="ko-KR" sz="1400" dirty="0"/>
          </a:p>
        </p:txBody>
      </p:sp>
      <p:sp>
        <p:nvSpPr>
          <p:cNvPr id="19" name="Text 13"/>
          <p:cNvSpPr txBox="1"/>
          <p:nvPr/>
        </p:nvSpPr>
        <p:spPr>
          <a:xfrm>
            <a:off x="548640" y="4572000"/>
            <a:ext cx="5669280" cy="1234440"/>
          </a:xfrm>
          <a:prstGeom prst="rect">
            <a:avLst/>
          </a:prstGeom>
          <a:noFill/>
          <a:ln/>
        </p:spPr>
        <p:txBody>
          <a:bodyPr wrap="square" lIns="0" tIns="0" rIns="0" bIns="0" rtlCol="0" anchor="t"/>
          <a:lstStyle/>
          <a:p>
            <a:pPr indent="0" marL="0">
              <a:lnSpc>
                <a:spcPct val="95000"/>
              </a:lnSpc>
              <a:buNone/>
            </a:pPr>
            <a:r>
              <a:rPr lang="ko-KR" altLang="en-US" sz="3600" b="1" dirty="0">
                <a:solidFill>
                  <a:srgbClr val="19B3B1"/>
                </a:solidFill>
                <a:latin typeface="맑은 고딕" pitchFamily="34" charset="0"/>
                <a:ea typeface="맑은 고딕" pitchFamily="34" charset="-122"/>
                <a:cs typeface="맑은 고딕" pitchFamily="34" charset="-120"/>
              </a:rPr>
              <a:t>“의심하고, 확인하고,</a:t>
            </a:r>
            <a:endParaRPr lang="ko-KR" sz="3600" dirty="0"/>
          </a:p>
          <a:p>
            <a:pPr indent="0" marL="0">
              <a:lnSpc>
                <a:spcPct val="95000"/>
              </a:lnSpc>
              <a:buNone/>
            </a:pPr>
            <a:r>
              <a:rPr lang="ko-KR" altLang="en-US" sz="3600" b="1" dirty="0">
                <a:solidFill>
                  <a:srgbClr val="19B3B1"/>
                </a:solidFill>
                <a:latin typeface="맑은 고딕" pitchFamily="34" charset="0"/>
                <a:ea typeface="맑은 고딕" pitchFamily="34" charset="-122"/>
                <a:cs typeface="맑은 고딕" pitchFamily="34" charset="-120"/>
              </a:rPr>
              <a:t>판단하라.”</a:t>
            </a:r>
            <a:endParaRPr lang="ko-KR" sz="3600" dirty="0"/>
          </a:p>
        </p:txBody>
      </p:sp>
      <p:sp>
        <p:nvSpPr>
          <p:cNvPr id="20" name="Text 14"/>
          <p:cNvSpPr txBox="1"/>
          <p:nvPr/>
        </p:nvSpPr>
        <p:spPr>
          <a:xfrm>
            <a:off x="548640" y="5897880"/>
            <a:ext cx="5486400" cy="365760"/>
          </a:xfrm>
          <a:prstGeom prst="rect">
            <a:avLst/>
          </a:prstGeom>
          <a:noFill/>
          <a:ln/>
        </p:spPr>
        <p:txBody>
          <a:bodyPr wrap="square" lIns="0" tIns="0" rIns="0" bIns="0" rtlCol="0" anchor="t"/>
          <a:lstStyle/>
          <a:p>
            <a:pPr indent="0" marL="0">
              <a:buNone/>
            </a:pPr>
            <a:r>
              <a:rPr lang="ko-KR" altLang="en-US" sz="1600" b="1" dirty="0">
                <a:solidFill>
                  <a:srgbClr val="FFFFFF"/>
                </a:solidFill>
                <a:latin typeface="맑은 고딕" pitchFamily="34" charset="0"/>
                <a:ea typeface="맑은 고딕" pitchFamily="34" charset="-122"/>
                <a:cs typeface="맑은 고딕" pitchFamily="34" charset="-120"/>
              </a:rPr>
              <a:t>DIGITAL GUARD  ·  디지털 보안 심사관</a:t>
            </a:r>
            <a:endParaRPr lang="ko-KR" sz="1600" dirty="0"/>
          </a:p>
        </p:txBody>
      </p:sp>
      <p:sp>
        <p:nvSpPr>
          <p:cNvPr id="25" name="Slide Number Placeholder 0"/>
          <p:cNvSpPr>
            <a:spLocks noGrp="1"/>
          </p:cNvSpPr>
          <p:nvPr>
            <p:ph type="sldNum" sz="quarter" idx="4294967295"/>
          </p:nvPr>
        </p:nvSpPr>
        <p:spPr>
          <a:xfrm>
            <a:off x="11274552" y="6455664"/>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86A6"/>
                </a:solidFill>
                <a:latin typeface="맑은 고딕"/>
                <a:ea typeface="맑은 고딕"/>
                <a:cs typeface="맑은 고딕"/>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DIGITAL GUARD">
  <a:themeElements>
    <a:clrScheme name="DIGITAL GUARD">
      <a:dk1>
        <a:srgbClr val="0B1A33"/>
      </a:dk1>
      <a:lt1>
        <a:srgbClr val="FFFFFF"/>
      </a:lt1>
      <a:dk2>
        <a:srgbClr val="14284B"/>
      </a:dk2>
      <a:lt2>
        <a:srgbClr val="F4F6FA"/>
      </a:lt2>
      <a:accent1>
        <a:srgbClr val="19B3B1"/>
      </a:accent1>
      <a:accent2>
        <a:srgbClr val="FF6B5E"/>
      </a:accent2>
      <a:accent3>
        <a:srgbClr val="F2B33D"/>
      </a:accent3>
      <a:accent4>
        <a:srgbClr val="7FA6D9"/>
      </a:accent4>
      <a:accent5>
        <a:srgbClr val="0E7C7B"/>
      </a:accent5>
      <a:accent6>
        <a:srgbClr val="8A6BD1"/>
      </a:accent6>
      <a:hlink>
        <a:srgbClr val="19B3B1"/>
      </a:hlink>
      <a:folHlink>
        <a:srgbClr val="7FA6D9"/>
      </a:folHlink>
    </a:clrScheme>
    <a:fontScheme name="DIGITAL GUARD">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GUARD — 디지털 보안 심사관 게임 기획 발표</dc:title>
  <dc:subject>Unity 6 모바일 게임 기획 발표</dc:subject>
  <dc:creator>DIGITAL GUARD 기획팀</dc:creator>
  <cp:lastModifiedBy>DIGITAL GUARD 기획팀</cp:lastModifiedBy>
  <cp:revision>1</cp:revision>
  <dcterms:created xsi:type="dcterms:W3CDTF">2026-10-11T03:09:51Z</dcterms:created>
  <dcterms:modified xsi:type="dcterms:W3CDTF">2026-10-11T03:09:51Z</dcterms:modified>
</cp:coreProperties>
</file>