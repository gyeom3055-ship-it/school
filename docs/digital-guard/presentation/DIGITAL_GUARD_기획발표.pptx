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게임 소개" id="{94f35556-75be-216d-2b78-11b20f60a6ad}">
          <p14:sldIdLst>
            <p14:sldId id="256"/>
          </p14:sldIdLst>
        </p14:section>
        <p14:section name="경쟁작 분석" id="{dd48ae1b-5750-d2c8-2eb3-2fbfbda4db58}">
          <p14:sldIdLst>
            <p14:sldId id="257"/>
            <p14:sldId id="258"/>
            <p14:sldId id="259"/>
          </p14:sldIdLst>
        </p14:section>
        <p14:section name="게임 시스템" id="{30c9262c-b34c-3273-9c4e-715ff8b0f3d5}">
          <p14:sldIdLst>
            <p14:sldId id="260"/>
            <p14:sldId id="261"/>
            <p14:sldId id="262"/>
          </p14:sldIdLst>
        </p14:section>
        <p14:section name="비주얼·제작·결론" id="{b43bc39f-a69d-8335-a6ae-63b23e88e5b5}">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GUARD는 플레이어가 누리시 디지털 안전 센터의 보안관이 되어, 메시지·계정·파일 요청을 검토하고 안전한 결정을 내리는 Unity 6 모바일 게임입니다. 표지의 도트 캐릭터가 바로 플레이어인 디지털 보안관이고, 옆의 작은 로봇은 설명을 도와주는 AI 조수 도트입니다. 오늘은 경쟁작과의 차이, 실제 플레이 방식, 제작 계획을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번째로 참고한 게임은 Papers, Please입니다. 서류를 대조하고 규칙에 따라 승인·거부하며 규칙이 늘수록 어려워지는 문서 심사 메커니즘은 DIGITAL GUARD의 직접적인 참고 사례입니다. Jigsaw 피싱 퀴즈는 쉬운 진입과 해설 구성이, CyberStart는 단계 진행과 힌트 구조가 참고할 점입니다. CyberStart는 2024년에 종료된 서비스라 과거 사례로 소개합니다.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제품과 DIGITAL GUARD를 같은 기준으로 비교했습니다. Papers, Please는 정보 대조가 핵심이지만 성인 중심 서사 게임이고, Jigsaw 퀴즈는 메일 한 통 단위로 즉시 정답을 알려 줍니다. DIGITAL GUARD는 여러 문서를 대조해 승인·거부·추가 확인을 고르고, 정답과 해설은 근무가 끝난 뒤 한꺼번에 보여 주는 전연령 세로 화면 게임입니다. (출처: pocketgamer.com/papers-please/ios-android-release-date-august-5th/ · darkreading.com/cyberattacks-data-breaches/google-creates-online-phishing-quiz · hackerdna.com/blog/cyberstart — Jigsaw 퀴즈의 현재 접속 가능 여부는 발표 전 확인 권장)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GUARD의 차별점은 네 가지입니다. 메시지 하나가 아니라 여러 문서를 함께 대조하고, 위험해 보인다고 무조건 거부하지 않고 승인·거부·추가 확인 중에서 근거 있게 고릅니다. 판정 버튼은 누르는 즉시 처리되고, 택배·가족 사칭부터 공유 권한까지 생활 속 사건으로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사건은 접수, 문서 확인, 단서 비교, 판정, 결과 해설의 다섯 단계입니다. 판정 버튼을 누르면 다시 묻지 않고 바로 처리되고, 그 자리에서는 정답을 알려 주지 않습니다. 정답과 해설은 그날 근무가 끝난 뒤 사건별로 한꺼번에 공개됩니다. 아래 화면은 도트 스타일 HTML 시제품을 실제로 플레이하며 캡처한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도트 스타일 HTML 시제품을 스마트폰 크기로 플레이하며 캡처한 화면입니다. Unity 게임은 아직 구현 전입니다. 브리핑에서 오늘의 조건을 확인하고, 자료를 대조해 단서와 깃발을 남긴 뒤, 판정 버튼을 누르면 다시 묻지 않고 처리됩니다. 거부할 때는 신고 여부만 고르고, 남은 사건 수나 정답은 보여 주지 않다가 근무가 끝나면 사건별 정답과 해설을 한꺼번에 공개합니다.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난이도는 문서 양이 아니라 판단에 필요한 정보와 규칙의 복잡도로 올립니다. 단계마다 새 도구와 등급이 열립니다. 판정 결과는 그날 근무가 끝난 뒤 한꺼번에 공개되고, 위험도가 높은 요청을 승인하면 보안 사고로 근무가 끝납니다. 처리 성공률이 60% 미만이어도 실패이고, 두 경우 모두 결과와 해설을 본 뒤 그날을 처음부터 다시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비주얼은 2D 도트 스타일을 기본 시안으로 정했고, 왼쪽은 실제로 만든 도트 HTML 시제품의 첫 화면입니다. 오른쪽 모던 미니멀은 설정에서 고를 수 있는 대체 테마의 목업입니다. 두 테마는 사례 데이터, 규칙 판정, 점수와 저장 시스템을 공유하고 그래픽 자산만 바꿉니다. 제작은 다섯 단계로 진행하며, 첫 단계인 화면 시제품은 HTML로 먼저 만들었습니다. 구체적인 기간은 인력과 범위가 정해지면 산정하겠습니다.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GUARD가 만들고 싶은 경험은 정답을 맞히는 것이 아니라, 정보를 대조하고 근거를 들어 스스로 판단하는 경험입니다. 그래서 판정마다 정답을 알려 주지 않고 근무가 끝난 뒤 해설로 돌아보게 했습니다. 교육성, 게임성, 그리고 새 사건을 데이터로 계속 추가할 수 있는 확장성을 함께 갖춘 모바일 게임을 목표로 합니다. 의심하고, 확인하고, 판단하라.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F142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455664"/>
            <a:ext cx="4572000" cy="237744"/>
          </a:xfrm>
          <a:prstGeom prst="rect">
            <a:avLst/>
          </a:prstGeom>
          <a:noFill/>
          <a:ln/>
        </p:spPr>
        <p:txBody>
          <a:bodyPr wrap="square" lIns="0" tIns="0" rIns="0" bIns="0" rtlCol="0" anchor="ctr"/>
          <a:lstStyle/>
          <a:p>
            <a:pPr indent="0" marL="0">
              <a:buNone/>
            </a:pPr>
            <a:r>
              <a:rPr lang="en-US" sz="1000" dirty="0">
                <a:solidFill>
                  <a:srgbClr val="6F86A6"/>
                </a:solidFill>
                <a:latin typeface="Galmuri11" pitchFamily="34" charset="0"/>
                <a:ea typeface="Galmuri11" pitchFamily="34" charset="-122"/>
                <a:cs typeface="Galmuri11" pitchFamily="34" charset="-120"/>
              </a:rPr>
              <a:t>DIGITAL GUARD  |  게임 기획 발표</a:t>
            </a:r>
            <a:endParaRPr lang="en-US" sz="1000" dirty="0"/>
          </a:p>
        </p:txBody>
      </p:sp>
      <p:sp>
        <p:nvSpPr>
          <p:cNvPr id="3" name="Text 1"/>
          <p:cNvSpPr/>
          <p:nvPr>
            <p:ph idx="101" type="title" hasCustomPrompt="1"/>
          </p:nvPr>
        </p:nvSpPr>
        <p:spPr>
          <a:xfrm>
            <a:off x="548640" y="329184"/>
            <a:ext cx="11064240" cy="694944"/>
          </a:xfrm>
          <a:prstGeom prst="rect">
            <a:avLst/>
          </a:prstGeom>
          <a:noFill/>
          <a:ln/>
        </p:spPr>
        <p:txBody>
          <a:bodyPr wrap="square" rtlCol="0"/>
          <a:lstStyle>
            <a:lvl1pPr algn="l" indent="0" marL="0">
              <a:buNone/>
              <a:defRPr lang="en-US" sz="3000" dirty="0">
                <a:solidFill>
                  <a:srgbClr val="FFFFFF"/>
                </a:solidFill>
                <a:latin typeface="Galmuri14" pitchFamily="34" charset="0"/>
                <a:ea typeface="Galmuri14" pitchFamily="34" charset="-122"/>
                <a:cs typeface="Galmuri14"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slideLayout" Target="../slideLayouts/slideLayout3.xm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3.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도트 그림: 디지털 안전 센터 책상에서 모니터와 서류를 살피는 디지털 보안관과 AI 조수 도트">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685800" y="1005840"/>
            <a:ext cx="2377440" cy="384048"/>
          </a:xfrm>
          <a:prstGeom prst="rect">
            <a:avLst/>
          </a:prstGeom>
          <a:solidFill>
            <a:srgbClr val="22201F"/>
          </a:solidFill>
          <a:ln/>
        </p:spPr>
      </p:sp>
      <p:sp>
        <p:nvSpPr>
          <p:cNvPr id="4" name="Shape 1"/>
          <p:cNvSpPr/>
          <p:nvPr/>
        </p:nvSpPr>
        <p:spPr>
          <a:xfrm>
            <a:off x="736092" y="1056132"/>
            <a:ext cx="2276856" cy="283464"/>
          </a:xfrm>
          <a:prstGeom prst="rect">
            <a:avLst/>
          </a:prstGeom>
          <a:solidFill>
            <a:srgbClr val="45C7C1"/>
          </a:solidFill>
          <a:ln/>
        </p:spPr>
      </p:sp>
      <p:sp>
        <p:nvSpPr>
          <p:cNvPr id="5" name="Shape 2"/>
          <p:cNvSpPr/>
          <p:nvPr/>
        </p:nvSpPr>
        <p:spPr>
          <a:xfrm>
            <a:off x="685800" y="1005840"/>
            <a:ext cx="50292" cy="50292"/>
          </a:xfrm>
          <a:prstGeom prst="rect">
            <a:avLst/>
          </a:prstGeom>
          <a:solidFill>
            <a:srgbClr val="0F1426"/>
          </a:solidFill>
          <a:ln/>
        </p:spPr>
      </p:sp>
      <p:sp>
        <p:nvSpPr>
          <p:cNvPr id="6" name="Shape 3"/>
          <p:cNvSpPr/>
          <p:nvPr/>
        </p:nvSpPr>
        <p:spPr>
          <a:xfrm>
            <a:off x="3012948" y="1005840"/>
            <a:ext cx="50292" cy="50292"/>
          </a:xfrm>
          <a:prstGeom prst="rect">
            <a:avLst/>
          </a:prstGeom>
          <a:solidFill>
            <a:srgbClr val="0F1426"/>
          </a:solidFill>
          <a:ln/>
        </p:spPr>
      </p:sp>
      <p:sp>
        <p:nvSpPr>
          <p:cNvPr id="7" name="Shape 4"/>
          <p:cNvSpPr/>
          <p:nvPr/>
        </p:nvSpPr>
        <p:spPr>
          <a:xfrm>
            <a:off x="685800" y="1339596"/>
            <a:ext cx="50292" cy="50292"/>
          </a:xfrm>
          <a:prstGeom prst="rect">
            <a:avLst/>
          </a:prstGeom>
          <a:solidFill>
            <a:srgbClr val="0F1426"/>
          </a:solidFill>
          <a:ln/>
        </p:spPr>
      </p:sp>
      <p:sp>
        <p:nvSpPr>
          <p:cNvPr id="8" name="Shape 5"/>
          <p:cNvSpPr/>
          <p:nvPr/>
        </p:nvSpPr>
        <p:spPr>
          <a:xfrm>
            <a:off x="3012948" y="1339596"/>
            <a:ext cx="50292" cy="50292"/>
          </a:xfrm>
          <a:prstGeom prst="rect">
            <a:avLst/>
          </a:prstGeom>
          <a:solidFill>
            <a:srgbClr val="0F1426"/>
          </a:solidFill>
          <a:ln/>
        </p:spPr>
      </p:sp>
      <p:sp>
        <p:nvSpPr>
          <p:cNvPr id="9" name="Text 6"/>
          <p:cNvSpPr txBox="1"/>
          <p:nvPr/>
        </p:nvSpPr>
        <p:spPr>
          <a:xfrm>
            <a:off x="685800" y="1005840"/>
            <a:ext cx="2377440" cy="384048"/>
          </a:xfrm>
          <a:prstGeom prst="rect">
            <a:avLst/>
          </a:prstGeom>
          <a:noFill/>
          <a:ln/>
        </p:spPr>
        <p:txBody>
          <a:bodyPr wrap="square" lIns="0" tIns="0" rIns="0" bIns="0" rtlCol="0" anchor="ctr"/>
          <a:lstStyle/>
          <a:p>
            <a:pPr algn="ctr" indent="0" marL="0">
              <a:buNone/>
            </a:pPr>
            <a:r>
              <a:rPr lang="ko-KR" altLang="en-US" sz="1300" dirty="0">
                <a:solidFill>
                  <a:srgbClr val="22201F"/>
                </a:solidFill>
                <a:latin typeface="Galmuri11" pitchFamily="34" charset="0"/>
                <a:ea typeface="Galmuri11" pitchFamily="34" charset="-122"/>
                <a:cs typeface="Galmuri11" pitchFamily="34" charset="-120"/>
              </a:rPr>
              <a:t>Unity 6  Mobile Game</a:t>
            </a:r>
            <a:endParaRPr lang="ko-KR" sz="1300" dirty="0"/>
          </a:p>
        </p:txBody>
      </p:sp>
      <p:sp>
        <p:nvSpPr>
          <p:cNvPr id="10" name="Text 7"/>
          <p:cNvSpPr txBox="1"/>
          <p:nvPr/>
        </p:nvSpPr>
        <p:spPr>
          <a:xfrm>
            <a:off x="722376" y="1636776"/>
            <a:ext cx="4937760" cy="914400"/>
          </a:xfrm>
          <a:prstGeom prst="rect">
            <a:avLst/>
          </a:prstGeom>
          <a:noFill/>
          <a:ln/>
        </p:spPr>
        <p:txBody>
          <a:bodyPr wrap="square" lIns="0" tIns="0" rIns="0" bIns="0" rtlCol="0" anchor="t"/>
          <a:lstStyle/>
          <a:p>
            <a:pPr indent="0" marL="0">
              <a:buNone/>
            </a:pPr>
            <a:r>
              <a:rPr lang="ko-KR" altLang="en-US" sz="6600" dirty="0">
                <a:solidFill>
                  <a:srgbClr val="3A4E7A"/>
                </a:solidFill>
                <a:latin typeface="Galmuri14" pitchFamily="34" charset="0"/>
                <a:ea typeface="Galmuri14" pitchFamily="34" charset="-122"/>
                <a:cs typeface="Galmuri14" pitchFamily="34" charset="-120"/>
              </a:rPr>
              <a:t>DIGITAL</a:t>
            </a:r>
            <a:endParaRPr lang="ko-KR" sz="6600" dirty="0"/>
          </a:p>
        </p:txBody>
      </p:sp>
      <p:sp>
        <p:nvSpPr>
          <p:cNvPr id="11" name="Text 8"/>
          <p:cNvSpPr txBox="1"/>
          <p:nvPr/>
        </p:nvSpPr>
        <p:spPr>
          <a:xfrm>
            <a:off x="685800" y="1600200"/>
            <a:ext cx="4937760" cy="914400"/>
          </a:xfrm>
          <a:prstGeom prst="rect">
            <a:avLst/>
          </a:prstGeom>
          <a:noFill/>
          <a:ln/>
        </p:spPr>
        <p:txBody>
          <a:bodyPr wrap="square" lIns="0" tIns="0" rIns="0" bIns="0" rtlCol="0" anchor="t"/>
          <a:lstStyle/>
          <a:p>
            <a:pPr indent="0" marL="0">
              <a:buNone/>
            </a:pPr>
            <a:r>
              <a:rPr lang="ko-KR" altLang="en-US" sz="6600" dirty="0">
                <a:solidFill>
                  <a:srgbClr val="FFFFFF"/>
                </a:solidFill>
                <a:latin typeface="Galmuri14" pitchFamily="34" charset="0"/>
                <a:ea typeface="Galmuri14" pitchFamily="34" charset="-122"/>
                <a:cs typeface="Galmuri14" pitchFamily="34" charset="-120"/>
              </a:rPr>
              <a:t>DIGITAL</a:t>
            </a:r>
            <a:endParaRPr lang="ko-KR" sz="6600" dirty="0"/>
          </a:p>
        </p:txBody>
      </p:sp>
      <p:sp>
        <p:nvSpPr>
          <p:cNvPr id="12" name="Text 9"/>
          <p:cNvSpPr txBox="1"/>
          <p:nvPr/>
        </p:nvSpPr>
        <p:spPr>
          <a:xfrm>
            <a:off x="722376" y="2551176"/>
            <a:ext cx="4937760" cy="914400"/>
          </a:xfrm>
          <a:prstGeom prst="rect">
            <a:avLst/>
          </a:prstGeom>
          <a:noFill/>
          <a:ln/>
        </p:spPr>
        <p:txBody>
          <a:bodyPr wrap="square" lIns="0" tIns="0" rIns="0" bIns="0" rtlCol="0" anchor="t"/>
          <a:lstStyle/>
          <a:p>
            <a:pPr indent="0" marL="0">
              <a:buNone/>
            </a:pPr>
            <a:r>
              <a:rPr lang="ko-KR" altLang="en-US" sz="6600" dirty="0">
                <a:solidFill>
                  <a:srgbClr val="3A4E7A"/>
                </a:solidFill>
                <a:latin typeface="Galmuri14" pitchFamily="34" charset="0"/>
                <a:ea typeface="Galmuri14" pitchFamily="34" charset="-122"/>
                <a:cs typeface="Galmuri14" pitchFamily="34" charset="-120"/>
              </a:rPr>
              <a:t>GUARD</a:t>
            </a:r>
            <a:endParaRPr lang="ko-KR" sz="6600" dirty="0"/>
          </a:p>
        </p:txBody>
      </p:sp>
      <p:sp>
        <p:nvSpPr>
          <p:cNvPr id="13" name="Text 10"/>
          <p:cNvSpPr txBox="1"/>
          <p:nvPr/>
        </p:nvSpPr>
        <p:spPr>
          <a:xfrm>
            <a:off x="685800" y="2514600"/>
            <a:ext cx="4937760" cy="914400"/>
          </a:xfrm>
          <a:prstGeom prst="rect">
            <a:avLst/>
          </a:prstGeom>
          <a:noFill/>
          <a:ln/>
        </p:spPr>
        <p:txBody>
          <a:bodyPr wrap="square" lIns="0" tIns="0" rIns="0" bIns="0" rtlCol="0" anchor="t"/>
          <a:lstStyle/>
          <a:p>
            <a:pPr indent="0" marL="0">
              <a:buNone/>
            </a:pPr>
            <a:r>
              <a:rPr lang="ko-KR" altLang="en-US" sz="6600" dirty="0">
                <a:solidFill>
                  <a:srgbClr val="45C7C1"/>
                </a:solidFill>
                <a:latin typeface="Galmuri14" pitchFamily="34" charset="0"/>
                <a:ea typeface="Galmuri14" pitchFamily="34" charset="-122"/>
                <a:cs typeface="Galmuri14" pitchFamily="34" charset="-120"/>
              </a:rPr>
              <a:t>GUARD</a:t>
            </a:r>
            <a:endParaRPr lang="ko-KR" sz="6600" dirty="0"/>
          </a:p>
        </p:txBody>
      </p:sp>
      <p:sp>
        <p:nvSpPr>
          <p:cNvPr id="14" name="Text 11"/>
          <p:cNvSpPr txBox="1"/>
          <p:nvPr/>
        </p:nvSpPr>
        <p:spPr>
          <a:xfrm>
            <a:off x="685800" y="3566160"/>
            <a:ext cx="4754880" cy="502920"/>
          </a:xfrm>
          <a:prstGeom prst="rect">
            <a:avLst/>
          </a:prstGeom>
          <a:noFill/>
          <a:ln/>
        </p:spPr>
        <p:txBody>
          <a:bodyPr wrap="square" lIns="0" tIns="0" rIns="0" bIns="0" rtlCol="0" anchor="t"/>
          <a:lstStyle/>
          <a:p>
            <a:pPr indent="0" marL="0">
              <a:buNone/>
            </a:pPr>
            <a:r>
              <a:rPr lang="ko-KR" altLang="en-US" sz="2800" dirty="0">
                <a:solidFill>
                  <a:srgbClr val="F7D84A"/>
                </a:solidFill>
                <a:latin typeface="Galmuri14" pitchFamily="34" charset="0"/>
                <a:ea typeface="Galmuri14" pitchFamily="34" charset="-122"/>
                <a:cs typeface="Galmuri14" pitchFamily="34" charset="-120"/>
              </a:rPr>
              <a:t>디지털 보안 심사관</a:t>
            </a:r>
            <a:endParaRPr lang="ko-KR" sz="2800" dirty="0"/>
          </a:p>
        </p:txBody>
      </p:sp>
      <p:sp>
        <p:nvSpPr>
          <p:cNvPr id="15" name="Text 12"/>
          <p:cNvSpPr txBox="1"/>
          <p:nvPr/>
        </p:nvSpPr>
        <p:spPr>
          <a:xfrm>
            <a:off x="685800" y="4206240"/>
            <a:ext cx="4937760" cy="411480"/>
          </a:xfrm>
          <a:prstGeom prst="rect">
            <a:avLst/>
          </a:prstGeom>
          <a:noFill/>
          <a:ln/>
        </p:spPr>
        <p:txBody>
          <a:bodyPr wrap="square" lIns="0" tIns="0" rIns="0" bIns="0" rtlCol="0" anchor="t"/>
          <a:lstStyle/>
          <a:p>
            <a:pPr indent="0" marL="0">
              <a:buNone/>
            </a:pPr>
            <a:r>
              <a:rPr lang="ko-KR" altLang="en-US" sz="2000" dirty="0">
                <a:solidFill>
                  <a:srgbClr val="FFFFFF"/>
                </a:solidFill>
                <a:latin typeface="Galmuri11" pitchFamily="34" charset="0"/>
                <a:ea typeface="Galmuri11" pitchFamily="34" charset="-122"/>
                <a:cs typeface="Galmuri11" pitchFamily="34" charset="-120"/>
              </a:rPr>
              <a:t>“의심하고, 확인하고, 판단하라.”</a:t>
            </a:r>
            <a:endParaRPr lang="ko-KR" sz="2000" dirty="0"/>
          </a:p>
        </p:txBody>
      </p:sp>
      <p:sp>
        <p:nvSpPr>
          <p:cNvPr id="16" name="Shape 13"/>
          <p:cNvSpPr/>
          <p:nvPr/>
        </p:nvSpPr>
        <p:spPr>
          <a:xfrm>
            <a:off x="685800" y="4892040"/>
            <a:ext cx="1737360" cy="365760"/>
          </a:xfrm>
          <a:prstGeom prst="rect">
            <a:avLst/>
          </a:prstGeom>
          <a:solidFill>
            <a:srgbClr val="3A4E7A"/>
          </a:solidFill>
          <a:ln/>
        </p:spPr>
      </p:sp>
      <p:sp>
        <p:nvSpPr>
          <p:cNvPr id="17" name="Shape 14"/>
          <p:cNvSpPr/>
          <p:nvPr/>
        </p:nvSpPr>
        <p:spPr>
          <a:xfrm>
            <a:off x="736092" y="4942332"/>
            <a:ext cx="1636776" cy="265176"/>
          </a:xfrm>
          <a:prstGeom prst="rect">
            <a:avLst/>
          </a:prstGeom>
          <a:solidFill>
            <a:srgbClr val="1F2A4A"/>
          </a:solidFill>
          <a:ln/>
        </p:spPr>
      </p:sp>
      <p:sp>
        <p:nvSpPr>
          <p:cNvPr id="18" name="Shape 15"/>
          <p:cNvSpPr/>
          <p:nvPr/>
        </p:nvSpPr>
        <p:spPr>
          <a:xfrm>
            <a:off x="685800" y="4892040"/>
            <a:ext cx="50292" cy="50292"/>
          </a:xfrm>
          <a:prstGeom prst="rect">
            <a:avLst/>
          </a:prstGeom>
          <a:solidFill>
            <a:srgbClr val="0F1426"/>
          </a:solidFill>
          <a:ln/>
        </p:spPr>
      </p:sp>
      <p:sp>
        <p:nvSpPr>
          <p:cNvPr id="19" name="Shape 16"/>
          <p:cNvSpPr/>
          <p:nvPr/>
        </p:nvSpPr>
        <p:spPr>
          <a:xfrm>
            <a:off x="2372868" y="4892040"/>
            <a:ext cx="50292" cy="50292"/>
          </a:xfrm>
          <a:prstGeom prst="rect">
            <a:avLst/>
          </a:prstGeom>
          <a:solidFill>
            <a:srgbClr val="0F1426"/>
          </a:solidFill>
          <a:ln/>
        </p:spPr>
      </p:sp>
      <p:sp>
        <p:nvSpPr>
          <p:cNvPr id="20" name="Shape 17"/>
          <p:cNvSpPr/>
          <p:nvPr/>
        </p:nvSpPr>
        <p:spPr>
          <a:xfrm>
            <a:off x="685800" y="5207508"/>
            <a:ext cx="50292" cy="50292"/>
          </a:xfrm>
          <a:prstGeom prst="rect">
            <a:avLst/>
          </a:prstGeom>
          <a:solidFill>
            <a:srgbClr val="0F1426"/>
          </a:solidFill>
          <a:ln/>
        </p:spPr>
      </p:sp>
      <p:sp>
        <p:nvSpPr>
          <p:cNvPr id="21" name="Shape 18"/>
          <p:cNvSpPr/>
          <p:nvPr/>
        </p:nvSpPr>
        <p:spPr>
          <a:xfrm>
            <a:off x="2372868" y="5207508"/>
            <a:ext cx="50292" cy="50292"/>
          </a:xfrm>
          <a:prstGeom prst="rect">
            <a:avLst/>
          </a:prstGeom>
          <a:solidFill>
            <a:srgbClr val="0F1426"/>
          </a:solidFill>
          <a:ln/>
        </p:spPr>
      </p:sp>
      <p:sp>
        <p:nvSpPr>
          <p:cNvPr id="22" name="Text 19"/>
          <p:cNvSpPr txBox="1"/>
          <p:nvPr/>
        </p:nvSpPr>
        <p:spPr>
          <a:xfrm>
            <a:off x="685800" y="4892040"/>
            <a:ext cx="1737360" cy="365760"/>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Android / iOS</a:t>
            </a:r>
            <a:endParaRPr lang="ko-KR" sz="1200" dirty="0"/>
          </a:p>
        </p:txBody>
      </p:sp>
      <p:sp>
        <p:nvSpPr>
          <p:cNvPr id="23" name="Shape 20"/>
          <p:cNvSpPr/>
          <p:nvPr/>
        </p:nvSpPr>
        <p:spPr>
          <a:xfrm>
            <a:off x="2560320" y="4892040"/>
            <a:ext cx="1874520" cy="365760"/>
          </a:xfrm>
          <a:prstGeom prst="rect">
            <a:avLst/>
          </a:prstGeom>
          <a:solidFill>
            <a:srgbClr val="3A4E7A"/>
          </a:solidFill>
          <a:ln/>
        </p:spPr>
      </p:sp>
      <p:sp>
        <p:nvSpPr>
          <p:cNvPr id="24" name="Shape 21"/>
          <p:cNvSpPr/>
          <p:nvPr/>
        </p:nvSpPr>
        <p:spPr>
          <a:xfrm>
            <a:off x="2610612" y="4942332"/>
            <a:ext cx="1773936" cy="265176"/>
          </a:xfrm>
          <a:prstGeom prst="rect">
            <a:avLst/>
          </a:prstGeom>
          <a:solidFill>
            <a:srgbClr val="1F2A4A"/>
          </a:solidFill>
          <a:ln/>
        </p:spPr>
      </p:sp>
      <p:sp>
        <p:nvSpPr>
          <p:cNvPr id="25" name="Shape 22"/>
          <p:cNvSpPr/>
          <p:nvPr/>
        </p:nvSpPr>
        <p:spPr>
          <a:xfrm>
            <a:off x="2560320" y="4892040"/>
            <a:ext cx="50292" cy="50292"/>
          </a:xfrm>
          <a:prstGeom prst="rect">
            <a:avLst/>
          </a:prstGeom>
          <a:solidFill>
            <a:srgbClr val="0F1426"/>
          </a:solidFill>
          <a:ln/>
        </p:spPr>
      </p:sp>
      <p:sp>
        <p:nvSpPr>
          <p:cNvPr id="26" name="Shape 23"/>
          <p:cNvSpPr/>
          <p:nvPr/>
        </p:nvSpPr>
        <p:spPr>
          <a:xfrm>
            <a:off x="4384548" y="4892040"/>
            <a:ext cx="50292" cy="50292"/>
          </a:xfrm>
          <a:prstGeom prst="rect">
            <a:avLst/>
          </a:prstGeom>
          <a:solidFill>
            <a:srgbClr val="0F1426"/>
          </a:solidFill>
          <a:ln/>
        </p:spPr>
      </p:sp>
      <p:sp>
        <p:nvSpPr>
          <p:cNvPr id="27" name="Shape 24"/>
          <p:cNvSpPr/>
          <p:nvPr/>
        </p:nvSpPr>
        <p:spPr>
          <a:xfrm>
            <a:off x="2560320" y="5207508"/>
            <a:ext cx="50292" cy="50292"/>
          </a:xfrm>
          <a:prstGeom prst="rect">
            <a:avLst/>
          </a:prstGeom>
          <a:solidFill>
            <a:srgbClr val="0F1426"/>
          </a:solidFill>
          <a:ln/>
        </p:spPr>
      </p:sp>
      <p:sp>
        <p:nvSpPr>
          <p:cNvPr id="28" name="Shape 25"/>
          <p:cNvSpPr/>
          <p:nvPr/>
        </p:nvSpPr>
        <p:spPr>
          <a:xfrm>
            <a:off x="4384548" y="5207508"/>
            <a:ext cx="50292" cy="50292"/>
          </a:xfrm>
          <a:prstGeom prst="rect">
            <a:avLst/>
          </a:prstGeom>
          <a:solidFill>
            <a:srgbClr val="0F1426"/>
          </a:solidFill>
          <a:ln/>
        </p:spPr>
      </p:sp>
      <p:sp>
        <p:nvSpPr>
          <p:cNvPr id="29" name="Text 26"/>
          <p:cNvSpPr txBox="1"/>
          <p:nvPr/>
        </p:nvSpPr>
        <p:spPr>
          <a:xfrm>
            <a:off x="2560320" y="4892040"/>
            <a:ext cx="1874520" cy="365760"/>
          </a:xfrm>
          <a:prstGeom prst="rect">
            <a:avLst/>
          </a:prstGeom>
          <a:noFill/>
          <a:ln/>
        </p:spPr>
        <p:txBody>
          <a:bodyPr wrap="square" lIns="0" tIns="0" rIns="0" bIns="0" rtlCol="0" anchor="ctr"/>
          <a:lstStyle/>
          <a:p>
            <a:pPr algn="ctr" indent="0" marL="0">
              <a:buNone/>
            </a:pPr>
            <a:r>
              <a:rPr lang="ko-KR" altLang="en-US" sz="1200" dirty="0">
                <a:solidFill>
                  <a:srgbClr val="FFFFFF"/>
                </a:solidFill>
                <a:latin typeface="Galmuri11" pitchFamily="34" charset="0"/>
                <a:ea typeface="Galmuri11" pitchFamily="34" charset="-122"/>
                <a:cs typeface="Galmuri11" pitchFamily="34" charset="-120"/>
              </a:rPr>
              <a:t>전연령 · 세로 화면</a:t>
            </a:r>
            <a:endParaRPr lang="ko-KR" sz="1200" dirty="0"/>
          </a:p>
        </p:txBody>
      </p:sp>
      <p:sp>
        <p:nvSpPr>
          <p:cNvPr id="30" name="Text 27"/>
          <p:cNvSpPr txBox="1"/>
          <p:nvPr/>
        </p:nvSpPr>
        <p:spPr>
          <a:xfrm>
            <a:off x="685800" y="5760720"/>
            <a:ext cx="3291840" cy="292608"/>
          </a:xfrm>
          <a:prstGeom prst="rect">
            <a:avLst/>
          </a:prstGeom>
          <a:noFill/>
          <a:ln/>
        </p:spPr>
        <p:txBody>
          <a:bodyPr wrap="square" lIns="0" tIns="0" rIns="0" bIns="0" rtlCol="0" anchor="t"/>
          <a:lstStyle/>
          <a:p>
            <a:pPr indent="0" marL="0">
              <a:buNone/>
            </a:pPr>
            <a:r>
              <a:rPr lang="ko-KR" altLang="en-US" sz="1400" dirty="0">
                <a:solidFill>
                  <a:srgbClr val="B9C6E2"/>
                </a:solidFill>
                <a:latin typeface="Galmuri11" pitchFamily="34" charset="0"/>
                <a:ea typeface="Galmuri11" pitchFamily="34" charset="-122"/>
                <a:cs typeface="Galmuri11" pitchFamily="34" charset="-120"/>
              </a:rPr>
              <a:t>발표자  ____________</a:t>
            </a:r>
            <a:endParaRPr lang="ko-KR" sz="1400" dirty="0"/>
          </a:p>
        </p:txBody>
      </p:sp>
      <p:sp>
        <p:nvSpPr>
          <p:cNvPr id="31" name="Text 28"/>
          <p:cNvSpPr txBox="1"/>
          <p:nvPr/>
        </p:nvSpPr>
        <p:spPr>
          <a:xfrm>
            <a:off x="685800" y="6126480"/>
            <a:ext cx="3291840" cy="292608"/>
          </a:xfrm>
          <a:prstGeom prst="rect">
            <a:avLst/>
          </a:prstGeom>
          <a:noFill/>
          <a:ln/>
        </p:spPr>
        <p:txBody>
          <a:bodyPr wrap="square" lIns="0" tIns="0" rIns="0" bIns="0" rtlCol="0" anchor="t"/>
          <a:lstStyle/>
          <a:p>
            <a:pPr indent="0" marL="0">
              <a:buNone/>
            </a:pPr>
            <a:r>
              <a:rPr lang="ko-KR" altLang="en-US" sz="1400" dirty="0">
                <a:solidFill>
                  <a:srgbClr val="B9C6E2"/>
                </a:solidFill>
                <a:latin typeface="Galmuri11" pitchFamily="34" charset="0"/>
                <a:ea typeface="Galmuri11" pitchFamily="34" charset="-122"/>
                <a:cs typeface="Galmuri11" pitchFamily="34" charset="-120"/>
              </a:rPr>
              <a:t>소속    ____________</a:t>
            </a:r>
            <a:endParaRPr lang="ko-KR" sz="1400" dirty="0"/>
          </a:p>
        </p:txBody>
      </p:sp>
      <p:sp>
        <p:nvSpPr>
          <p:cNvPr id="32" name="Text 29"/>
          <p:cNvSpPr txBox="1"/>
          <p:nvPr/>
        </p:nvSpPr>
        <p:spPr>
          <a:xfrm>
            <a:off x="9326880" y="6455664"/>
            <a:ext cx="2560320" cy="228600"/>
          </a:xfrm>
          <a:prstGeom prst="rect">
            <a:avLst/>
          </a:prstGeom>
          <a:noFill/>
          <a:ln/>
        </p:spPr>
        <p:txBody>
          <a:bodyPr wrap="square" lIns="0" tIns="0" rIns="0" bIns="0" rtlCol="0" anchor="t"/>
          <a:lstStyle/>
          <a:p>
            <a:pPr algn="r" indent="0" marL="0">
              <a:buNone/>
            </a:pPr>
            <a:r>
              <a:rPr lang="ko-KR" altLang="en-US" sz="1000" dirty="0">
                <a:solidFill>
                  <a:srgbClr val="6F86A6"/>
                </a:solidFill>
                <a:latin typeface="Galmuri11" pitchFamily="34" charset="0"/>
                <a:ea typeface="Galmuri11" pitchFamily="34" charset="-122"/>
                <a:cs typeface="Galmuri11" pitchFamily="34" charset="-120"/>
              </a:rPr>
              <a:t>키아트 시안 · 도트 일러스트</a:t>
            </a:r>
            <a:endParaRPr lang="ko-KR"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9184"/>
            <a:ext cx="11064240" cy="694944"/>
          </a:xfrm>
          <a:prstGeom prst="rect">
            <a:avLst/>
          </a:prstGeom>
          <a:noFill/>
          <a:ln/>
        </p:spPr>
        <p:txBody>
          <a:bodyPr wrap="square" lIns="0" tIns="0" rIns="0" bIns="0" rtlCol="0" anchor="ctr"/>
          <a:lstStyle/>
          <a:p>
            <a:pPr algn="l" indent="0" marL="0">
              <a:buNone/>
            </a:pPr>
            <a:r>
              <a:rPr lang="en-US" sz="3000" dirty="0">
                <a:solidFill>
                  <a:srgbClr val="FFFFFF"/>
                </a:solidFill>
                <a:latin typeface="Galmuri14" pitchFamily="34" charset="0"/>
                <a:ea typeface="Galmuri14" pitchFamily="34" charset="-122"/>
                <a:cs typeface="Galmuri14" pitchFamily="34" charset="-120"/>
              </a:rPr>
              <a:t>기존 게임은 어떻게 보안과 판단을 게임으로 만들었는가?</a:t>
            </a:r>
            <a:endParaRPr lang="en-US" sz="3000" dirty="0"/>
          </a:p>
        </p:txBody>
      </p:sp>
      <p:sp>
        <p:nvSpPr>
          <p:cNvPr id="3" name="Shape 1"/>
          <p:cNvSpPr/>
          <p:nvPr/>
        </p:nvSpPr>
        <p:spPr>
          <a:xfrm>
            <a:off x="649224" y="1307592"/>
            <a:ext cx="3456432" cy="4114800"/>
          </a:xfrm>
          <a:prstGeom prst="rect">
            <a:avLst/>
          </a:prstGeom>
          <a:solidFill>
            <a:srgbClr val="0B0F1E"/>
          </a:solidFill>
          <a:ln/>
        </p:spPr>
      </p:sp>
      <p:sp>
        <p:nvSpPr>
          <p:cNvPr id="4" name="card-0"/>
          <p:cNvSpPr/>
          <p:nvPr/>
        </p:nvSpPr>
        <p:spPr>
          <a:xfrm>
            <a:off x="548640" y="1207008"/>
            <a:ext cx="3456432" cy="4114800"/>
          </a:xfrm>
          <a:prstGeom prst="rect">
            <a:avLst/>
          </a:prstGeom>
          <a:solidFill>
            <a:srgbClr val="22201F"/>
          </a:solidFill>
          <a:ln/>
        </p:spPr>
      </p:sp>
      <p:sp>
        <p:nvSpPr>
          <p:cNvPr id="5" name="Shape 3"/>
          <p:cNvSpPr/>
          <p:nvPr/>
        </p:nvSpPr>
        <p:spPr>
          <a:xfrm>
            <a:off x="598932" y="1257300"/>
            <a:ext cx="3355848" cy="4014216"/>
          </a:xfrm>
          <a:prstGeom prst="rect">
            <a:avLst/>
          </a:prstGeom>
          <a:solidFill>
            <a:srgbClr val="F2EBD9"/>
          </a:solidFill>
          <a:ln/>
        </p:spPr>
      </p:sp>
      <p:sp>
        <p:nvSpPr>
          <p:cNvPr id="6" name="Shape 4"/>
          <p:cNvSpPr/>
          <p:nvPr/>
        </p:nvSpPr>
        <p:spPr>
          <a:xfrm>
            <a:off x="548640" y="1207008"/>
            <a:ext cx="50292" cy="50292"/>
          </a:xfrm>
          <a:prstGeom prst="rect">
            <a:avLst/>
          </a:prstGeom>
          <a:solidFill>
            <a:srgbClr val="0F1426"/>
          </a:solidFill>
          <a:ln/>
        </p:spPr>
      </p:sp>
      <p:sp>
        <p:nvSpPr>
          <p:cNvPr id="7" name="Shape 5"/>
          <p:cNvSpPr/>
          <p:nvPr/>
        </p:nvSpPr>
        <p:spPr>
          <a:xfrm>
            <a:off x="3954780" y="1207008"/>
            <a:ext cx="50292" cy="50292"/>
          </a:xfrm>
          <a:prstGeom prst="rect">
            <a:avLst/>
          </a:prstGeom>
          <a:solidFill>
            <a:srgbClr val="0F1426"/>
          </a:solidFill>
          <a:ln/>
        </p:spPr>
      </p:sp>
      <p:sp>
        <p:nvSpPr>
          <p:cNvPr id="8" name="Shape 6"/>
          <p:cNvSpPr/>
          <p:nvPr/>
        </p:nvSpPr>
        <p:spPr>
          <a:xfrm>
            <a:off x="548640" y="5271516"/>
            <a:ext cx="50292" cy="50292"/>
          </a:xfrm>
          <a:prstGeom prst="rect">
            <a:avLst/>
          </a:prstGeom>
          <a:solidFill>
            <a:srgbClr val="0F1426"/>
          </a:solidFill>
          <a:ln/>
        </p:spPr>
      </p:sp>
      <p:sp>
        <p:nvSpPr>
          <p:cNvPr id="9" name="Shape 7"/>
          <p:cNvSpPr/>
          <p:nvPr/>
        </p:nvSpPr>
        <p:spPr>
          <a:xfrm>
            <a:off x="3954780" y="5271516"/>
            <a:ext cx="50292" cy="50292"/>
          </a:xfrm>
          <a:prstGeom prst="rect">
            <a:avLst/>
          </a:prstGeom>
          <a:solidFill>
            <a:srgbClr val="0F1426"/>
          </a:solidFill>
          <a:ln/>
        </p:spPr>
      </p:sp>
      <p:sp>
        <p:nvSpPr>
          <p:cNvPr id="10" name="Shape 8"/>
          <p:cNvSpPr/>
          <p:nvPr/>
        </p:nvSpPr>
        <p:spPr>
          <a:xfrm>
            <a:off x="685800" y="1344168"/>
            <a:ext cx="3182112" cy="1051560"/>
          </a:xfrm>
          <a:prstGeom prst="rect">
            <a:avLst/>
          </a:prstGeom>
          <a:solidFill>
            <a:srgbClr val="E3D7BC"/>
          </a:solidFill>
          <a:ln/>
        </p:spPr>
      </p:sp>
      <p:sp>
        <p:nvSpPr>
          <p:cNvPr id="11" name="Shape 9"/>
          <p:cNvSpPr/>
          <p:nvPr/>
        </p:nvSpPr>
        <p:spPr>
          <a:xfrm>
            <a:off x="1453896" y="1481328"/>
            <a:ext cx="777240" cy="777240"/>
          </a:xfrm>
          <a:prstGeom prst="rect">
            <a:avLst/>
          </a:prstGeom>
          <a:solidFill>
            <a:srgbClr val="22201F"/>
          </a:solidFill>
          <a:ln/>
        </p:spPr>
      </p:sp>
      <p:sp>
        <p:nvSpPr>
          <p:cNvPr id="12" name="Shape 10"/>
          <p:cNvSpPr/>
          <p:nvPr/>
        </p:nvSpPr>
        <p:spPr>
          <a:xfrm>
            <a:off x="1504188" y="1531620"/>
            <a:ext cx="676656" cy="676656"/>
          </a:xfrm>
          <a:prstGeom prst="rect">
            <a:avLst/>
          </a:prstGeom>
          <a:solidFill>
            <a:srgbClr val="FFFFFF"/>
          </a:solidFill>
          <a:ln/>
        </p:spPr>
      </p:sp>
      <p:sp>
        <p:nvSpPr>
          <p:cNvPr id="13" name="Shape 11"/>
          <p:cNvSpPr/>
          <p:nvPr/>
        </p:nvSpPr>
        <p:spPr>
          <a:xfrm>
            <a:off x="1453896" y="1481328"/>
            <a:ext cx="50292" cy="50292"/>
          </a:xfrm>
          <a:prstGeom prst="rect">
            <a:avLst/>
          </a:prstGeom>
          <a:solidFill>
            <a:srgbClr val="E3D7BC"/>
          </a:solidFill>
          <a:ln/>
        </p:spPr>
      </p:sp>
      <p:sp>
        <p:nvSpPr>
          <p:cNvPr id="14" name="Shape 12"/>
          <p:cNvSpPr/>
          <p:nvPr/>
        </p:nvSpPr>
        <p:spPr>
          <a:xfrm>
            <a:off x="2180844" y="1481328"/>
            <a:ext cx="50292" cy="50292"/>
          </a:xfrm>
          <a:prstGeom prst="rect">
            <a:avLst/>
          </a:prstGeom>
          <a:solidFill>
            <a:srgbClr val="E3D7BC"/>
          </a:solidFill>
          <a:ln/>
        </p:spPr>
      </p:sp>
      <p:sp>
        <p:nvSpPr>
          <p:cNvPr id="15" name="Shape 13"/>
          <p:cNvSpPr/>
          <p:nvPr/>
        </p:nvSpPr>
        <p:spPr>
          <a:xfrm>
            <a:off x="1453896" y="2208276"/>
            <a:ext cx="50292" cy="50292"/>
          </a:xfrm>
          <a:prstGeom prst="rect">
            <a:avLst/>
          </a:prstGeom>
          <a:solidFill>
            <a:srgbClr val="E3D7BC"/>
          </a:solidFill>
          <a:ln/>
        </p:spPr>
      </p:sp>
      <p:sp>
        <p:nvSpPr>
          <p:cNvPr id="16" name="Shape 14"/>
          <p:cNvSpPr/>
          <p:nvPr/>
        </p:nvSpPr>
        <p:spPr>
          <a:xfrm>
            <a:off x="2180844" y="2208276"/>
            <a:ext cx="50292" cy="50292"/>
          </a:xfrm>
          <a:prstGeom prst="rect">
            <a:avLst/>
          </a:prstGeom>
          <a:solidFill>
            <a:srgbClr val="E3D7BC"/>
          </a:solidFill>
          <a:ln/>
        </p:spPr>
      </p:sp>
      <p:pic>
        <p:nvPicPr>
          <p:cNvPr id="17" name="Image 0" descr="preencoded.png">    </p:cNvPr>
          <p:cNvPicPr>
            <a:picLocks noChangeAspect="1"/>
          </p:cNvPicPr>
          <p:nvPr/>
        </p:nvPicPr>
        <p:blipFill>
          <a:blip r:embed="rId1"/>
          <a:stretch>
            <a:fillRect/>
          </a:stretch>
        </p:blipFill>
        <p:spPr>
          <a:xfrm>
            <a:off x="1624889" y="1652321"/>
            <a:ext cx="435254" cy="435254"/>
          </a:xfrm>
          <a:prstGeom prst="rect">
            <a:avLst/>
          </a:prstGeom>
        </p:spPr>
      </p:pic>
      <p:sp>
        <p:nvSpPr>
          <p:cNvPr id="18" name="Shape 15"/>
          <p:cNvSpPr/>
          <p:nvPr/>
        </p:nvSpPr>
        <p:spPr>
          <a:xfrm>
            <a:off x="2322576" y="1481328"/>
            <a:ext cx="777240" cy="777240"/>
          </a:xfrm>
          <a:prstGeom prst="rect">
            <a:avLst/>
          </a:prstGeom>
          <a:solidFill>
            <a:srgbClr val="22201F"/>
          </a:solidFill>
          <a:ln/>
        </p:spPr>
      </p:sp>
      <p:sp>
        <p:nvSpPr>
          <p:cNvPr id="19" name="Shape 16"/>
          <p:cNvSpPr/>
          <p:nvPr/>
        </p:nvSpPr>
        <p:spPr>
          <a:xfrm>
            <a:off x="2372868" y="1531620"/>
            <a:ext cx="676656" cy="676656"/>
          </a:xfrm>
          <a:prstGeom prst="rect">
            <a:avLst/>
          </a:prstGeom>
          <a:solidFill>
            <a:srgbClr val="1F2A4A"/>
          </a:solidFill>
          <a:ln/>
        </p:spPr>
      </p:sp>
      <p:sp>
        <p:nvSpPr>
          <p:cNvPr id="20" name="Shape 17"/>
          <p:cNvSpPr/>
          <p:nvPr/>
        </p:nvSpPr>
        <p:spPr>
          <a:xfrm>
            <a:off x="2322576" y="1481328"/>
            <a:ext cx="50292" cy="50292"/>
          </a:xfrm>
          <a:prstGeom prst="rect">
            <a:avLst/>
          </a:prstGeom>
          <a:solidFill>
            <a:srgbClr val="E3D7BC"/>
          </a:solidFill>
          <a:ln/>
        </p:spPr>
      </p:sp>
      <p:sp>
        <p:nvSpPr>
          <p:cNvPr id="21" name="Shape 18"/>
          <p:cNvSpPr/>
          <p:nvPr/>
        </p:nvSpPr>
        <p:spPr>
          <a:xfrm>
            <a:off x="3049524" y="1481328"/>
            <a:ext cx="50292" cy="50292"/>
          </a:xfrm>
          <a:prstGeom prst="rect">
            <a:avLst/>
          </a:prstGeom>
          <a:solidFill>
            <a:srgbClr val="E3D7BC"/>
          </a:solidFill>
          <a:ln/>
        </p:spPr>
      </p:sp>
      <p:sp>
        <p:nvSpPr>
          <p:cNvPr id="22" name="Shape 19"/>
          <p:cNvSpPr/>
          <p:nvPr/>
        </p:nvSpPr>
        <p:spPr>
          <a:xfrm>
            <a:off x="2322576" y="2208276"/>
            <a:ext cx="50292" cy="50292"/>
          </a:xfrm>
          <a:prstGeom prst="rect">
            <a:avLst/>
          </a:prstGeom>
          <a:solidFill>
            <a:srgbClr val="E3D7BC"/>
          </a:solidFill>
          <a:ln/>
        </p:spPr>
      </p:sp>
      <p:sp>
        <p:nvSpPr>
          <p:cNvPr id="23" name="Shape 20"/>
          <p:cNvSpPr/>
          <p:nvPr/>
        </p:nvSpPr>
        <p:spPr>
          <a:xfrm>
            <a:off x="3049524" y="2208276"/>
            <a:ext cx="50292" cy="50292"/>
          </a:xfrm>
          <a:prstGeom prst="rect">
            <a:avLst/>
          </a:prstGeom>
          <a:solidFill>
            <a:srgbClr val="E3D7BC"/>
          </a:solidFill>
          <a:ln/>
        </p:spPr>
      </p:sp>
      <p:pic>
        <p:nvPicPr>
          <p:cNvPr id="24" name="Image 1" descr="preencoded.png">    </p:cNvPr>
          <p:cNvPicPr>
            <a:picLocks noChangeAspect="1"/>
          </p:cNvPicPr>
          <p:nvPr/>
        </p:nvPicPr>
        <p:blipFill>
          <a:blip r:embed="rId2"/>
          <a:stretch>
            <a:fillRect/>
          </a:stretch>
        </p:blipFill>
        <p:spPr>
          <a:xfrm>
            <a:off x="2493569" y="1652321"/>
            <a:ext cx="435254" cy="435254"/>
          </a:xfrm>
          <a:prstGeom prst="rect">
            <a:avLst/>
          </a:prstGeom>
        </p:spPr>
      </p:pic>
      <p:sp>
        <p:nvSpPr>
          <p:cNvPr id="25" name="Shape 21"/>
          <p:cNvSpPr/>
          <p:nvPr/>
        </p:nvSpPr>
        <p:spPr>
          <a:xfrm>
            <a:off x="2953512" y="1408176"/>
            <a:ext cx="841248" cy="274320"/>
          </a:xfrm>
          <a:prstGeom prst="rect">
            <a:avLst/>
          </a:prstGeom>
          <a:solidFill>
            <a:srgbClr val="22201F"/>
          </a:solidFill>
          <a:ln/>
        </p:spPr>
      </p:sp>
      <p:sp>
        <p:nvSpPr>
          <p:cNvPr id="26" name="Shape 22"/>
          <p:cNvSpPr/>
          <p:nvPr/>
        </p:nvSpPr>
        <p:spPr>
          <a:xfrm>
            <a:off x="3003804" y="1458468"/>
            <a:ext cx="740664" cy="173736"/>
          </a:xfrm>
          <a:prstGeom prst="rect">
            <a:avLst/>
          </a:prstGeom>
          <a:solidFill>
            <a:srgbClr val="22201F"/>
          </a:solidFill>
          <a:ln/>
        </p:spPr>
      </p:sp>
      <p:sp>
        <p:nvSpPr>
          <p:cNvPr id="27" name="Shape 23"/>
          <p:cNvSpPr/>
          <p:nvPr/>
        </p:nvSpPr>
        <p:spPr>
          <a:xfrm>
            <a:off x="2953512" y="1408176"/>
            <a:ext cx="50292" cy="50292"/>
          </a:xfrm>
          <a:prstGeom prst="rect">
            <a:avLst/>
          </a:prstGeom>
          <a:solidFill>
            <a:srgbClr val="E3D7BC"/>
          </a:solidFill>
          <a:ln/>
        </p:spPr>
      </p:sp>
      <p:sp>
        <p:nvSpPr>
          <p:cNvPr id="28" name="Shape 24"/>
          <p:cNvSpPr/>
          <p:nvPr/>
        </p:nvSpPr>
        <p:spPr>
          <a:xfrm>
            <a:off x="3744468" y="1408176"/>
            <a:ext cx="50292" cy="50292"/>
          </a:xfrm>
          <a:prstGeom prst="rect">
            <a:avLst/>
          </a:prstGeom>
          <a:solidFill>
            <a:srgbClr val="E3D7BC"/>
          </a:solidFill>
          <a:ln/>
        </p:spPr>
      </p:sp>
      <p:sp>
        <p:nvSpPr>
          <p:cNvPr id="29" name="Shape 25"/>
          <p:cNvSpPr/>
          <p:nvPr/>
        </p:nvSpPr>
        <p:spPr>
          <a:xfrm>
            <a:off x="2953512" y="1632204"/>
            <a:ext cx="50292" cy="50292"/>
          </a:xfrm>
          <a:prstGeom prst="rect">
            <a:avLst/>
          </a:prstGeom>
          <a:solidFill>
            <a:srgbClr val="E3D7BC"/>
          </a:solidFill>
          <a:ln/>
        </p:spPr>
      </p:sp>
      <p:sp>
        <p:nvSpPr>
          <p:cNvPr id="30" name="Shape 26"/>
          <p:cNvSpPr/>
          <p:nvPr/>
        </p:nvSpPr>
        <p:spPr>
          <a:xfrm>
            <a:off x="3744468" y="1632204"/>
            <a:ext cx="50292" cy="50292"/>
          </a:xfrm>
          <a:prstGeom prst="rect">
            <a:avLst/>
          </a:prstGeom>
          <a:solidFill>
            <a:srgbClr val="E3D7BC"/>
          </a:solidFill>
          <a:ln/>
        </p:spPr>
      </p:sp>
      <p:sp>
        <p:nvSpPr>
          <p:cNvPr id="31" name="Text 27"/>
          <p:cNvSpPr txBox="1"/>
          <p:nvPr/>
        </p:nvSpPr>
        <p:spPr>
          <a:xfrm>
            <a:off x="2953512" y="1408176"/>
            <a:ext cx="841248" cy="274320"/>
          </a:xfrm>
          <a:prstGeom prst="rect">
            <a:avLst/>
          </a:prstGeom>
          <a:noFill/>
          <a:ln/>
        </p:spPr>
        <p:txBody>
          <a:bodyPr wrap="square" lIns="0" tIns="0" rIns="0" bIns="0" rtlCol="0" anchor="ctr"/>
          <a:lstStyle/>
          <a:p>
            <a:pPr algn="ctr" indent="0" marL="0">
              <a:buNone/>
            </a:pPr>
            <a:r>
              <a:rPr lang="ko-KR" altLang="en-US" sz="1000" dirty="0">
                <a:solidFill>
                  <a:srgbClr val="F2EBD9"/>
                </a:solidFill>
                <a:latin typeface="Galmuri11" pitchFamily="34" charset="0"/>
                <a:ea typeface="Galmuri11" pitchFamily="34" charset="-122"/>
                <a:cs typeface="Galmuri11" pitchFamily="34" charset="-120"/>
              </a:rPr>
              <a:t>핵심 참고</a:t>
            </a:r>
            <a:endParaRPr lang="ko-KR" sz="1000" dirty="0"/>
          </a:p>
        </p:txBody>
      </p:sp>
      <p:sp>
        <p:nvSpPr>
          <p:cNvPr id="32" name="Text 28"/>
          <p:cNvSpPr txBox="1"/>
          <p:nvPr/>
        </p:nvSpPr>
        <p:spPr>
          <a:xfrm>
            <a:off x="777240" y="2532888"/>
            <a:ext cx="2999232" cy="384048"/>
          </a:xfrm>
          <a:prstGeom prst="rect">
            <a:avLst/>
          </a:prstGeom>
          <a:noFill/>
          <a:ln/>
        </p:spPr>
        <p:txBody>
          <a:bodyPr wrap="square" lIns="0" tIns="0" rIns="0" bIns="0" rtlCol="0" anchor="t"/>
          <a:lstStyle/>
          <a:p>
            <a:pPr indent="0" marL="0">
              <a:buNone/>
            </a:pPr>
            <a:r>
              <a:rPr lang="ko-KR" altLang="en-US" sz="1900" dirty="0">
                <a:solidFill>
                  <a:srgbClr val="22201F"/>
                </a:solidFill>
                <a:latin typeface="Galmuri14" pitchFamily="34" charset="0"/>
                <a:ea typeface="Galmuri14" pitchFamily="34" charset="-122"/>
                <a:cs typeface="Galmuri14" pitchFamily="34" charset="-120"/>
              </a:rPr>
              <a:t>Papers, Please</a:t>
            </a:r>
            <a:endParaRPr lang="ko-KR" sz="1900" dirty="0"/>
          </a:p>
        </p:txBody>
      </p:sp>
      <p:sp>
        <p:nvSpPr>
          <p:cNvPr id="33" name="Shape 29"/>
          <p:cNvSpPr/>
          <p:nvPr/>
        </p:nvSpPr>
        <p:spPr>
          <a:xfrm>
            <a:off x="777240" y="2971800"/>
            <a:ext cx="2468880" cy="292608"/>
          </a:xfrm>
          <a:prstGeom prst="rect">
            <a:avLst/>
          </a:prstGeom>
          <a:solidFill>
            <a:srgbClr val="22201F"/>
          </a:solidFill>
          <a:ln/>
        </p:spPr>
      </p:sp>
      <p:sp>
        <p:nvSpPr>
          <p:cNvPr id="34" name="Shape 30"/>
          <p:cNvSpPr/>
          <p:nvPr/>
        </p:nvSpPr>
        <p:spPr>
          <a:xfrm>
            <a:off x="827532" y="3022092"/>
            <a:ext cx="2368296" cy="192024"/>
          </a:xfrm>
          <a:prstGeom prst="rect">
            <a:avLst/>
          </a:prstGeom>
          <a:solidFill>
            <a:srgbClr val="45C7C1"/>
          </a:solidFill>
          <a:ln/>
        </p:spPr>
      </p:sp>
      <p:sp>
        <p:nvSpPr>
          <p:cNvPr id="35" name="Shape 31"/>
          <p:cNvSpPr/>
          <p:nvPr/>
        </p:nvSpPr>
        <p:spPr>
          <a:xfrm>
            <a:off x="777240" y="2971800"/>
            <a:ext cx="50292" cy="50292"/>
          </a:xfrm>
          <a:prstGeom prst="rect">
            <a:avLst/>
          </a:prstGeom>
          <a:solidFill>
            <a:srgbClr val="F2EBD9"/>
          </a:solidFill>
          <a:ln/>
        </p:spPr>
      </p:sp>
      <p:sp>
        <p:nvSpPr>
          <p:cNvPr id="36" name="Shape 32"/>
          <p:cNvSpPr/>
          <p:nvPr/>
        </p:nvSpPr>
        <p:spPr>
          <a:xfrm>
            <a:off x="3195828" y="2971800"/>
            <a:ext cx="50292" cy="50292"/>
          </a:xfrm>
          <a:prstGeom prst="rect">
            <a:avLst/>
          </a:prstGeom>
          <a:solidFill>
            <a:srgbClr val="F2EBD9"/>
          </a:solidFill>
          <a:ln/>
        </p:spPr>
      </p:sp>
      <p:sp>
        <p:nvSpPr>
          <p:cNvPr id="37" name="Shape 33"/>
          <p:cNvSpPr/>
          <p:nvPr/>
        </p:nvSpPr>
        <p:spPr>
          <a:xfrm>
            <a:off x="777240" y="3214116"/>
            <a:ext cx="50292" cy="50292"/>
          </a:xfrm>
          <a:prstGeom prst="rect">
            <a:avLst/>
          </a:prstGeom>
          <a:solidFill>
            <a:srgbClr val="F2EBD9"/>
          </a:solidFill>
          <a:ln/>
        </p:spPr>
      </p:sp>
      <p:sp>
        <p:nvSpPr>
          <p:cNvPr id="38" name="Shape 34"/>
          <p:cNvSpPr/>
          <p:nvPr/>
        </p:nvSpPr>
        <p:spPr>
          <a:xfrm>
            <a:off x="3195828" y="3214116"/>
            <a:ext cx="50292" cy="50292"/>
          </a:xfrm>
          <a:prstGeom prst="rect">
            <a:avLst/>
          </a:prstGeom>
          <a:solidFill>
            <a:srgbClr val="F2EBD9"/>
          </a:solidFill>
          <a:ln/>
        </p:spPr>
      </p:sp>
      <p:sp>
        <p:nvSpPr>
          <p:cNvPr id="39" name="Text 35"/>
          <p:cNvSpPr txBox="1"/>
          <p:nvPr/>
        </p:nvSpPr>
        <p:spPr>
          <a:xfrm>
            <a:off x="777240" y="2971800"/>
            <a:ext cx="2468880" cy="292608"/>
          </a:xfrm>
          <a:prstGeom prst="rect">
            <a:avLst/>
          </a:prstGeom>
          <a:noFill/>
          <a:ln/>
        </p:spPr>
        <p:txBody>
          <a:bodyPr wrap="square" lIns="0" tIns="0" rIns="0" bIns="0" rtlCol="0" anchor="ctr"/>
          <a:lstStyle/>
          <a:p>
            <a:pPr algn="ctr" indent="0" marL="0">
              <a:buNone/>
            </a:pPr>
            <a:r>
              <a:rPr lang="ko-KR" altLang="en-US" sz="1100" dirty="0">
                <a:solidFill>
                  <a:srgbClr val="22201F"/>
                </a:solidFill>
                <a:latin typeface="Galmuri11" pitchFamily="34" charset="0"/>
                <a:ea typeface="Galmuri11" pitchFamily="34" charset="-122"/>
                <a:cs typeface="Galmuri11" pitchFamily="34" charset="-120"/>
              </a:rPr>
              <a:t>2013 PC · 2022 iOS/Android</a:t>
            </a:r>
            <a:endParaRPr lang="ko-KR" sz="1100" dirty="0"/>
          </a:p>
        </p:txBody>
      </p:sp>
      <p:sp>
        <p:nvSpPr>
          <p:cNvPr id="40" name="Text 36"/>
          <p:cNvSpPr txBox="1"/>
          <p:nvPr/>
        </p:nvSpPr>
        <p:spPr>
          <a:xfrm>
            <a:off x="777240" y="3419856"/>
            <a:ext cx="2286000" cy="237744"/>
          </a:xfrm>
          <a:prstGeom prst="rect">
            <a:avLst/>
          </a:prstGeom>
          <a:noFill/>
          <a:ln/>
        </p:spPr>
        <p:txBody>
          <a:bodyPr wrap="square" lIns="0" tIns="0" rIns="0" bIns="0" rtlCol="0" anchor="t"/>
          <a:lstStyle/>
          <a:p>
            <a:pPr indent="0" marL="0">
              <a:buNone/>
            </a:pPr>
            <a:r>
              <a:rPr lang="ko-KR" altLang="en-US" sz="1200" b="1" dirty="0">
                <a:solidFill>
                  <a:srgbClr val="8A5A3B"/>
                </a:solidFill>
                <a:latin typeface="Galmuri11" pitchFamily="34" charset="0"/>
                <a:ea typeface="Galmuri11" pitchFamily="34" charset="-122"/>
                <a:cs typeface="Galmuri11" pitchFamily="34" charset="-120"/>
              </a:rPr>
              <a:t>핵심 메커니즘</a:t>
            </a:r>
            <a:endParaRPr lang="ko-KR" sz="1200" dirty="0"/>
          </a:p>
        </p:txBody>
      </p:sp>
      <p:sp>
        <p:nvSpPr>
          <p:cNvPr id="41" name="Text 37"/>
          <p:cNvSpPr txBox="1"/>
          <p:nvPr/>
        </p:nvSpPr>
        <p:spPr>
          <a:xfrm>
            <a:off x="777240" y="3694176"/>
            <a:ext cx="3044952" cy="914400"/>
          </a:xfrm>
          <a:prstGeom prst="rect">
            <a:avLst/>
          </a:prstGeom>
          <a:noFill/>
          <a:ln/>
        </p:spPr>
        <p:txBody>
          <a:bodyPr wrap="square" lIns="0" tIns="0" rIns="0" bIns="0" rtlCol="0" anchor="t"/>
          <a:lstStyle/>
          <a:p>
            <a:pPr marL="177800" indent="-177800">
              <a:spcAft>
                <a:spcPts val="300"/>
              </a:spcAft>
              <a:buSzPct val="100000"/>
              <a:buChar char="•"/>
            </a:pPr>
            <a:r>
              <a:rPr lang="ko-KR" altLang="en-US" sz="1500" dirty="0">
                <a:solidFill>
                  <a:srgbClr val="22201F"/>
                </a:solidFill>
                <a:latin typeface="맑은 고딕" pitchFamily="34" charset="0"/>
                <a:ea typeface="맑은 고딕" pitchFamily="34" charset="-122"/>
                <a:cs typeface="맑은 고딕" pitchFamily="34" charset="-120"/>
              </a:rPr>
              <a:t>입국 서류 대조와 규칙 적용</a:t>
            </a:r>
            <a:endParaRPr lang="ko-KR" sz="1500" dirty="0"/>
          </a:p>
          <a:p>
            <a:pPr marL="177800" indent="-177800">
              <a:spcAft>
                <a:spcPts val="300"/>
              </a:spcAft>
              <a:buSzPct val="100000"/>
              <a:buChar char="•"/>
            </a:pPr>
            <a:r>
              <a:rPr lang="ko-KR" altLang="en-US" sz="1500" dirty="0">
                <a:solidFill>
                  <a:srgbClr val="22201F"/>
                </a:solidFill>
                <a:latin typeface="맑은 고딕" pitchFamily="34" charset="0"/>
                <a:ea typeface="맑은 고딕" pitchFamily="34" charset="-122"/>
                <a:cs typeface="맑은 고딕" pitchFamily="34" charset="-120"/>
              </a:rPr>
              <a:t>승인·거부 도장으로 판정</a:t>
            </a:r>
            <a:endParaRPr lang="ko-KR" sz="1500" dirty="0"/>
          </a:p>
          <a:p>
            <a:pPr marL="177800" indent="-177800">
              <a:spcAft>
                <a:spcPts val="300"/>
              </a:spcAft>
              <a:buSzPct val="100000"/>
              <a:buChar char="•"/>
            </a:pPr>
            <a:r>
              <a:rPr lang="ko-KR" altLang="en-US" sz="1500" dirty="0">
                <a:solidFill>
                  <a:srgbClr val="22201F"/>
                </a:solidFill>
                <a:latin typeface="맑은 고딕" pitchFamily="34" charset="0"/>
                <a:ea typeface="맑은 고딕" pitchFamily="34" charset="-122"/>
                <a:cs typeface="맑은 고딕" pitchFamily="34" charset="-120"/>
              </a:rPr>
              <a:t>날마다 규칙이 늘며 난이도 상승</a:t>
            </a:r>
            <a:endParaRPr lang="ko-KR" sz="1500" dirty="0"/>
          </a:p>
        </p:txBody>
      </p:sp>
      <p:sp>
        <p:nvSpPr>
          <p:cNvPr id="42" name="Text 38"/>
          <p:cNvSpPr txBox="1"/>
          <p:nvPr/>
        </p:nvSpPr>
        <p:spPr>
          <a:xfrm>
            <a:off x="777240" y="4626864"/>
            <a:ext cx="2926080" cy="237744"/>
          </a:xfrm>
          <a:prstGeom prst="rect">
            <a:avLst/>
          </a:prstGeom>
          <a:noFill/>
          <a:ln/>
        </p:spPr>
        <p:txBody>
          <a:bodyPr wrap="square" lIns="0" tIns="0" rIns="0" bIns="0" rtlCol="0" anchor="t"/>
          <a:lstStyle/>
          <a:p>
            <a:pPr indent="0" marL="0">
              <a:buNone/>
            </a:pPr>
            <a:r>
              <a:rPr lang="ko-KR" altLang="en-US" sz="1200" b="1" dirty="0">
                <a:solidFill>
                  <a:srgbClr val="8A5A3B"/>
                </a:solidFill>
                <a:latin typeface="Galmuri11" pitchFamily="34" charset="0"/>
                <a:ea typeface="Galmuri11" pitchFamily="34" charset="-122"/>
                <a:cs typeface="Galmuri11" pitchFamily="34" charset="-120"/>
              </a:rPr>
              <a:t>DIGITAL GUARD가 참고할 점</a:t>
            </a:r>
            <a:endParaRPr lang="ko-KR" sz="1200" dirty="0"/>
          </a:p>
        </p:txBody>
      </p:sp>
      <p:sp>
        <p:nvSpPr>
          <p:cNvPr id="43" name="Text 39"/>
          <p:cNvSpPr txBox="1"/>
          <p:nvPr/>
        </p:nvSpPr>
        <p:spPr>
          <a:xfrm>
            <a:off x="777240" y="4882896"/>
            <a:ext cx="3044952" cy="292608"/>
          </a:xfrm>
          <a:prstGeom prst="rect">
            <a:avLst/>
          </a:prstGeom>
          <a:noFill/>
          <a:ln/>
        </p:spPr>
        <p:txBody>
          <a:bodyPr wrap="square" lIns="0" tIns="0" rIns="0" bIns="0" rtlCol="0" anchor="t"/>
          <a:lstStyle/>
          <a:p>
            <a:pPr indent="0" marL="0">
              <a:buNone/>
            </a:pPr>
            <a:r>
              <a:rPr lang="ko-KR" altLang="en-US" sz="1500" b="1" dirty="0">
                <a:solidFill>
                  <a:srgbClr val="22201F"/>
                </a:solidFill>
                <a:latin typeface="Galmuri11" pitchFamily="34" charset="0"/>
                <a:ea typeface="Galmuri11" pitchFamily="34" charset="-122"/>
                <a:cs typeface="Galmuri11" pitchFamily="34" charset="-120"/>
              </a:rPr>
              <a:t>문서 심사 메커니즘의 직접 참고</a:t>
            </a:r>
            <a:endParaRPr lang="ko-KR" sz="1500" dirty="0"/>
          </a:p>
        </p:txBody>
      </p:sp>
      <p:sp>
        <p:nvSpPr>
          <p:cNvPr id="44" name="Shape 40"/>
          <p:cNvSpPr/>
          <p:nvPr/>
        </p:nvSpPr>
        <p:spPr>
          <a:xfrm>
            <a:off x="4466844" y="1307592"/>
            <a:ext cx="3456432" cy="4114800"/>
          </a:xfrm>
          <a:prstGeom prst="rect">
            <a:avLst/>
          </a:prstGeom>
          <a:solidFill>
            <a:srgbClr val="0B0F1E"/>
          </a:solidFill>
          <a:ln/>
        </p:spPr>
      </p:sp>
      <p:sp>
        <p:nvSpPr>
          <p:cNvPr id="45" name="card-1"/>
          <p:cNvSpPr/>
          <p:nvPr/>
        </p:nvSpPr>
        <p:spPr>
          <a:xfrm>
            <a:off x="4366260" y="1207008"/>
            <a:ext cx="3456432" cy="4114800"/>
          </a:xfrm>
          <a:prstGeom prst="rect">
            <a:avLst/>
          </a:prstGeom>
          <a:solidFill>
            <a:srgbClr val="22201F"/>
          </a:solidFill>
          <a:ln/>
        </p:spPr>
      </p:sp>
      <p:sp>
        <p:nvSpPr>
          <p:cNvPr id="46" name="Shape 42"/>
          <p:cNvSpPr/>
          <p:nvPr/>
        </p:nvSpPr>
        <p:spPr>
          <a:xfrm>
            <a:off x="4416552" y="1257300"/>
            <a:ext cx="3355848" cy="4014216"/>
          </a:xfrm>
          <a:prstGeom prst="rect">
            <a:avLst/>
          </a:prstGeom>
          <a:solidFill>
            <a:srgbClr val="F2EBD9"/>
          </a:solidFill>
          <a:ln/>
        </p:spPr>
      </p:sp>
      <p:sp>
        <p:nvSpPr>
          <p:cNvPr id="47" name="Shape 43"/>
          <p:cNvSpPr/>
          <p:nvPr/>
        </p:nvSpPr>
        <p:spPr>
          <a:xfrm>
            <a:off x="4366260" y="1207008"/>
            <a:ext cx="50292" cy="50292"/>
          </a:xfrm>
          <a:prstGeom prst="rect">
            <a:avLst/>
          </a:prstGeom>
          <a:solidFill>
            <a:srgbClr val="0F1426"/>
          </a:solidFill>
          <a:ln/>
        </p:spPr>
      </p:sp>
      <p:sp>
        <p:nvSpPr>
          <p:cNvPr id="48" name="Shape 44"/>
          <p:cNvSpPr/>
          <p:nvPr/>
        </p:nvSpPr>
        <p:spPr>
          <a:xfrm>
            <a:off x="7772400" y="1207008"/>
            <a:ext cx="50292" cy="50292"/>
          </a:xfrm>
          <a:prstGeom prst="rect">
            <a:avLst/>
          </a:prstGeom>
          <a:solidFill>
            <a:srgbClr val="0F1426"/>
          </a:solidFill>
          <a:ln/>
        </p:spPr>
      </p:sp>
      <p:sp>
        <p:nvSpPr>
          <p:cNvPr id="49" name="Shape 45"/>
          <p:cNvSpPr/>
          <p:nvPr/>
        </p:nvSpPr>
        <p:spPr>
          <a:xfrm>
            <a:off x="4366260" y="5271516"/>
            <a:ext cx="50292" cy="50292"/>
          </a:xfrm>
          <a:prstGeom prst="rect">
            <a:avLst/>
          </a:prstGeom>
          <a:solidFill>
            <a:srgbClr val="0F1426"/>
          </a:solidFill>
          <a:ln/>
        </p:spPr>
      </p:sp>
      <p:sp>
        <p:nvSpPr>
          <p:cNvPr id="50" name="Shape 46"/>
          <p:cNvSpPr/>
          <p:nvPr/>
        </p:nvSpPr>
        <p:spPr>
          <a:xfrm>
            <a:off x="7772400" y="5271516"/>
            <a:ext cx="50292" cy="50292"/>
          </a:xfrm>
          <a:prstGeom prst="rect">
            <a:avLst/>
          </a:prstGeom>
          <a:solidFill>
            <a:srgbClr val="0F1426"/>
          </a:solidFill>
          <a:ln/>
        </p:spPr>
      </p:sp>
      <p:sp>
        <p:nvSpPr>
          <p:cNvPr id="51" name="Shape 47"/>
          <p:cNvSpPr/>
          <p:nvPr/>
        </p:nvSpPr>
        <p:spPr>
          <a:xfrm>
            <a:off x="4503420" y="1344168"/>
            <a:ext cx="3182112" cy="1051560"/>
          </a:xfrm>
          <a:prstGeom prst="rect">
            <a:avLst/>
          </a:prstGeom>
          <a:solidFill>
            <a:srgbClr val="E3D7BC"/>
          </a:solidFill>
          <a:ln/>
        </p:spPr>
      </p:sp>
      <p:sp>
        <p:nvSpPr>
          <p:cNvPr id="52" name="Shape 48"/>
          <p:cNvSpPr/>
          <p:nvPr/>
        </p:nvSpPr>
        <p:spPr>
          <a:xfrm>
            <a:off x="5271516" y="1481328"/>
            <a:ext cx="777240" cy="777240"/>
          </a:xfrm>
          <a:prstGeom prst="rect">
            <a:avLst/>
          </a:prstGeom>
          <a:solidFill>
            <a:srgbClr val="22201F"/>
          </a:solidFill>
          <a:ln/>
        </p:spPr>
      </p:sp>
      <p:sp>
        <p:nvSpPr>
          <p:cNvPr id="53" name="Shape 49"/>
          <p:cNvSpPr/>
          <p:nvPr/>
        </p:nvSpPr>
        <p:spPr>
          <a:xfrm>
            <a:off x="5321808" y="1531620"/>
            <a:ext cx="676656" cy="676656"/>
          </a:xfrm>
          <a:prstGeom prst="rect">
            <a:avLst/>
          </a:prstGeom>
          <a:solidFill>
            <a:srgbClr val="FFFFFF"/>
          </a:solidFill>
          <a:ln/>
        </p:spPr>
      </p:sp>
      <p:sp>
        <p:nvSpPr>
          <p:cNvPr id="54" name="Shape 50"/>
          <p:cNvSpPr/>
          <p:nvPr/>
        </p:nvSpPr>
        <p:spPr>
          <a:xfrm>
            <a:off x="5271516" y="1481328"/>
            <a:ext cx="50292" cy="50292"/>
          </a:xfrm>
          <a:prstGeom prst="rect">
            <a:avLst/>
          </a:prstGeom>
          <a:solidFill>
            <a:srgbClr val="E3D7BC"/>
          </a:solidFill>
          <a:ln/>
        </p:spPr>
      </p:sp>
      <p:sp>
        <p:nvSpPr>
          <p:cNvPr id="55" name="Shape 51"/>
          <p:cNvSpPr/>
          <p:nvPr/>
        </p:nvSpPr>
        <p:spPr>
          <a:xfrm>
            <a:off x="5998464" y="1481328"/>
            <a:ext cx="50292" cy="50292"/>
          </a:xfrm>
          <a:prstGeom prst="rect">
            <a:avLst/>
          </a:prstGeom>
          <a:solidFill>
            <a:srgbClr val="E3D7BC"/>
          </a:solidFill>
          <a:ln/>
        </p:spPr>
      </p:sp>
      <p:sp>
        <p:nvSpPr>
          <p:cNvPr id="56" name="Shape 52"/>
          <p:cNvSpPr/>
          <p:nvPr/>
        </p:nvSpPr>
        <p:spPr>
          <a:xfrm>
            <a:off x="5271516" y="2208276"/>
            <a:ext cx="50292" cy="50292"/>
          </a:xfrm>
          <a:prstGeom prst="rect">
            <a:avLst/>
          </a:prstGeom>
          <a:solidFill>
            <a:srgbClr val="E3D7BC"/>
          </a:solidFill>
          <a:ln/>
        </p:spPr>
      </p:sp>
      <p:sp>
        <p:nvSpPr>
          <p:cNvPr id="57" name="Shape 53"/>
          <p:cNvSpPr/>
          <p:nvPr/>
        </p:nvSpPr>
        <p:spPr>
          <a:xfrm>
            <a:off x="5998464" y="2208276"/>
            <a:ext cx="50292" cy="50292"/>
          </a:xfrm>
          <a:prstGeom prst="rect">
            <a:avLst/>
          </a:prstGeom>
          <a:solidFill>
            <a:srgbClr val="E3D7BC"/>
          </a:solidFill>
          <a:ln/>
        </p:spPr>
      </p:sp>
      <p:pic>
        <p:nvPicPr>
          <p:cNvPr id="58" name="Image 2" descr="preencoded.png">    </p:cNvPr>
          <p:cNvPicPr>
            <a:picLocks noChangeAspect="1"/>
          </p:cNvPicPr>
          <p:nvPr/>
        </p:nvPicPr>
        <p:blipFill>
          <a:blip r:embed="rId3"/>
          <a:stretch>
            <a:fillRect/>
          </a:stretch>
        </p:blipFill>
        <p:spPr>
          <a:xfrm>
            <a:off x="5442509" y="1652321"/>
            <a:ext cx="435254" cy="435254"/>
          </a:xfrm>
          <a:prstGeom prst="rect">
            <a:avLst/>
          </a:prstGeom>
        </p:spPr>
      </p:pic>
      <p:sp>
        <p:nvSpPr>
          <p:cNvPr id="59" name="Shape 54"/>
          <p:cNvSpPr/>
          <p:nvPr/>
        </p:nvSpPr>
        <p:spPr>
          <a:xfrm>
            <a:off x="6140196" y="1481328"/>
            <a:ext cx="777240" cy="777240"/>
          </a:xfrm>
          <a:prstGeom prst="rect">
            <a:avLst/>
          </a:prstGeom>
          <a:solidFill>
            <a:srgbClr val="22201F"/>
          </a:solidFill>
          <a:ln/>
        </p:spPr>
      </p:sp>
      <p:sp>
        <p:nvSpPr>
          <p:cNvPr id="60" name="Shape 55"/>
          <p:cNvSpPr/>
          <p:nvPr/>
        </p:nvSpPr>
        <p:spPr>
          <a:xfrm>
            <a:off x="6190488" y="1531620"/>
            <a:ext cx="676656" cy="676656"/>
          </a:xfrm>
          <a:prstGeom prst="rect">
            <a:avLst/>
          </a:prstGeom>
          <a:solidFill>
            <a:srgbClr val="1F2A4A"/>
          </a:solidFill>
          <a:ln/>
        </p:spPr>
      </p:sp>
      <p:sp>
        <p:nvSpPr>
          <p:cNvPr id="61" name="Shape 56"/>
          <p:cNvSpPr/>
          <p:nvPr/>
        </p:nvSpPr>
        <p:spPr>
          <a:xfrm>
            <a:off x="6140196" y="1481328"/>
            <a:ext cx="50292" cy="50292"/>
          </a:xfrm>
          <a:prstGeom prst="rect">
            <a:avLst/>
          </a:prstGeom>
          <a:solidFill>
            <a:srgbClr val="E3D7BC"/>
          </a:solidFill>
          <a:ln/>
        </p:spPr>
      </p:sp>
      <p:sp>
        <p:nvSpPr>
          <p:cNvPr id="62" name="Shape 57"/>
          <p:cNvSpPr/>
          <p:nvPr/>
        </p:nvSpPr>
        <p:spPr>
          <a:xfrm>
            <a:off x="6867144" y="1481328"/>
            <a:ext cx="50292" cy="50292"/>
          </a:xfrm>
          <a:prstGeom prst="rect">
            <a:avLst/>
          </a:prstGeom>
          <a:solidFill>
            <a:srgbClr val="E3D7BC"/>
          </a:solidFill>
          <a:ln/>
        </p:spPr>
      </p:sp>
      <p:sp>
        <p:nvSpPr>
          <p:cNvPr id="63" name="Shape 58"/>
          <p:cNvSpPr/>
          <p:nvPr/>
        </p:nvSpPr>
        <p:spPr>
          <a:xfrm>
            <a:off x="6140196" y="2208276"/>
            <a:ext cx="50292" cy="50292"/>
          </a:xfrm>
          <a:prstGeom prst="rect">
            <a:avLst/>
          </a:prstGeom>
          <a:solidFill>
            <a:srgbClr val="E3D7BC"/>
          </a:solidFill>
          <a:ln/>
        </p:spPr>
      </p:sp>
      <p:sp>
        <p:nvSpPr>
          <p:cNvPr id="64" name="Shape 59"/>
          <p:cNvSpPr/>
          <p:nvPr/>
        </p:nvSpPr>
        <p:spPr>
          <a:xfrm>
            <a:off x="6867144" y="2208276"/>
            <a:ext cx="50292" cy="50292"/>
          </a:xfrm>
          <a:prstGeom prst="rect">
            <a:avLst/>
          </a:prstGeom>
          <a:solidFill>
            <a:srgbClr val="E3D7BC"/>
          </a:solidFill>
          <a:ln/>
        </p:spPr>
      </p:sp>
      <p:pic>
        <p:nvPicPr>
          <p:cNvPr id="65" name="Image 3" descr="preencoded.png">    </p:cNvPr>
          <p:cNvPicPr>
            <a:picLocks noChangeAspect="1"/>
          </p:cNvPicPr>
          <p:nvPr/>
        </p:nvPicPr>
        <p:blipFill>
          <a:blip r:embed="rId4"/>
          <a:stretch>
            <a:fillRect/>
          </a:stretch>
        </p:blipFill>
        <p:spPr>
          <a:xfrm>
            <a:off x="6311189" y="1652321"/>
            <a:ext cx="435254" cy="435254"/>
          </a:xfrm>
          <a:prstGeom prst="rect">
            <a:avLst/>
          </a:prstGeom>
        </p:spPr>
      </p:pic>
      <p:sp>
        <p:nvSpPr>
          <p:cNvPr id="66" name="Text 60"/>
          <p:cNvSpPr txBox="1"/>
          <p:nvPr/>
        </p:nvSpPr>
        <p:spPr>
          <a:xfrm>
            <a:off x="4594860" y="2532888"/>
            <a:ext cx="2999232" cy="384048"/>
          </a:xfrm>
          <a:prstGeom prst="rect">
            <a:avLst/>
          </a:prstGeom>
          <a:noFill/>
          <a:ln/>
        </p:spPr>
        <p:txBody>
          <a:bodyPr wrap="square" lIns="0" tIns="0" rIns="0" bIns="0" rtlCol="0" anchor="t"/>
          <a:lstStyle/>
          <a:p>
            <a:pPr indent="0" marL="0">
              <a:buNone/>
            </a:pPr>
            <a:r>
              <a:rPr lang="ko-KR" altLang="en-US" sz="1900" dirty="0">
                <a:solidFill>
                  <a:srgbClr val="22201F"/>
                </a:solidFill>
                <a:latin typeface="Galmuri14" pitchFamily="34" charset="0"/>
                <a:ea typeface="Galmuri14" pitchFamily="34" charset="-122"/>
                <a:cs typeface="Galmuri14" pitchFamily="34" charset="-120"/>
              </a:rPr>
              <a:t>Jigsaw Phishing Quiz</a:t>
            </a:r>
            <a:endParaRPr lang="ko-KR" sz="1900" dirty="0"/>
          </a:p>
        </p:txBody>
      </p:sp>
      <p:sp>
        <p:nvSpPr>
          <p:cNvPr id="67" name="Shape 61"/>
          <p:cNvSpPr/>
          <p:nvPr/>
        </p:nvSpPr>
        <p:spPr>
          <a:xfrm>
            <a:off x="4594860" y="2971800"/>
            <a:ext cx="2468880" cy="292608"/>
          </a:xfrm>
          <a:prstGeom prst="rect">
            <a:avLst/>
          </a:prstGeom>
          <a:solidFill>
            <a:srgbClr val="22201F"/>
          </a:solidFill>
          <a:ln/>
        </p:spPr>
      </p:sp>
      <p:sp>
        <p:nvSpPr>
          <p:cNvPr id="68" name="Shape 62"/>
          <p:cNvSpPr/>
          <p:nvPr/>
        </p:nvSpPr>
        <p:spPr>
          <a:xfrm>
            <a:off x="4645152" y="3022092"/>
            <a:ext cx="2368296" cy="192024"/>
          </a:xfrm>
          <a:prstGeom prst="rect">
            <a:avLst/>
          </a:prstGeom>
          <a:solidFill>
            <a:srgbClr val="7F9CC9"/>
          </a:solidFill>
          <a:ln/>
        </p:spPr>
      </p:sp>
      <p:sp>
        <p:nvSpPr>
          <p:cNvPr id="69" name="Shape 63"/>
          <p:cNvSpPr/>
          <p:nvPr/>
        </p:nvSpPr>
        <p:spPr>
          <a:xfrm>
            <a:off x="4594860" y="2971800"/>
            <a:ext cx="50292" cy="50292"/>
          </a:xfrm>
          <a:prstGeom prst="rect">
            <a:avLst/>
          </a:prstGeom>
          <a:solidFill>
            <a:srgbClr val="F2EBD9"/>
          </a:solidFill>
          <a:ln/>
        </p:spPr>
      </p:sp>
      <p:sp>
        <p:nvSpPr>
          <p:cNvPr id="70" name="Shape 64"/>
          <p:cNvSpPr/>
          <p:nvPr/>
        </p:nvSpPr>
        <p:spPr>
          <a:xfrm>
            <a:off x="7013448" y="2971800"/>
            <a:ext cx="50292" cy="50292"/>
          </a:xfrm>
          <a:prstGeom prst="rect">
            <a:avLst/>
          </a:prstGeom>
          <a:solidFill>
            <a:srgbClr val="F2EBD9"/>
          </a:solidFill>
          <a:ln/>
        </p:spPr>
      </p:sp>
      <p:sp>
        <p:nvSpPr>
          <p:cNvPr id="71" name="Shape 65"/>
          <p:cNvSpPr/>
          <p:nvPr/>
        </p:nvSpPr>
        <p:spPr>
          <a:xfrm>
            <a:off x="4594860" y="3214116"/>
            <a:ext cx="50292" cy="50292"/>
          </a:xfrm>
          <a:prstGeom prst="rect">
            <a:avLst/>
          </a:prstGeom>
          <a:solidFill>
            <a:srgbClr val="F2EBD9"/>
          </a:solidFill>
          <a:ln/>
        </p:spPr>
      </p:sp>
      <p:sp>
        <p:nvSpPr>
          <p:cNvPr id="72" name="Shape 66"/>
          <p:cNvSpPr/>
          <p:nvPr/>
        </p:nvSpPr>
        <p:spPr>
          <a:xfrm>
            <a:off x="7013448" y="3214116"/>
            <a:ext cx="50292" cy="50292"/>
          </a:xfrm>
          <a:prstGeom prst="rect">
            <a:avLst/>
          </a:prstGeom>
          <a:solidFill>
            <a:srgbClr val="F2EBD9"/>
          </a:solidFill>
          <a:ln/>
        </p:spPr>
      </p:sp>
      <p:sp>
        <p:nvSpPr>
          <p:cNvPr id="73" name="Text 67"/>
          <p:cNvSpPr txBox="1"/>
          <p:nvPr/>
        </p:nvSpPr>
        <p:spPr>
          <a:xfrm>
            <a:off x="4594860" y="2971800"/>
            <a:ext cx="2468880" cy="292608"/>
          </a:xfrm>
          <a:prstGeom prst="rect">
            <a:avLst/>
          </a:prstGeom>
          <a:noFill/>
          <a:ln/>
        </p:spPr>
        <p:txBody>
          <a:bodyPr wrap="square" lIns="0" tIns="0" rIns="0" bIns="0" rtlCol="0" anchor="ctr"/>
          <a:lstStyle/>
          <a:p>
            <a:pPr algn="ctr" indent="0" marL="0">
              <a:buNone/>
            </a:pPr>
            <a:r>
              <a:rPr lang="ko-KR" altLang="en-US" sz="1100" dirty="0">
                <a:solidFill>
                  <a:srgbClr val="22201F"/>
                </a:solidFill>
                <a:latin typeface="Galmuri11" pitchFamily="34" charset="0"/>
                <a:ea typeface="Galmuri11" pitchFamily="34" charset="-122"/>
                <a:cs typeface="Galmuri11" pitchFamily="34" charset="-120"/>
              </a:rPr>
              <a:t>2019 공개 · 웹 퀴즈</a:t>
            </a:r>
            <a:endParaRPr lang="ko-KR" sz="1100" dirty="0"/>
          </a:p>
        </p:txBody>
      </p:sp>
      <p:sp>
        <p:nvSpPr>
          <p:cNvPr id="74" name="Text 68"/>
          <p:cNvSpPr txBox="1"/>
          <p:nvPr/>
        </p:nvSpPr>
        <p:spPr>
          <a:xfrm>
            <a:off x="4594860" y="3419856"/>
            <a:ext cx="2286000" cy="237744"/>
          </a:xfrm>
          <a:prstGeom prst="rect">
            <a:avLst/>
          </a:prstGeom>
          <a:noFill/>
          <a:ln/>
        </p:spPr>
        <p:txBody>
          <a:bodyPr wrap="square" lIns="0" tIns="0" rIns="0" bIns="0" rtlCol="0" anchor="t"/>
          <a:lstStyle/>
          <a:p>
            <a:pPr indent="0" marL="0">
              <a:buNone/>
            </a:pPr>
            <a:r>
              <a:rPr lang="ko-KR" altLang="en-US" sz="1200" b="1" dirty="0">
                <a:solidFill>
                  <a:srgbClr val="8A5A3B"/>
                </a:solidFill>
                <a:latin typeface="Galmuri11" pitchFamily="34" charset="0"/>
                <a:ea typeface="Galmuri11" pitchFamily="34" charset="-122"/>
                <a:cs typeface="Galmuri11" pitchFamily="34" charset="-120"/>
              </a:rPr>
              <a:t>핵심 메커니즘</a:t>
            </a:r>
            <a:endParaRPr lang="ko-KR" sz="1200" dirty="0"/>
          </a:p>
        </p:txBody>
      </p:sp>
      <p:sp>
        <p:nvSpPr>
          <p:cNvPr id="75" name="Text 69"/>
          <p:cNvSpPr txBox="1"/>
          <p:nvPr/>
        </p:nvSpPr>
        <p:spPr>
          <a:xfrm>
            <a:off x="4594860" y="3694176"/>
            <a:ext cx="3044952" cy="914400"/>
          </a:xfrm>
          <a:prstGeom prst="rect">
            <a:avLst/>
          </a:prstGeom>
          <a:noFill/>
          <a:ln/>
        </p:spPr>
        <p:txBody>
          <a:bodyPr wrap="square" lIns="0" tIns="0" rIns="0" bIns="0" rtlCol="0" anchor="t"/>
          <a:lstStyle/>
          <a:p>
            <a:pPr marL="177800" indent="-177800">
              <a:spcAft>
                <a:spcPts val="300"/>
              </a:spcAft>
              <a:buSzPct val="100000"/>
              <a:buChar char="•"/>
            </a:pPr>
            <a:r>
              <a:rPr lang="ko-KR" altLang="en-US" sz="1500" dirty="0">
                <a:solidFill>
                  <a:srgbClr val="22201F"/>
                </a:solidFill>
                <a:latin typeface="맑은 고딕" pitchFamily="34" charset="0"/>
                <a:ea typeface="맑은 고딕" pitchFamily="34" charset="-122"/>
                <a:cs typeface="맑은 고딕" pitchFamily="34" charset="-120"/>
              </a:rPr>
              <a:t>이메일 정상·피싱 판별</a:t>
            </a:r>
            <a:endParaRPr lang="ko-KR" sz="1500" dirty="0"/>
          </a:p>
          <a:p>
            <a:pPr marL="177800" indent="-177800">
              <a:spcAft>
                <a:spcPts val="300"/>
              </a:spcAft>
              <a:buSzPct val="100000"/>
              <a:buChar char="•"/>
            </a:pPr>
            <a:r>
              <a:rPr lang="ko-KR" altLang="en-US" sz="1500" dirty="0">
                <a:solidFill>
                  <a:srgbClr val="22201F"/>
                </a:solidFill>
                <a:latin typeface="맑은 고딕" pitchFamily="34" charset="0"/>
                <a:ea typeface="맑은 고딕" pitchFamily="34" charset="-122"/>
                <a:cs typeface="맑은 고딕" pitchFamily="34" charset="-120"/>
              </a:rPr>
              <a:t>피싱 단서 탐지</a:t>
            </a:r>
            <a:endParaRPr lang="ko-KR" sz="1500" dirty="0"/>
          </a:p>
          <a:p>
            <a:pPr marL="177800" indent="-177800">
              <a:spcAft>
                <a:spcPts val="300"/>
              </a:spcAft>
              <a:buSzPct val="100000"/>
              <a:buChar char="•"/>
            </a:pPr>
            <a:r>
              <a:rPr lang="ko-KR" altLang="en-US" sz="1500" dirty="0">
                <a:solidFill>
                  <a:srgbClr val="22201F"/>
                </a:solidFill>
                <a:latin typeface="맑은 고딕" pitchFamily="34" charset="0"/>
                <a:ea typeface="맑은 고딕" pitchFamily="34" charset="-122"/>
                <a:cs typeface="맑은 고딕" pitchFamily="34" charset="-120"/>
              </a:rPr>
              <a:t>문항별 즉각 해설 피드백</a:t>
            </a:r>
            <a:endParaRPr lang="ko-KR" sz="1500" dirty="0"/>
          </a:p>
        </p:txBody>
      </p:sp>
      <p:sp>
        <p:nvSpPr>
          <p:cNvPr id="76" name="Text 70"/>
          <p:cNvSpPr txBox="1"/>
          <p:nvPr/>
        </p:nvSpPr>
        <p:spPr>
          <a:xfrm>
            <a:off x="4594860" y="4626864"/>
            <a:ext cx="2926080" cy="237744"/>
          </a:xfrm>
          <a:prstGeom prst="rect">
            <a:avLst/>
          </a:prstGeom>
          <a:noFill/>
          <a:ln/>
        </p:spPr>
        <p:txBody>
          <a:bodyPr wrap="square" lIns="0" tIns="0" rIns="0" bIns="0" rtlCol="0" anchor="t"/>
          <a:lstStyle/>
          <a:p>
            <a:pPr indent="0" marL="0">
              <a:buNone/>
            </a:pPr>
            <a:r>
              <a:rPr lang="ko-KR" altLang="en-US" sz="1200" b="1" dirty="0">
                <a:solidFill>
                  <a:srgbClr val="8A5A3B"/>
                </a:solidFill>
                <a:latin typeface="Galmuri11" pitchFamily="34" charset="0"/>
                <a:ea typeface="Galmuri11" pitchFamily="34" charset="-122"/>
                <a:cs typeface="Galmuri11" pitchFamily="34" charset="-120"/>
              </a:rPr>
              <a:t>DIGITAL GUARD가 참고할 점</a:t>
            </a:r>
            <a:endParaRPr lang="ko-KR" sz="1200" dirty="0"/>
          </a:p>
        </p:txBody>
      </p:sp>
      <p:sp>
        <p:nvSpPr>
          <p:cNvPr id="77" name="Text 71"/>
          <p:cNvSpPr txBox="1"/>
          <p:nvPr/>
        </p:nvSpPr>
        <p:spPr>
          <a:xfrm>
            <a:off x="4594860" y="4882896"/>
            <a:ext cx="3044952" cy="292608"/>
          </a:xfrm>
          <a:prstGeom prst="rect">
            <a:avLst/>
          </a:prstGeom>
          <a:noFill/>
          <a:ln/>
        </p:spPr>
        <p:txBody>
          <a:bodyPr wrap="square" lIns="0" tIns="0" rIns="0" bIns="0" rtlCol="0" anchor="t"/>
          <a:lstStyle/>
          <a:p>
            <a:pPr indent="0" marL="0">
              <a:buNone/>
            </a:pPr>
            <a:r>
              <a:rPr lang="ko-KR" altLang="en-US" sz="1500" b="1" dirty="0">
                <a:solidFill>
                  <a:srgbClr val="22201F"/>
                </a:solidFill>
                <a:latin typeface="Galmuri11" pitchFamily="34" charset="0"/>
                <a:ea typeface="Galmuri11" pitchFamily="34" charset="-122"/>
                <a:cs typeface="Galmuri11" pitchFamily="34" charset="-120"/>
              </a:rPr>
              <a:t>쉬운 진입과 해설 구성</a:t>
            </a:r>
            <a:endParaRPr lang="ko-KR" sz="1500" dirty="0"/>
          </a:p>
        </p:txBody>
      </p:sp>
      <p:sp>
        <p:nvSpPr>
          <p:cNvPr id="78" name="Shape 72"/>
          <p:cNvSpPr/>
          <p:nvPr/>
        </p:nvSpPr>
        <p:spPr>
          <a:xfrm>
            <a:off x="8284464" y="1307592"/>
            <a:ext cx="3456432" cy="4114800"/>
          </a:xfrm>
          <a:prstGeom prst="rect">
            <a:avLst/>
          </a:prstGeom>
          <a:solidFill>
            <a:srgbClr val="0B0F1E"/>
          </a:solidFill>
          <a:ln/>
        </p:spPr>
      </p:sp>
      <p:sp>
        <p:nvSpPr>
          <p:cNvPr id="79" name="card-2"/>
          <p:cNvSpPr/>
          <p:nvPr/>
        </p:nvSpPr>
        <p:spPr>
          <a:xfrm>
            <a:off x="8183880" y="1207008"/>
            <a:ext cx="3456432" cy="4114800"/>
          </a:xfrm>
          <a:prstGeom prst="rect">
            <a:avLst/>
          </a:prstGeom>
          <a:solidFill>
            <a:srgbClr val="22201F"/>
          </a:solidFill>
          <a:ln/>
        </p:spPr>
      </p:sp>
      <p:sp>
        <p:nvSpPr>
          <p:cNvPr id="80" name="Shape 74"/>
          <p:cNvSpPr/>
          <p:nvPr/>
        </p:nvSpPr>
        <p:spPr>
          <a:xfrm>
            <a:off x="8234172" y="1257300"/>
            <a:ext cx="3355848" cy="4014216"/>
          </a:xfrm>
          <a:prstGeom prst="rect">
            <a:avLst/>
          </a:prstGeom>
          <a:solidFill>
            <a:srgbClr val="F2EBD9"/>
          </a:solidFill>
          <a:ln/>
        </p:spPr>
      </p:sp>
      <p:sp>
        <p:nvSpPr>
          <p:cNvPr id="81" name="Shape 75"/>
          <p:cNvSpPr/>
          <p:nvPr/>
        </p:nvSpPr>
        <p:spPr>
          <a:xfrm>
            <a:off x="8183880" y="1207008"/>
            <a:ext cx="50292" cy="50292"/>
          </a:xfrm>
          <a:prstGeom prst="rect">
            <a:avLst/>
          </a:prstGeom>
          <a:solidFill>
            <a:srgbClr val="0F1426"/>
          </a:solidFill>
          <a:ln/>
        </p:spPr>
      </p:sp>
      <p:sp>
        <p:nvSpPr>
          <p:cNvPr id="82" name="Shape 76"/>
          <p:cNvSpPr/>
          <p:nvPr/>
        </p:nvSpPr>
        <p:spPr>
          <a:xfrm>
            <a:off x="11590020" y="1207008"/>
            <a:ext cx="50292" cy="50292"/>
          </a:xfrm>
          <a:prstGeom prst="rect">
            <a:avLst/>
          </a:prstGeom>
          <a:solidFill>
            <a:srgbClr val="0F1426"/>
          </a:solidFill>
          <a:ln/>
        </p:spPr>
      </p:sp>
      <p:sp>
        <p:nvSpPr>
          <p:cNvPr id="83" name="Shape 77"/>
          <p:cNvSpPr/>
          <p:nvPr/>
        </p:nvSpPr>
        <p:spPr>
          <a:xfrm>
            <a:off x="8183880" y="5271516"/>
            <a:ext cx="50292" cy="50292"/>
          </a:xfrm>
          <a:prstGeom prst="rect">
            <a:avLst/>
          </a:prstGeom>
          <a:solidFill>
            <a:srgbClr val="0F1426"/>
          </a:solidFill>
          <a:ln/>
        </p:spPr>
      </p:sp>
      <p:sp>
        <p:nvSpPr>
          <p:cNvPr id="84" name="Shape 78"/>
          <p:cNvSpPr/>
          <p:nvPr/>
        </p:nvSpPr>
        <p:spPr>
          <a:xfrm>
            <a:off x="11590020" y="5271516"/>
            <a:ext cx="50292" cy="50292"/>
          </a:xfrm>
          <a:prstGeom prst="rect">
            <a:avLst/>
          </a:prstGeom>
          <a:solidFill>
            <a:srgbClr val="0F1426"/>
          </a:solidFill>
          <a:ln/>
        </p:spPr>
      </p:sp>
      <p:sp>
        <p:nvSpPr>
          <p:cNvPr id="85" name="Shape 79"/>
          <p:cNvSpPr/>
          <p:nvPr/>
        </p:nvSpPr>
        <p:spPr>
          <a:xfrm>
            <a:off x="8321040" y="1344168"/>
            <a:ext cx="3182112" cy="1051560"/>
          </a:xfrm>
          <a:prstGeom prst="rect">
            <a:avLst/>
          </a:prstGeom>
          <a:solidFill>
            <a:srgbClr val="E3D7BC"/>
          </a:solidFill>
          <a:ln/>
        </p:spPr>
      </p:sp>
      <p:sp>
        <p:nvSpPr>
          <p:cNvPr id="86" name="Shape 80"/>
          <p:cNvSpPr/>
          <p:nvPr/>
        </p:nvSpPr>
        <p:spPr>
          <a:xfrm>
            <a:off x="9089136" y="1481328"/>
            <a:ext cx="777240" cy="777240"/>
          </a:xfrm>
          <a:prstGeom prst="rect">
            <a:avLst/>
          </a:prstGeom>
          <a:solidFill>
            <a:srgbClr val="22201F"/>
          </a:solidFill>
          <a:ln/>
        </p:spPr>
      </p:sp>
      <p:sp>
        <p:nvSpPr>
          <p:cNvPr id="87" name="Shape 81"/>
          <p:cNvSpPr/>
          <p:nvPr/>
        </p:nvSpPr>
        <p:spPr>
          <a:xfrm>
            <a:off x="9139428" y="1531620"/>
            <a:ext cx="676656" cy="676656"/>
          </a:xfrm>
          <a:prstGeom prst="rect">
            <a:avLst/>
          </a:prstGeom>
          <a:solidFill>
            <a:srgbClr val="FFFFFF"/>
          </a:solidFill>
          <a:ln/>
        </p:spPr>
      </p:sp>
      <p:sp>
        <p:nvSpPr>
          <p:cNvPr id="88" name="Shape 82"/>
          <p:cNvSpPr/>
          <p:nvPr/>
        </p:nvSpPr>
        <p:spPr>
          <a:xfrm>
            <a:off x="9089136" y="1481328"/>
            <a:ext cx="50292" cy="50292"/>
          </a:xfrm>
          <a:prstGeom prst="rect">
            <a:avLst/>
          </a:prstGeom>
          <a:solidFill>
            <a:srgbClr val="E3D7BC"/>
          </a:solidFill>
          <a:ln/>
        </p:spPr>
      </p:sp>
      <p:sp>
        <p:nvSpPr>
          <p:cNvPr id="89" name="Shape 83"/>
          <p:cNvSpPr/>
          <p:nvPr/>
        </p:nvSpPr>
        <p:spPr>
          <a:xfrm>
            <a:off x="9816084" y="1481328"/>
            <a:ext cx="50292" cy="50292"/>
          </a:xfrm>
          <a:prstGeom prst="rect">
            <a:avLst/>
          </a:prstGeom>
          <a:solidFill>
            <a:srgbClr val="E3D7BC"/>
          </a:solidFill>
          <a:ln/>
        </p:spPr>
      </p:sp>
      <p:sp>
        <p:nvSpPr>
          <p:cNvPr id="90" name="Shape 84"/>
          <p:cNvSpPr/>
          <p:nvPr/>
        </p:nvSpPr>
        <p:spPr>
          <a:xfrm>
            <a:off x="9089136" y="2208276"/>
            <a:ext cx="50292" cy="50292"/>
          </a:xfrm>
          <a:prstGeom prst="rect">
            <a:avLst/>
          </a:prstGeom>
          <a:solidFill>
            <a:srgbClr val="E3D7BC"/>
          </a:solidFill>
          <a:ln/>
        </p:spPr>
      </p:sp>
      <p:sp>
        <p:nvSpPr>
          <p:cNvPr id="91" name="Shape 85"/>
          <p:cNvSpPr/>
          <p:nvPr/>
        </p:nvSpPr>
        <p:spPr>
          <a:xfrm>
            <a:off x="9816084" y="2208276"/>
            <a:ext cx="50292" cy="50292"/>
          </a:xfrm>
          <a:prstGeom prst="rect">
            <a:avLst/>
          </a:prstGeom>
          <a:solidFill>
            <a:srgbClr val="E3D7BC"/>
          </a:solidFill>
          <a:ln/>
        </p:spPr>
      </p:sp>
      <p:pic>
        <p:nvPicPr>
          <p:cNvPr id="92" name="Image 4" descr="preencoded.png">    </p:cNvPr>
          <p:cNvPicPr>
            <a:picLocks noChangeAspect="1"/>
          </p:cNvPicPr>
          <p:nvPr/>
        </p:nvPicPr>
        <p:blipFill>
          <a:blip r:embed="rId5"/>
          <a:stretch>
            <a:fillRect/>
          </a:stretch>
        </p:blipFill>
        <p:spPr>
          <a:xfrm>
            <a:off x="9260129" y="1652321"/>
            <a:ext cx="435254" cy="435254"/>
          </a:xfrm>
          <a:prstGeom prst="rect">
            <a:avLst/>
          </a:prstGeom>
        </p:spPr>
      </p:pic>
      <p:sp>
        <p:nvSpPr>
          <p:cNvPr id="93" name="Shape 86"/>
          <p:cNvSpPr/>
          <p:nvPr/>
        </p:nvSpPr>
        <p:spPr>
          <a:xfrm>
            <a:off x="9957816" y="1481328"/>
            <a:ext cx="777240" cy="777240"/>
          </a:xfrm>
          <a:prstGeom prst="rect">
            <a:avLst/>
          </a:prstGeom>
          <a:solidFill>
            <a:srgbClr val="22201F"/>
          </a:solidFill>
          <a:ln/>
        </p:spPr>
      </p:sp>
      <p:sp>
        <p:nvSpPr>
          <p:cNvPr id="94" name="Shape 87"/>
          <p:cNvSpPr/>
          <p:nvPr/>
        </p:nvSpPr>
        <p:spPr>
          <a:xfrm>
            <a:off x="10008108" y="1531620"/>
            <a:ext cx="676656" cy="676656"/>
          </a:xfrm>
          <a:prstGeom prst="rect">
            <a:avLst/>
          </a:prstGeom>
          <a:solidFill>
            <a:srgbClr val="1F2A4A"/>
          </a:solidFill>
          <a:ln/>
        </p:spPr>
      </p:sp>
      <p:sp>
        <p:nvSpPr>
          <p:cNvPr id="95" name="Shape 88"/>
          <p:cNvSpPr/>
          <p:nvPr/>
        </p:nvSpPr>
        <p:spPr>
          <a:xfrm>
            <a:off x="9957816" y="1481328"/>
            <a:ext cx="50292" cy="50292"/>
          </a:xfrm>
          <a:prstGeom prst="rect">
            <a:avLst/>
          </a:prstGeom>
          <a:solidFill>
            <a:srgbClr val="E3D7BC"/>
          </a:solidFill>
          <a:ln/>
        </p:spPr>
      </p:sp>
      <p:sp>
        <p:nvSpPr>
          <p:cNvPr id="96" name="Shape 89"/>
          <p:cNvSpPr/>
          <p:nvPr/>
        </p:nvSpPr>
        <p:spPr>
          <a:xfrm>
            <a:off x="10684764" y="1481328"/>
            <a:ext cx="50292" cy="50292"/>
          </a:xfrm>
          <a:prstGeom prst="rect">
            <a:avLst/>
          </a:prstGeom>
          <a:solidFill>
            <a:srgbClr val="E3D7BC"/>
          </a:solidFill>
          <a:ln/>
        </p:spPr>
      </p:sp>
      <p:sp>
        <p:nvSpPr>
          <p:cNvPr id="97" name="Shape 90"/>
          <p:cNvSpPr/>
          <p:nvPr/>
        </p:nvSpPr>
        <p:spPr>
          <a:xfrm>
            <a:off x="9957816" y="2208276"/>
            <a:ext cx="50292" cy="50292"/>
          </a:xfrm>
          <a:prstGeom prst="rect">
            <a:avLst/>
          </a:prstGeom>
          <a:solidFill>
            <a:srgbClr val="E3D7BC"/>
          </a:solidFill>
          <a:ln/>
        </p:spPr>
      </p:sp>
      <p:sp>
        <p:nvSpPr>
          <p:cNvPr id="98" name="Shape 91"/>
          <p:cNvSpPr/>
          <p:nvPr/>
        </p:nvSpPr>
        <p:spPr>
          <a:xfrm>
            <a:off x="10684764" y="2208276"/>
            <a:ext cx="50292" cy="50292"/>
          </a:xfrm>
          <a:prstGeom prst="rect">
            <a:avLst/>
          </a:prstGeom>
          <a:solidFill>
            <a:srgbClr val="E3D7BC"/>
          </a:solidFill>
          <a:ln/>
        </p:spPr>
      </p:sp>
      <p:pic>
        <p:nvPicPr>
          <p:cNvPr id="99" name="Image 5" descr="preencoded.png">    </p:cNvPr>
          <p:cNvPicPr>
            <a:picLocks noChangeAspect="1"/>
          </p:cNvPicPr>
          <p:nvPr/>
        </p:nvPicPr>
        <p:blipFill>
          <a:blip r:embed="rId6"/>
          <a:stretch>
            <a:fillRect/>
          </a:stretch>
        </p:blipFill>
        <p:spPr>
          <a:xfrm>
            <a:off x="10128809" y="1652321"/>
            <a:ext cx="435254" cy="435254"/>
          </a:xfrm>
          <a:prstGeom prst="rect">
            <a:avLst/>
          </a:prstGeom>
        </p:spPr>
      </p:pic>
      <p:sp>
        <p:nvSpPr>
          <p:cNvPr id="100" name="Text 92"/>
          <p:cNvSpPr txBox="1"/>
          <p:nvPr/>
        </p:nvSpPr>
        <p:spPr>
          <a:xfrm>
            <a:off x="8412480" y="2532888"/>
            <a:ext cx="2999232" cy="384048"/>
          </a:xfrm>
          <a:prstGeom prst="rect">
            <a:avLst/>
          </a:prstGeom>
          <a:noFill/>
          <a:ln/>
        </p:spPr>
        <p:txBody>
          <a:bodyPr wrap="square" lIns="0" tIns="0" rIns="0" bIns="0" rtlCol="0" anchor="t"/>
          <a:lstStyle/>
          <a:p>
            <a:pPr indent="0" marL="0">
              <a:buNone/>
            </a:pPr>
            <a:r>
              <a:rPr lang="ko-KR" altLang="en-US" sz="1900" dirty="0">
                <a:solidFill>
                  <a:srgbClr val="22201F"/>
                </a:solidFill>
                <a:latin typeface="Galmuri14" pitchFamily="34" charset="0"/>
                <a:ea typeface="Galmuri14" pitchFamily="34" charset="-122"/>
                <a:cs typeface="Galmuri14" pitchFamily="34" charset="-120"/>
              </a:rPr>
              <a:t>CyberStart</a:t>
            </a:r>
            <a:endParaRPr lang="ko-KR" sz="1900" dirty="0"/>
          </a:p>
        </p:txBody>
      </p:sp>
      <p:sp>
        <p:nvSpPr>
          <p:cNvPr id="101" name="Shape 93"/>
          <p:cNvSpPr/>
          <p:nvPr/>
        </p:nvSpPr>
        <p:spPr>
          <a:xfrm>
            <a:off x="8412480" y="2971800"/>
            <a:ext cx="2468880" cy="292608"/>
          </a:xfrm>
          <a:prstGeom prst="rect">
            <a:avLst/>
          </a:prstGeom>
          <a:solidFill>
            <a:srgbClr val="22201F"/>
          </a:solidFill>
          <a:ln/>
        </p:spPr>
      </p:sp>
      <p:sp>
        <p:nvSpPr>
          <p:cNvPr id="102" name="Shape 94"/>
          <p:cNvSpPr/>
          <p:nvPr/>
        </p:nvSpPr>
        <p:spPr>
          <a:xfrm>
            <a:off x="8462772" y="3022092"/>
            <a:ext cx="2368296" cy="192024"/>
          </a:xfrm>
          <a:prstGeom prst="rect">
            <a:avLst/>
          </a:prstGeom>
          <a:solidFill>
            <a:srgbClr val="E0503C"/>
          </a:solidFill>
          <a:ln/>
        </p:spPr>
      </p:sp>
      <p:sp>
        <p:nvSpPr>
          <p:cNvPr id="103" name="Shape 95"/>
          <p:cNvSpPr/>
          <p:nvPr/>
        </p:nvSpPr>
        <p:spPr>
          <a:xfrm>
            <a:off x="8412480" y="2971800"/>
            <a:ext cx="50292" cy="50292"/>
          </a:xfrm>
          <a:prstGeom prst="rect">
            <a:avLst/>
          </a:prstGeom>
          <a:solidFill>
            <a:srgbClr val="F2EBD9"/>
          </a:solidFill>
          <a:ln/>
        </p:spPr>
      </p:sp>
      <p:sp>
        <p:nvSpPr>
          <p:cNvPr id="104" name="Shape 96"/>
          <p:cNvSpPr/>
          <p:nvPr/>
        </p:nvSpPr>
        <p:spPr>
          <a:xfrm>
            <a:off x="10831068" y="2971800"/>
            <a:ext cx="50292" cy="50292"/>
          </a:xfrm>
          <a:prstGeom prst="rect">
            <a:avLst/>
          </a:prstGeom>
          <a:solidFill>
            <a:srgbClr val="F2EBD9"/>
          </a:solidFill>
          <a:ln/>
        </p:spPr>
      </p:sp>
      <p:sp>
        <p:nvSpPr>
          <p:cNvPr id="105" name="Shape 97"/>
          <p:cNvSpPr/>
          <p:nvPr/>
        </p:nvSpPr>
        <p:spPr>
          <a:xfrm>
            <a:off x="8412480" y="3214116"/>
            <a:ext cx="50292" cy="50292"/>
          </a:xfrm>
          <a:prstGeom prst="rect">
            <a:avLst/>
          </a:prstGeom>
          <a:solidFill>
            <a:srgbClr val="F2EBD9"/>
          </a:solidFill>
          <a:ln/>
        </p:spPr>
      </p:sp>
      <p:sp>
        <p:nvSpPr>
          <p:cNvPr id="106" name="Shape 98"/>
          <p:cNvSpPr/>
          <p:nvPr/>
        </p:nvSpPr>
        <p:spPr>
          <a:xfrm>
            <a:off x="10831068" y="3214116"/>
            <a:ext cx="50292" cy="50292"/>
          </a:xfrm>
          <a:prstGeom prst="rect">
            <a:avLst/>
          </a:prstGeom>
          <a:solidFill>
            <a:srgbClr val="F2EBD9"/>
          </a:solidFill>
          <a:ln/>
        </p:spPr>
      </p:sp>
      <p:sp>
        <p:nvSpPr>
          <p:cNvPr id="107" name="Text 99"/>
          <p:cNvSpPr txBox="1"/>
          <p:nvPr/>
        </p:nvSpPr>
        <p:spPr>
          <a:xfrm>
            <a:off x="8412480" y="2971800"/>
            <a:ext cx="2468880" cy="292608"/>
          </a:xfrm>
          <a:prstGeom prst="rect">
            <a:avLst/>
          </a:prstGeom>
          <a:noFill/>
          <a:ln/>
        </p:spPr>
        <p:txBody>
          <a:bodyPr wrap="square" lIns="0" tIns="0" rIns="0" bIns="0" rtlCol="0" anchor="ctr"/>
          <a:lstStyle/>
          <a:p>
            <a:pPr algn="ctr" indent="0" marL="0">
              <a:buNone/>
            </a:pPr>
            <a:r>
              <a:rPr lang="ko-KR" altLang="en-US" sz="1100" dirty="0">
                <a:solidFill>
                  <a:srgbClr val="22201F"/>
                </a:solidFill>
                <a:latin typeface="Galmuri11" pitchFamily="34" charset="0"/>
                <a:ea typeface="Galmuri11" pitchFamily="34" charset="-122"/>
                <a:cs typeface="Galmuri11" pitchFamily="34" charset="-120"/>
              </a:rPr>
              <a:t>2024년 종료 · 과거 사례</a:t>
            </a:r>
            <a:endParaRPr lang="ko-KR" sz="1100" dirty="0"/>
          </a:p>
        </p:txBody>
      </p:sp>
      <p:sp>
        <p:nvSpPr>
          <p:cNvPr id="108" name="Text 100"/>
          <p:cNvSpPr txBox="1"/>
          <p:nvPr/>
        </p:nvSpPr>
        <p:spPr>
          <a:xfrm>
            <a:off x="8412480" y="3419856"/>
            <a:ext cx="2286000" cy="237744"/>
          </a:xfrm>
          <a:prstGeom prst="rect">
            <a:avLst/>
          </a:prstGeom>
          <a:noFill/>
          <a:ln/>
        </p:spPr>
        <p:txBody>
          <a:bodyPr wrap="square" lIns="0" tIns="0" rIns="0" bIns="0" rtlCol="0" anchor="t"/>
          <a:lstStyle/>
          <a:p>
            <a:pPr indent="0" marL="0">
              <a:buNone/>
            </a:pPr>
            <a:r>
              <a:rPr lang="ko-KR" altLang="en-US" sz="1200" b="1" dirty="0">
                <a:solidFill>
                  <a:srgbClr val="8A5A3B"/>
                </a:solidFill>
                <a:latin typeface="Galmuri11" pitchFamily="34" charset="0"/>
                <a:ea typeface="Galmuri11" pitchFamily="34" charset="-122"/>
                <a:cs typeface="Galmuri11" pitchFamily="34" charset="-120"/>
              </a:rPr>
              <a:t>핵심 메커니즘</a:t>
            </a:r>
            <a:endParaRPr lang="ko-KR" sz="1200" dirty="0"/>
          </a:p>
        </p:txBody>
      </p:sp>
      <p:sp>
        <p:nvSpPr>
          <p:cNvPr id="109" name="Text 101"/>
          <p:cNvSpPr txBox="1"/>
          <p:nvPr/>
        </p:nvSpPr>
        <p:spPr>
          <a:xfrm>
            <a:off x="8412480" y="3694176"/>
            <a:ext cx="3044952" cy="914400"/>
          </a:xfrm>
          <a:prstGeom prst="rect">
            <a:avLst/>
          </a:prstGeom>
          <a:noFill/>
          <a:ln/>
        </p:spPr>
        <p:txBody>
          <a:bodyPr wrap="square" lIns="0" tIns="0" rIns="0" bIns="0" rtlCol="0" anchor="t"/>
          <a:lstStyle/>
          <a:p>
            <a:pPr marL="177800" indent="-177800">
              <a:spcAft>
                <a:spcPts val="300"/>
              </a:spcAft>
              <a:buSzPct val="100000"/>
              <a:buChar char="•"/>
            </a:pPr>
            <a:r>
              <a:rPr lang="ko-KR" altLang="en-US" sz="1500" dirty="0">
                <a:solidFill>
                  <a:srgbClr val="22201F"/>
                </a:solidFill>
                <a:latin typeface="맑은 고딕" pitchFamily="34" charset="0"/>
                <a:ea typeface="맑은 고딕" pitchFamily="34" charset="-122"/>
                <a:cs typeface="맑은 고딕" pitchFamily="34" charset="-120"/>
              </a:rPr>
              <a:t>단계별 보안 퍼즐·챌린지</a:t>
            </a:r>
            <a:endParaRPr lang="ko-KR" sz="1500" dirty="0"/>
          </a:p>
          <a:p>
            <a:pPr marL="177800" indent="-177800">
              <a:spcAft>
                <a:spcPts val="300"/>
              </a:spcAft>
              <a:buSzPct val="100000"/>
              <a:buChar char="•"/>
            </a:pPr>
            <a:r>
              <a:rPr lang="ko-KR" altLang="en-US" sz="1500" dirty="0">
                <a:solidFill>
                  <a:srgbClr val="22201F"/>
                </a:solidFill>
                <a:latin typeface="맑은 고딕" pitchFamily="34" charset="0"/>
                <a:ea typeface="맑은 고딕" pitchFamily="34" charset="-122"/>
                <a:cs typeface="맑은 고딕" pitchFamily="34" charset="-120"/>
              </a:rPr>
              <a:t>힌트·필드 매뉴얼로 학습 지원</a:t>
            </a:r>
            <a:endParaRPr lang="ko-KR" sz="1500" dirty="0"/>
          </a:p>
          <a:p>
            <a:pPr marL="177800" indent="-177800">
              <a:spcAft>
                <a:spcPts val="300"/>
              </a:spcAft>
              <a:buSzPct val="100000"/>
              <a:buChar char="•"/>
            </a:pPr>
            <a:r>
              <a:rPr lang="ko-KR" altLang="en-US" sz="1500" dirty="0">
                <a:solidFill>
                  <a:srgbClr val="22201F"/>
                </a:solidFill>
                <a:latin typeface="맑은 고딕" pitchFamily="34" charset="0"/>
                <a:ea typeface="맑은 고딕" pitchFamily="34" charset="-122"/>
                <a:cs typeface="맑은 고딕" pitchFamily="34" charset="-120"/>
              </a:rPr>
              <a:t>기술 중심 보안 학습</a:t>
            </a:r>
            <a:endParaRPr lang="ko-KR" sz="1500" dirty="0"/>
          </a:p>
        </p:txBody>
      </p:sp>
      <p:sp>
        <p:nvSpPr>
          <p:cNvPr id="110" name="Text 102"/>
          <p:cNvSpPr txBox="1"/>
          <p:nvPr/>
        </p:nvSpPr>
        <p:spPr>
          <a:xfrm>
            <a:off x="8412480" y="4626864"/>
            <a:ext cx="2926080" cy="237744"/>
          </a:xfrm>
          <a:prstGeom prst="rect">
            <a:avLst/>
          </a:prstGeom>
          <a:noFill/>
          <a:ln/>
        </p:spPr>
        <p:txBody>
          <a:bodyPr wrap="square" lIns="0" tIns="0" rIns="0" bIns="0" rtlCol="0" anchor="t"/>
          <a:lstStyle/>
          <a:p>
            <a:pPr indent="0" marL="0">
              <a:buNone/>
            </a:pPr>
            <a:r>
              <a:rPr lang="ko-KR" altLang="en-US" sz="1200" b="1" dirty="0">
                <a:solidFill>
                  <a:srgbClr val="8A5A3B"/>
                </a:solidFill>
                <a:latin typeface="Galmuri11" pitchFamily="34" charset="0"/>
                <a:ea typeface="Galmuri11" pitchFamily="34" charset="-122"/>
                <a:cs typeface="Galmuri11" pitchFamily="34" charset="-120"/>
              </a:rPr>
              <a:t>DIGITAL GUARD가 참고할 점</a:t>
            </a:r>
            <a:endParaRPr lang="ko-KR" sz="1200" dirty="0"/>
          </a:p>
        </p:txBody>
      </p:sp>
      <p:sp>
        <p:nvSpPr>
          <p:cNvPr id="111" name="Text 103"/>
          <p:cNvSpPr txBox="1"/>
          <p:nvPr/>
        </p:nvSpPr>
        <p:spPr>
          <a:xfrm>
            <a:off x="8412480" y="4882896"/>
            <a:ext cx="3044952" cy="292608"/>
          </a:xfrm>
          <a:prstGeom prst="rect">
            <a:avLst/>
          </a:prstGeom>
          <a:noFill/>
          <a:ln/>
        </p:spPr>
        <p:txBody>
          <a:bodyPr wrap="square" lIns="0" tIns="0" rIns="0" bIns="0" rtlCol="0" anchor="t"/>
          <a:lstStyle/>
          <a:p>
            <a:pPr indent="0" marL="0">
              <a:buNone/>
            </a:pPr>
            <a:r>
              <a:rPr lang="ko-KR" altLang="en-US" sz="1500" b="1" dirty="0">
                <a:solidFill>
                  <a:srgbClr val="22201F"/>
                </a:solidFill>
                <a:latin typeface="Galmuri11" pitchFamily="34" charset="0"/>
                <a:ea typeface="Galmuri11" pitchFamily="34" charset="-122"/>
                <a:cs typeface="Galmuri11" pitchFamily="34" charset="-120"/>
              </a:rPr>
              <a:t>단계 진행과 힌트 구조</a:t>
            </a:r>
            <a:endParaRPr lang="ko-KR" sz="1500" dirty="0"/>
          </a:p>
        </p:txBody>
      </p:sp>
      <p:sp>
        <p:nvSpPr>
          <p:cNvPr id="112" name="Text 104"/>
          <p:cNvSpPr txBox="1"/>
          <p:nvPr/>
        </p:nvSpPr>
        <p:spPr>
          <a:xfrm>
            <a:off x="548640" y="5486400"/>
            <a:ext cx="11064240" cy="566928"/>
          </a:xfrm>
          <a:prstGeom prst="rect">
            <a:avLst/>
          </a:prstGeom>
          <a:noFill/>
          <a:ln/>
        </p:spPr>
        <p:txBody>
          <a:bodyPr wrap="square" lIns="0" tIns="0" rIns="0" bIns="0" rtlCol="0" anchor="t"/>
          <a:lstStyle/>
          <a:p>
            <a:pPr indent="0" marL="0">
              <a:buNone/>
            </a:pPr>
            <a:r>
              <a:rPr lang="ko-KR" altLang="en-US" sz="1600" b="1" dirty="0">
                <a:solidFill>
                  <a:srgbClr val="45C7C1"/>
                </a:solidFill>
                <a:latin typeface="Galmuri11" pitchFamily="34" charset="0"/>
                <a:ea typeface="Galmuri11" pitchFamily="34" charset="-122"/>
                <a:cs typeface="Galmuri11" pitchFamily="34" charset="-120"/>
              </a:rPr>
              <a:t>공통점 </a:t>
            </a:r>
            <a:pPr indent="0" marL="0">
              <a:buNone/>
            </a:pPr>
            <a:r>
              <a:rPr lang="ko-KR" altLang="en-US" sz="1600" dirty="0">
                <a:solidFill>
                  <a:srgbClr val="FFFFFF"/>
                </a:solidFill>
                <a:latin typeface="맑은 고딕" pitchFamily="34" charset="0"/>
                <a:ea typeface="맑은 고딕" pitchFamily="34" charset="-122"/>
                <a:cs typeface="맑은 고딕" pitchFamily="34" charset="-120"/>
              </a:rPr>
              <a:t>단서를 찾아 판단하고 피드백을 받는다.   </a:t>
            </a:r>
            <a:pPr indent="0" marL="0">
              <a:buNone/>
            </a:pPr>
            <a:r>
              <a:rPr lang="ko-KR" altLang="en-US" sz="1600" b="1" dirty="0">
                <a:solidFill>
                  <a:srgbClr val="45C7C1"/>
                </a:solidFill>
                <a:latin typeface="Galmuri11" pitchFamily="34" charset="0"/>
                <a:ea typeface="Galmuri11" pitchFamily="34" charset="-122"/>
                <a:cs typeface="Galmuri11" pitchFamily="34" charset="-120"/>
              </a:rPr>
              <a:t>차이점 </a:t>
            </a:r>
            <a:pPr indent="0" marL="0">
              <a:buNone/>
            </a:pPr>
            <a:r>
              <a:rPr lang="ko-KR" altLang="en-US" sz="1600" dirty="0">
                <a:solidFill>
                  <a:srgbClr val="FFFFFF"/>
                </a:solidFill>
                <a:latin typeface="맑은 고딕" pitchFamily="34" charset="0"/>
                <a:ea typeface="맑은 고딕" pitchFamily="34" charset="-122"/>
                <a:cs typeface="맑은 고딕" pitchFamily="34" charset="-120"/>
              </a:rPr>
              <a:t>여러 문서를 대조해 승인·거부·추가 확인을 고르는 모든 세대를 위한 모바일 경험이 DIGITAL GUARD의 목표다.</a:t>
            </a:r>
            <a:endParaRPr lang="ko-KR" sz="1600" dirty="0"/>
          </a:p>
        </p:txBody>
      </p:sp>
      <p:sp>
        <p:nvSpPr>
          <p:cNvPr id="113" name="Text 105"/>
          <p:cNvSpPr txBox="1"/>
          <p:nvPr/>
        </p:nvSpPr>
        <p:spPr>
          <a:xfrm>
            <a:off x="548640" y="6071616"/>
            <a:ext cx="11064240" cy="329184"/>
          </a:xfrm>
          <a:prstGeom prst="rect">
            <a:avLst/>
          </a:prstGeom>
          <a:noFill/>
          <a:ln/>
        </p:spPr>
        <p:txBody>
          <a:bodyPr wrap="square" lIns="0" tIns="0" rIns="0" bIns="0" rtlCol="0" anchor="t"/>
          <a:lstStyle/>
          <a:p>
            <a:pPr indent="0" marL="0">
              <a:buNone/>
            </a:pPr>
            <a:r>
              <a:rPr lang="ko-KR" altLang="en-US" sz="950" dirty="0">
                <a:solidFill>
                  <a:srgbClr val="8197B5"/>
                </a:solidFill>
                <a:latin typeface="맑은 고딕" pitchFamily="34" charset="0"/>
                <a:ea typeface="맑은 고딕" pitchFamily="34" charset="-122"/>
                <a:cs typeface="맑은 고딕" pitchFamily="34" charset="-120"/>
              </a:rPr>
              <a:t>출처: Pocket Gamer(2022.07) Papers, Please iOS·Android 출시 보도 / Dark Reading(2019.01.23) “Google Creates Online Phishing Quiz” / HackerDNA(2026) “CyberStart Closed” — 2026년 10월 조사. 대표 이미지는 이해를 돕기 위한 도트 아이콘(실제 화면 아님).</a:t>
            </a:r>
            <a:endParaRPr lang="ko-KR" sz="9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9184"/>
            <a:ext cx="11064240" cy="694944"/>
          </a:xfrm>
          <a:prstGeom prst="rect">
            <a:avLst/>
          </a:prstGeom>
          <a:noFill/>
          <a:ln/>
        </p:spPr>
        <p:txBody>
          <a:bodyPr wrap="square" lIns="0" tIns="0" rIns="0" bIns="0" rtlCol="0" anchor="ctr"/>
          <a:lstStyle/>
          <a:p>
            <a:pPr algn="l" indent="0" marL="0">
              <a:buNone/>
            </a:pPr>
            <a:r>
              <a:rPr lang="en-US" sz="3000" dirty="0">
                <a:solidFill>
                  <a:srgbClr val="FFFFFF"/>
                </a:solidFill>
                <a:latin typeface="Galmuri14" pitchFamily="34" charset="0"/>
                <a:ea typeface="Galmuri14" pitchFamily="34" charset="-122"/>
                <a:cs typeface="Galmuri14" pitchFamily="34" charset="-120"/>
              </a:rPr>
              <a:t>기존 게임과 DIGITAL GUARD의 차이</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91672" cy="914400"/>
        </p:xfrm>
        <a:graphic>
          <a:graphicData uri="http://schemas.openxmlformats.org/drawingml/2006/table">
            <a:tbl>
              <a:tblPr/>
              <a:tblGrid>
                <a:gridCol w="1581912"/>
                <a:gridCol w="2377440"/>
                <a:gridCol w="2377440"/>
                <a:gridCol w="2377440"/>
                <a:gridCol w="2377440"/>
              </a:tblGrid>
              <a:tr h="448056">
                <a:tc>
                  <a:txBody>
                    <a:bodyPr/>
                    <a:lstStyle/>
                    <a:p>
                      <a:pPr algn="ctr" indent="0" marL="0">
                        <a:buNone/>
                      </a:pPr>
                      <a:r>
                        <a:rPr lang="ko-KR" altLang="en-US" sz="1400" b="1" dirty="0">
                          <a:solidFill>
                            <a:srgbClr val="FFFFFF"/>
                          </a:solidFill>
                          <a:latin typeface="Galmuri11" pitchFamily="34" charset="0"/>
                          <a:ea typeface="Galmuri11" pitchFamily="34" charset="-122"/>
                          <a:cs typeface="Galmuri11" pitchFamily="34" charset="-120"/>
                        </a:rPr>
                        <a:t>비교 항목</a:t>
                      </a:r>
                      <a:endParaRPr lang="ko-KR" sz="140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algn="ctr" indent="0" marL="0">
                        <a:buNone/>
                      </a:pPr>
                      <a:r>
                        <a:rPr lang="ko-KR" altLang="en-US" sz="1400" b="1" dirty="0">
                          <a:solidFill>
                            <a:srgbClr val="FFFFFF"/>
                          </a:solidFill>
                          <a:latin typeface="Galmuri11" pitchFamily="34" charset="0"/>
                          <a:ea typeface="Galmuri11" pitchFamily="34" charset="-122"/>
                          <a:cs typeface="Galmuri11" pitchFamily="34" charset="-120"/>
                        </a:rPr>
                        <a:t>Papers, Please</a:t>
                      </a:r>
                      <a:endParaRPr lang="ko-KR" sz="140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algn="ctr" indent="0" marL="0">
                        <a:buNone/>
                      </a:pPr>
                      <a:r>
                        <a:rPr lang="ko-KR" altLang="en-US" sz="1400" b="1" dirty="0">
                          <a:solidFill>
                            <a:srgbClr val="FFFFFF"/>
                          </a:solidFill>
                          <a:latin typeface="Galmuri11" pitchFamily="34" charset="0"/>
                          <a:ea typeface="Galmuri11" pitchFamily="34" charset="-122"/>
                          <a:cs typeface="Galmuri11" pitchFamily="34" charset="-120"/>
                        </a:rPr>
                        <a:t>Jigsaw Phishing Quiz</a:t>
                      </a:r>
                      <a:endParaRPr lang="ko-KR" sz="140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algn="ctr" indent="0" marL="0">
                        <a:buNone/>
                      </a:pPr>
                      <a:r>
                        <a:rPr lang="ko-KR" altLang="en-US" sz="1400" b="1" dirty="0">
                          <a:solidFill>
                            <a:srgbClr val="FFFFFF"/>
                          </a:solidFill>
                          <a:latin typeface="Galmuri11" pitchFamily="34" charset="0"/>
                          <a:ea typeface="Galmuri11" pitchFamily="34" charset="-122"/>
                          <a:cs typeface="Galmuri11" pitchFamily="34" charset="-120"/>
                        </a:rPr>
                        <a:t>CyberStart</a:t>
                      </a:r>
                      <a:endParaRPr lang="ko-KR" sz="140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3A4E7A"/>
                    </a:solidFill>
                  </a:tcPr>
                </a:tc>
                <a:tc>
                  <a:txBody>
                    <a:bodyPr/>
                    <a:lstStyle/>
                    <a:p>
                      <a:pPr algn="ctr" indent="0" marL="0">
                        <a:buNone/>
                      </a:pPr>
                      <a:r>
                        <a:rPr lang="ko-KR" altLang="en-US" sz="1400" b="1" dirty="0">
                          <a:solidFill>
                            <a:srgbClr val="22201F"/>
                          </a:solidFill>
                          <a:latin typeface="Galmuri11" pitchFamily="34" charset="0"/>
                          <a:ea typeface="Galmuri11" pitchFamily="34" charset="-122"/>
                          <a:cs typeface="Galmuri11" pitchFamily="34" charset="-120"/>
                        </a:rPr>
                        <a:t>DIGITAL GUARD</a:t>
                      </a:r>
                      <a:endParaRPr lang="ko-KR" sz="140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45C7C1"/>
                    </a:solidFill>
                  </a:tcPr>
                </a:tc>
              </a:tr>
              <a:tr h="448056">
                <a:tc>
                  <a:txBody>
                    <a:bodyPr/>
                    <a:lstStyle/>
                    <a:p>
                      <a:pPr algn="l" indent="0" marL="0">
                        <a:buNone/>
                      </a:pPr>
                      <a:r>
                        <a:rPr lang="ko-KR" altLang="en-US" sz="1350" b="1" dirty="0">
                          <a:solidFill>
                            <a:srgbClr val="FFFFFF"/>
                          </a:solidFill>
                          <a:latin typeface="Galmuri11" pitchFamily="34" charset="0"/>
                          <a:ea typeface="Galmuri11" pitchFamily="34" charset="-122"/>
                          <a:cs typeface="Galmuri11" pitchFamily="34" charset="-120"/>
                        </a:rPr>
                        <a:t>주요 장르</a:t>
                      </a:r>
                      <a:endParaRPr lang="ko-KR" sz="135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문서 심사 시뮬레이션</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피싱 판별 퀴즈</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보안 퍼즐·챌린지</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b="1" dirty="0">
                          <a:solidFill>
                            <a:srgbClr val="22201F"/>
                          </a:solidFill>
                          <a:latin typeface="맑은 고딕" pitchFamily="34" charset="0"/>
                          <a:ea typeface="맑은 고딕" pitchFamily="34" charset="-122"/>
                          <a:cs typeface="맑은 고딕" pitchFamily="34" charset="-120"/>
                        </a:rPr>
                        <a:t>모바일 심사 시뮬레이션</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48056">
                <a:tc>
                  <a:txBody>
                    <a:bodyPr/>
                    <a:lstStyle/>
                    <a:p>
                      <a:pPr algn="l" indent="0" marL="0">
                        <a:buNone/>
                      </a:pPr>
                      <a:r>
                        <a:rPr lang="ko-KR" altLang="en-US" sz="1350" b="1" dirty="0">
                          <a:solidFill>
                            <a:srgbClr val="FFFFFF"/>
                          </a:solidFill>
                          <a:latin typeface="Galmuri11" pitchFamily="34" charset="0"/>
                          <a:ea typeface="Galmuri11" pitchFamily="34" charset="-122"/>
                          <a:cs typeface="Galmuri11" pitchFamily="34" charset="-120"/>
                        </a:rPr>
                        <a:t>주요 콘텐츠</a:t>
                      </a:r>
                      <a:endParaRPr lang="ko-KR" sz="135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입국 서류·규칙 검토</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이메일 식별</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보안 과제</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b="1" dirty="0">
                          <a:solidFill>
                            <a:srgbClr val="22201F"/>
                          </a:solidFill>
                          <a:latin typeface="맑은 고딕" pitchFamily="34" charset="0"/>
                          <a:ea typeface="맑은 고딕" pitchFamily="34" charset="-122"/>
                          <a:cs typeface="맑은 고딕" pitchFamily="34" charset="-120"/>
                        </a:rPr>
                        <a:t>메시지·계정·파일·권한</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48056">
                <a:tc>
                  <a:txBody>
                    <a:bodyPr/>
                    <a:lstStyle/>
                    <a:p>
                      <a:pPr algn="l" indent="0" marL="0">
                        <a:buNone/>
                      </a:pPr>
                      <a:r>
                        <a:rPr lang="ko-KR" altLang="en-US" sz="1350" b="1" dirty="0">
                          <a:solidFill>
                            <a:srgbClr val="FFFFFF"/>
                          </a:solidFill>
                          <a:latin typeface="Galmuri11" pitchFamily="34" charset="0"/>
                          <a:ea typeface="Galmuri11" pitchFamily="34" charset="-122"/>
                          <a:cs typeface="Galmuri11" pitchFamily="34" charset="-120"/>
                        </a:rPr>
                        <a:t>정보 대조</a:t>
                      </a:r>
                      <a:endParaRPr lang="ko-KR" sz="135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핵심</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제한적 (메일 단위)</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과제별 상이</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b="1" dirty="0">
                          <a:solidFill>
                            <a:srgbClr val="22201F"/>
                          </a:solidFill>
                          <a:latin typeface="맑은 고딕" pitchFamily="34" charset="0"/>
                          <a:ea typeface="맑은 고딕" pitchFamily="34" charset="-122"/>
                          <a:cs typeface="맑은 고딕" pitchFamily="34" charset="-120"/>
                        </a:rPr>
                        <a:t>핵심 (복수 문서)</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48056">
                <a:tc>
                  <a:txBody>
                    <a:bodyPr/>
                    <a:lstStyle/>
                    <a:p>
                      <a:pPr algn="l" indent="0" marL="0">
                        <a:buNone/>
                      </a:pPr>
                      <a:r>
                        <a:rPr lang="ko-KR" altLang="en-US" sz="1350" b="1" dirty="0">
                          <a:solidFill>
                            <a:srgbClr val="FFFFFF"/>
                          </a:solidFill>
                          <a:latin typeface="Galmuri11" pitchFamily="34" charset="0"/>
                          <a:ea typeface="Galmuri11" pitchFamily="34" charset="-122"/>
                          <a:cs typeface="Galmuri11" pitchFamily="34" charset="-120"/>
                        </a:rPr>
                        <a:t>판정 방식</a:t>
                      </a:r>
                      <a:endParaRPr lang="ko-KR" sz="135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승인·거부</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정상·피싱 분류</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과제별 상이</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b="1" dirty="0">
                          <a:solidFill>
                            <a:srgbClr val="22201F"/>
                          </a:solidFill>
                          <a:latin typeface="맑은 고딕" pitchFamily="34" charset="0"/>
                          <a:ea typeface="맑은 고딕" pitchFamily="34" charset="-122"/>
                          <a:cs typeface="맑은 고딕" pitchFamily="34" charset="-120"/>
                        </a:rPr>
                        <a:t>승인·거부·추가 확인</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48056">
                <a:tc>
                  <a:txBody>
                    <a:bodyPr/>
                    <a:lstStyle/>
                    <a:p>
                      <a:pPr algn="l" indent="0" marL="0">
                        <a:buNone/>
                      </a:pPr>
                      <a:r>
                        <a:rPr lang="ko-KR" altLang="en-US" sz="1350" b="1" dirty="0">
                          <a:solidFill>
                            <a:srgbClr val="FFFFFF"/>
                          </a:solidFill>
                          <a:latin typeface="Galmuri11" pitchFamily="34" charset="0"/>
                          <a:ea typeface="Galmuri11" pitchFamily="34" charset="-122"/>
                          <a:cs typeface="Galmuri11" pitchFamily="34" charset="-120"/>
                        </a:rPr>
                        <a:t>피드백 시점</a:t>
                      </a:r>
                      <a:endParaRPr lang="ko-KR" sz="135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하루가 끝난 뒤 결과</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문항마다 즉시</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과제별 상이</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b="1" dirty="0">
                          <a:solidFill>
                            <a:srgbClr val="22201F"/>
                          </a:solidFill>
                          <a:latin typeface="맑은 고딕" pitchFamily="34" charset="0"/>
                          <a:ea typeface="맑은 고딕" pitchFamily="34" charset="-122"/>
                          <a:cs typeface="맑은 고딕" pitchFamily="34" charset="-120"/>
                        </a:rPr>
                        <a:t>근무가 끝난 뒤 해설</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48056">
                <a:tc>
                  <a:txBody>
                    <a:bodyPr/>
                    <a:lstStyle/>
                    <a:p>
                      <a:pPr algn="l" indent="0" marL="0">
                        <a:buNone/>
                      </a:pPr>
                      <a:r>
                        <a:rPr lang="ko-KR" altLang="en-US" sz="1350" b="1" dirty="0">
                          <a:solidFill>
                            <a:srgbClr val="FFFFFF"/>
                          </a:solidFill>
                          <a:latin typeface="Galmuri11" pitchFamily="34" charset="0"/>
                          <a:ea typeface="Galmuri11" pitchFamily="34" charset="-122"/>
                          <a:cs typeface="Galmuri11" pitchFamily="34" charset="-120"/>
                        </a:rPr>
                        <a:t>대상 및 목적</a:t>
                      </a:r>
                      <a:endParaRPr lang="ko-KR" sz="135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성인 중심 서사 시뮬레이션</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일반 이용자 피싱 인식</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학생 대상 보안 기술 학습</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b="1" dirty="0">
                          <a:solidFill>
                            <a:srgbClr val="22201F"/>
                          </a:solidFill>
                          <a:latin typeface="맑은 고딕" pitchFamily="34" charset="0"/>
                          <a:ea typeface="맑은 고딕" pitchFamily="34" charset="-122"/>
                          <a:cs typeface="맑은 고딕" pitchFamily="34" charset="-120"/>
                        </a:rPr>
                        <a:t>전연령 디지털 안전 판단</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48056">
                <a:tc>
                  <a:txBody>
                    <a:bodyPr/>
                    <a:lstStyle/>
                    <a:p>
                      <a:pPr algn="l" indent="0" marL="0">
                        <a:buNone/>
                      </a:pPr>
                      <a:r>
                        <a:rPr lang="ko-KR" altLang="en-US" sz="1350" b="1" dirty="0">
                          <a:solidFill>
                            <a:srgbClr val="FFFFFF"/>
                          </a:solidFill>
                          <a:latin typeface="Galmuri11" pitchFamily="34" charset="0"/>
                          <a:ea typeface="Galmuri11" pitchFamily="34" charset="-122"/>
                          <a:cs typeface="Galmuri11" pitchFamily="34" charset="-120"/>
                        </a:rPr>
                        <a:t>모바일 UX</a:t>
                      </a:r>
                      <a:endParaRPr lang="ko-KR" sz="135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공식 모바일 (2022, 세로)</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웹 브라우저 퀴즈</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웹 기반</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F2EBD9"/>
                    </a:solidFill>
                  </a:tcPr>
                </a:tc>
                <a:tc>
                  <a:txBody>
                    <a:bodyPr/>
                    <a:lstStyle/>
                    <a:p>
                      <a:pPr algn="ctr" indent="0" marL="0">
                        <a:buNone/>
                      </a:pPr>
                      <a:r>
                        <a:rPr lang="ko-KR" altLang="en-US" sz="1350" b="1" dirty="0">
                          <a:solidFill>
                            <a:srgbClr val="22201F"/>
                          </a:solidFill>
                          <a:latin typeface="맑은 고딕" pitchFamily="34" charset="0"/>
                          <a:ea typeface="맑은 고딕" pitchFamily="34" charset="-122"/>
                          <a:cs typeface="맑은 고딕" pitchFamily="34" charset="-120"/>
                        </a:rPr>
                        <a:t>세로 화면·터치 조작 지향</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r h="448056">
                <a:tc>
                  <a:txBody>
                    <a:bodyPr/>
                    <a:lstStyle/>
                    <a:p>
                      <a:pPr algn="l" indent="0" marL="0">
                        <a:buNone/>
                      </a:pPr>
                      <a:r>
                        <a:rPr lang="ko-KR" altLang="en-US" sz="1350" b="1" dirty="0">
                          <a:solidFill>
                            <a:srgbClr val="FFFFFF"/>
                          </a:solidFill>
                          <a:latin typeface="Galmuri11" pitchFamily="34" charset="0"/>
                          <a:ea typeface="Galmuri11" pitchFamily="34" charset="-122"/>
                          <a:cs typeface="Galmuri11" pitchFamily="34" charset="-120"/>
                        </a:rPr>
                        <a:t>서비스 상태</a:t>
                      </a:r>
                      <a:endParaRPr lang="ko-KR" sz="1350" dirty="0">
                        <a:latin typeface="Galmuri11" charset="0"/>
                        <a:ea typeface="Galmuri11" charset="0"/>
                        <a:cs typeface="Galmuri11"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1F2A4A"/>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PC·모바일 출시</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2019년 웹 공개</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dirty="0">
                          <a:solidFill>
                            <a:srgbClr val="22201F"/>
                          </a:solidFill>
                          <a:latin typeface="맑은 고딕" pitchFamily="34" charset="0"/>
                          <a:ea typeface="맑은 고딕" pitchFamily="34" charset="-122"/>
                          <a:cs typeface="맑은 고딕" pitchFamily="34" charset="-120"/>
                        </a:rPr>
                        <a:t>2024년 종료</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E3D7BC"/>
                    </a:solidFill>
                  </a:tcPr>
                </a:tc>
                <a:tc>
                  <a:txBody>
                    <a:bodyPr/>
                    <a:lstStyle/>
                    <a:p>
                      <a:pPr algn="ctr" indent="0" marL="0">
                        <a:buNone/>
                      </a:pPr>
                      <a:r>
                        <a:rPr lang="ko-KR" altLang="en-US" sz="1350" b="1" dirty="0">
                          <a:solidFill>
                            <a:srgbClr val="22201F"/>
                          </a:solidFill>
                          <a:latin typeface="맑은 고딕" pitchFamily="34" charset="0"/>
                          <a:ea typeface="맑은 고딕" pitchFamily="34" charset="-122"/>
                          <a:cs typeface="맑은 고딕" pitchFamily="34" charset="-120"/>
                        </a:rPr>
                        <a:t>기획 단계 · HTML 시제품</a:t>
                      </a:r>
                      <a:endParaRPr lang="ko-KR" sz="1350" dirty="0">
                        <a:latin typeface="맑은 고딕" charset="0"/>
                        <a:ea typeface="맑은 고딕" charset="0"/>
                        <a:cs typeface="맑은 고딕" charset="0"/>
                      </a:endParaRPr>
                    </a:p>
                  </a:txBody>
                  <a:tcPr marL="76200" marR="76200" marT="25400" marB="25400" anchor="ctr">
                    <a:lnL w="25400" cap="flat" cmpd="sng" algn="ctr">
                      <a:solidFill>
                        <a:srgbClr val="0F1426"/>
                      </a:solidFill>
                      <a:prstDash val="solid"/>
                      <a:round/>
                      <a:headEnd type="none" w="med" len="med"/>
                      <a:tailEnd type="none" w="med" len="med"/>
                    </a:lnL>
                    <a:lnR w="25400" cap="flat" cmpd="sng" algn="ctr">
                      <a:solidFill>
                        <a:srgbClr val="0F1426"/>
                      </a:solidFill>
                      <a:prstDash val="solid"/>
                      <a:round/>
                      <a:headEnd type="none" w="med" len="med"/>
                      <a:tailEnd type="none" w="med" len="med"/>
                    </a:lnR>
                    <a:lnT w="25400" cap="flat" cmpd="sng" algn="ctr">
                      <a:solidFill>
                        <a:srgbClr val="0F1426"/>
                      </a:solidFill>
                      <a:prstDash val="solid"/>
                      <a:round/>
                      <a:headEnd type="none" w="med" len="med"/>
                      <a:tailEnd type="none" w="med" len="med"/>
                    </a:lnT>
                    <a:lnB w="25400" cap="flat" cmpd="sng" algn="ctr">
                      <a:solidFill>
                        <a:srgbClr val="0F1426"/>
                      </a:solidFill>
                      <a:prstDash val="solid"/>
                      <a:round/>
                      <a:headEnd type="none" w="med" len="med"/>
                      <a:tailEnd type="none" w="med" len="med"/>
                    </a:lnB>
                    <a:solidFill>
                      <a:srgbClr val="9BE3DF"/>
                    </a:solidFill>
                  </a:tcPr>
                </a:tc>
              </a:tr>
            </a:tbl>
          </a:graphicData>
        </a:graphic>
      </p:graphicFrame>
      <p:pic>
        <p:nvPicPr>
          <p:cNvPr id="4" name="Image 0" descr="preencoded.png">    </p:cNvPr>
          <p:cNvPicPr>
            <a:picLocks noChangeAspect="1"/>
          </p:cNvPicPr>
          <p:nvPr/>
        </p:nvPicPr>
        <p:blipFill>
          <a:blip r:embed="rId1"/>
          <a:stretch>
            <a:fillRect/>
          </a:stretch>
        </p:blipFill>
        <p:spPr>
          <a:xfrm>
            <a:off x="548640" y="5358384"/>
            <a:ext cx="365760" cy="365760"/>
          </a:xfrm>
          <a:prstGeom prst="rect">
            <a:avLst/>
          </a:prstGeom>
        </p:spPr>
      </p:pic>
      <p:sp>
        <p:nvSpPr>
          <p:cNvPr id="5" name="Text 1"/>
          <p:cNvSpPr txBox="1"/>
          <p:nvPr/>
        </p:nvSpPr>
        <p:spPr>
          <a:xfrm>
            <a:off x="1051560" y="5303520"/>
            <a:ext cx="10607040" cy="475488"/>
          </a:xfrm>
          <a:prstGeom prst="rect">
            <a:avLst/>
          </a:prstGeom>
          <a:noFill/>
          <a:ln/>
        </p:spPr>
        <p:txBody>
          <a:bodyPr wrap="square" lIns="0" tIns="0" rIns="0" bIns="0" rtlCol="0" anchor="ctr"/>
          <a:lstStyle/>
          <a:p>
            <a:pPr indent="0" marL="0">
              <a:buNone/>
            </a:pPr>
            <a:r>
              <a:rPr lang="ko-KR" altLang="en-US" sz="1700" b="1" dirty="0">
                <a:solidFill>
                  <a:srgbClr val="FFFFFF"/>
                </a:solidFill>
                <a:latin typeface="Galmuri11" pitchFamily="34" charset="0"/>
                <a:ea typeface="Galmuri11" pitchFamily="34" charset="-122"/>
                <a:cs typeface="Galmuri11" pitchFamily="34" charset="-120"/>
              </a:rPr>
              <a:t>핵심 차별점 — 복수 문서 대조 × 3단 판정 × 세로형 터치 UX를 모든 세대의 디지털 안전 판단에 결합</a:t>
            </a:r>
            <a:endParaRPr lang="ko-KR" sz="1700" dirty="0"/>
          </a:p>
        </p:txBody>
      </p:sp>
      <p:sp>
        <p:nvSpPr>
          <p:cNvPr id="6" name="Text 2"/>
          <p:cNvSpPr txBox="1"/>
          <p:nvPr/>
        </p:nvSpPr>
        <p:spPr>
          <a:xfrm>
            <a:off x="548640" y="5870448"/>
            <a:ext cx="11064240" cy="530352"/>
          </a:xfrm>
          <a:prstGeom prst="rect">
            <a:avLst/>
          </a:prstGeom>
          <a:noFill/>
          <a:ln/>
        </p:spPr>
        <p:txBody>
          <a:bodyPr wrap="square" lIns="0" tIns="0" rIns="0" bIns="0" rtlCol="0" anchor="t"/>
          <a:lstStyle/>
          <a:p>
            <a:pPr indent="0" marL="0">
              <a:buNone/>
            </a:pPr>
            <a:r>
              <a:rPr lang="ko-KR" altLang="en-US" sz="950" dirty="0">
                <a:solidFill>
                  <a:srgbClr val="8197B5"/>
                </a:solidFill>
                <a:latin typeface="맑은 고딕" pitchFamily="34" charset="0"/>
                <a:ea typeface="맑은 고딕" pitchFamily="34" charset="-122"/>
                <a:cs typeface="맑은 고딕" pitchFamily="34" charset="-120"/>
              </a:rPr>
              <a:t>※ 공식 정보·보도 자료를 바탕으로 한 비교이며, 각 제품의 모든 기능을 직접 검증한 결과는 아님. DIGITAL GUARD 열은 기획 목표.</a:t>
            </a:r>
            <a:endParaRPr lang="ko-KR" sz="950" dirty="0"/>
          </a:p>
          <a:p>
            <a:pPr indent="0" marL="0">
              <a:buNone/>
            </a:pPr>
            <a:r>
              <a:rPr lang="ko-KR" altLang="en-US" sz="950" dirty="0">
                <a:solidFill>
                  <a:srgbClr val="8197B5"/>
                </a:solidFill>
                <a:latin typeface="맑은 고딕" pitchFamily="34" charset="0"/>
                <a:ea typeface="맑은 고딕" pitchFamily="34" charset="-122"/>
                <a:cs typeface="맑은 고딕" pitchFamily="34" charset="-120"/>
              </a:rPr>
              <a:t>출처: Pocket Gamer(2022.07), Dark Reading(2019.01.23), HackerDNA(2026) — 세부 URL은 슬라이드 노트 참고. 2026년 10월 조사.</a:t>
            </a:r>
            <a:endParaRPr lang="ko-KR" sz="9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9184"/>
            <a:ext cx="11064240" cy="694944"/>
          </a:xfrm>
          <a:prstGeom prst="rect">
            <a:avLst/>
          </a:prstGeom>
          <a:noFill/>
          <a:ln/>
        </p:spPr>
        <p:txBody>
          <a:bodyPr wrap="square" lIns="0" tIns="0" rIns="0" bIns="0" rtlCol="0" anchor="ctr"/>
          <a:lstStyle/>
          <a:p>
            <a:pPr algn="l" indent="0" marL="0">
              <a:buNone/>
            </a:pPr>
            <a:r>
              <a:rPr lang="en-US" sz="3000" dirty="0">
                <a:solidFill>
                  <a:srgbClr val="FFFFFF"/>
                </a:solidFill>
                <a:latin typeface="Galmuri14" pitchFamily="34" charset="0"/>
                <a:ea typeface="Galmuri14" pitchFamily="34" charset="-122"/>
                <a:cs typeface="Galmuri14" pitchFamily="34" charset="-120"/>
              </a:rPr>
              <a:t>퀴즈를 넘어, 판단하는 게임으로</a:t>
            </a:r>
            <a:endParaRPr lang="en-US" sz="3000" dirty="0"/>
          </a:p>
        </p:txBody>
      </p:sp>
      <p:sp>
        <p:nvSpPr>
          <p:cNvPr id="3" name="Shape 1"/>
          <p:cNvSpPr/>
          <p:nvPr/>
        </p:nvSpPr>
        <p:spPr>
          <a:xfrm>
            <a:off x="4480560" y="2148840"/>
            <a:ext cx="1615745" cy="1051560"/>
          </a:xfrm>
          <a:prstGeom prst="line">
            <a:avLst/>
          </a:prstGeom>
          <a:noFill/>
          <a:ln w="19050">
            <a:solidFill>
              <a:srgbClr val="45C7C1"/>
            </a:solidFill>
            <a:prstDash val="sysDash"/>
          </a:ln>
        </p:spPr>
      </p:sp>
      <p:sp>
        <p:nvSpPr>
          <p:cNvPr id="4" name="Shape 2"/>
          <p:cNvSpPr/>
          <p:nvPr/>
        </p:nvSpPr>
        <p:spPr>
          <a:xfrm flipV="1">
            <a:off x="6096305" y="2148840"/>
            <a:ext cx="1612087" cy="1051560"/>
          </a:xfrm>
          <a:prstGeom prst="line">
            <a:avLst/>
          </a:prstGeom>
          <a:noFill/>
          <a:ln w="19050">
            <a:solidFill>
              <a:srgbClr val="45C7C1"/>
            </a:solidFill>
            <a:prstDash val="sysDash"/>
          </a:ln>
        </p:spPr>
      </p:sp>
      <p:sp>
        <p:nvSpPr>
          <p:cNvPr id="5" name="Shape 3"/>
          <p:cNvSpPr/>
          <p:nvPr/>
        </p:nvSpPr>
        <p:spPr>
          <a:xfrm flipV="1">
            <a:off x="4480560" y="3200400"/>
            <a:ext cx="1615745" cy="1005840"/>
          </a:xfrm>
          <a:prstGeom prst="line">
            <a:avLst/>
          </a:prstGeom>
          <a:noFill/>
          <a:ln w="19050">
            <a:solidFill>
              <a:srgbClr val="45C7C1"/>
            </a:solidFill>
            <a:prstDash val="sysDash"/>
          </a:ln>
        </p:spPr>
      </p:sp>
      <p:sp>
        <p:nvSpPr>
          <p:cNvPr id="6" name="Shape 4"/>
          <p:cNvSpPr/>
          <p:nvPr/>
        </p:nvSpPr>
        <p:spPr>
          <a:xfrm>
            <a:off x="6096305" y="3200400"/>
            <a:ext cx="1612087" cy="1005840"/>
          </a:xfrm>
          <a:prstGeom prst="line">
            <a:avLst/>
          </a:prstGeom>
          <a:noFill/>
          <a:ln w="19050">
            <a:solidFill>
              <a:srgbClr val="45C7C1"/>
            </a:solidFill>
            <a:prstDash val="sysDash"/>
          </a:ln>
        </p:spPr>
      </p:sp>
      <p:sp>
        <p:nvSpPr>
          <p:cNvPr id="7" name="Shape 5"/>
          <p:cNvSpPr/>
          <p:nvPr/>
        </p:nvSpPr>
        <p:spPr>
          <a:xfrm>
            <a:off x="4871009" y="1975104"/>
            <a:ext cx="2651760" cy="2651760"/>
          </a:xfrm>
          <a:prstGeom prst="rect">
            <a:avLst/>
          </a:prstGeom>
          <a:solidFill>
            <a:srgbClr val="151C33"/>
          </a:solidFill>
          <a:ln/>
        </p:spPr>
      </p:sp>
      <p:sp>
        <p:nvSpPr>
          <p:cNvPr id="8" name="Shape 6"/>
          <p:cNvSpPr/>
          <p:nvPr/>
        </p:nvSpPr>
        <p:spPr>
          <a:xfrm>
            <a:off x="4770425" y="1874520"/>
            <a:ext cx="2651760" cy="2651760"/>
          </a:xfrm>
          <a:prstGeom prst="rect">
            <a:avLst/>
          </a:prstGeom>
          <a:solidFill>
            <a:srgbClr val="45C7C1"/>
          </a:solidFill>
          <a:ln/>
        </p:spPr>
      </p:sp>
      <p:sp>
        <p:nvSpPr>
          <p:cNvPr id="9" name="Shape 7"/>
          <p:cNvSpPr/>
          <p:nvPr/>
        </p:nvSpPr>
        <p:spPr>
          <a:xfrm>
            <a:off x="4820717" y="1924812"/>
            <a:ext cx="2551176" cy="2551176"/>
          </a:xfrm>
          <a:prstGeom prst="rect">
            <a:avLst/>
          </a:prstGeom>
          <a:solidFill>
            <a:srgbClr val="0B0F1E"/>
          </a:solidFill>
          <a:ln/>
        </p:spPr>
      </p:sp>
      <p:sp>
        <p:nvSpPr>
          <p:cNvPr id="10" name="Shape 8"/>
          <p:cNvSpPr/>
          <p:nvPr/>
        </p:nvSpPr>
        <p:spPr>
          <a:xfrm>
            <a:off x="4770425" y="1874520"/>
            <a:ext cx="50292" cy="50292"/>
          </a:xfrm>
          <a:prstGeom prst="rect">
            <a:avLst/>
          </a:prstGeom>
          <a:solidFill>
            <a:srgbClr val="0F1426"/>
          </a:solidFill>
          <a:ln/>
        </p:spPr>
      </p:sp>
      <p:sp>
        <p:nvSpPr>
          <p:cNvPr id="11" name="Shape 9"/>
          <p:cNvSpPr/>
          <p:nvPr/>
        </p:nvSpPr>
        <p:spPr>
          <a:xfrm>
            <a:off x="7371893" y="1874520"/>
            <a:ext cx="50292" cy="50292"/>
          </a:xfrm>
          <a:prstGeom prst="rect">
            <a:avLst/>
          </a:prstGeom>
          <a:solidFill>
            <a:srgbClr val="0F1426"/>
          </a:solidFill>
          <a:ln/>
        </p:spPr>
      </p:sp>
      <p:sp>
        <p:nvSpPr>
          <p:cNvPr id="12" name="Shape 10"/>
          <p:cNvSpPr/>
          <p:nvPr/>
        </p:nvSpPr>
        <p:spPr>
          <a:xfrm>
            <a:off x="4770425" y="4475988"/>
            <a:ext cx="50292" cy="50292"/>
          </a:xfrm>
          <a:prstGeom prst="rect">
            <a:avLst/>
          </a:prstGeom>
          <a:solidFill>
            <a:srgbClr val="0F1426"/>
          </a:solidFill>
          <a:ln/>
        </p:spPr>
      </p:sp>
      <p:sp>
        <p:nvSpPr>
          <p:cNvPr id="13" name="Shape 11"/>
          <p:cNvSpPr/>
          <p:nvPr/>
        </p:nvSpPr>
        <p:spPr>
          <a:xfrm>
            <a:off x="7371893" y="4475988"/>
            <a:ext cx="50292" cy="50292"/>
          </a:xfrm>
          <a:prstGeom prst="rect">
            <a:avLst/>
          </a:prstGeom>
          <a:solidFill>
            <a:srgbClr val="0F1426"/>
          </a:solidFill>
          <a:ln/>
        </p:spPr>
      </p:sp>
      <p:pic>
        <p:nvPicPr>
          <p:cNvPr id="14" name="Image 0" descr="도트 보안관">    </p:cNvPr>
          <p:cNvPicPr>
            <a:picLocks noChangeAspect="1"/>
          </p:cNvPicPr>
          <p:nvPr/>
        </p:nvPicPr>
        <p:blipFill>
          <a:blip r:embed="rId1"/>
          <a:stretch>
            <a:fillRect/>
          </a:stretch>
        </p:blipFill>
        <p:spPr>
          <a:xfrm>
            <a:off x="5639105" y="2057400"/>
            <a:ext cx="914400" cy="914400"/>
          </a:xfrm>
          <a:prstGeom prst="rect">
            <a:avLst/>
          </a:prstGeom>
        </p:spPr>
      </p:pic>
      <p:sp>
        <p:nvSpPr>
          <p:cNvPr id="15" name="Text 12"/>
          <p:cNvSpPr txBox="1"/>
          <p:nvPr/>
        </p:nvSpPr>
        <p:spPr>
          <a:xfrm>
            <a:off x="4999025" y="3090672"/>
            <a:ext cx="2194560" cy="777240"/>
          </a:xfrm>
          <a:prstGeom prst="rect">
            <a:avLst/>
          </a:prstGeom>
          <a:noFill/>
          <a:ln/>
        </p:spPr>
        <p:txBody>
          <a:bodyPr wrap="square" lIns="0" tIns="0" rIns="0" bIns="0" rtlCol="0" anchor="t"/>
          <a:lstStyle/>
          <a:p>
            <a:pPr algn="ctr" indent="0" marL="0">
              <a:lnSpc>
                <a:spcPct val="95000"/>
              </a:lnSpc>
              <a:buNone/>
            </a:pPr>
            <a:r>
              <a:rPr lang="ko-KR" altLang="en-US" sz="2100" dirty="0">
                <a:solidFill>
                  <a:srgbClr val="FFFFFF"/>
                </a:solidFill>
                <a:latin typeface="Galmuri14" pitchFamily="34" charset="0"/>
                <a:ea typeface="Galmuri14" pitchFamily="34" charset="-122"/>
                <a:cs typeface="Galmuri14" pitchFamily="34" charset="-120"/>
              </a:rPr>
              <a:t>DIGITAL</a:t>
            </a:r>
            <a:endParaRPr lang="ko-KR" sz="2100" dirty="0"/>
          </a:p>
          <a:p>
            <a:pPr algn="ctr" indent="0" marL="0">
              <a:lnSpc>
                <a:spcPct val="95000"/>
              </a:lnSpc>
              <a:buNone/>
            </a:pPr>
            <a:r>
              <a:rPr lang="ko-KR" altLang="en-US" sz="2100" dirty="0">
                <a:solidFill>
                  <a:srgbClr val="FFFFFF"/>
                </a:solidFill>
                <a:latin typeface="Galmuri14" pitchFamily="34" charset="0"/>
                <a:ea typeface="Galmuri14" pitchFamily="34" charset="-122"/>
                <a:cs typeface="Galmuri14" pitchFamily="34" charset="-120"/>
              </a:rPr>
              <a:t>GUARD</a:t>
            </a:r>
            <a:endParaRPr lang="ko-KR" sz="2100" dirty="0"/>
          </a:p>
        </p:txBody>
      </p:sp>
      <p:sp>
        <p:nvSpPr>
          <p:cNvPr id="16" name="Text 13"/>
          <p:cNvSpPr txBox="1"/>
          <p:nvPr/>
        </p:nvSpPr>
        <p:spPr>
          <a:xfrm>
            <a:off x="4999025" y="3913632"/>
            <a:ext cx="2194560" cy="274320"/>
          </a:xfrm>
          <a:prstGeom prst="rect">
            <a:avLst/>
          </a:prstGeom>
          <a:noFill/>
          <a:ln/>
        </p:spPr>
        <p:txBody>
          <a:bodyPr wrap="square" lIns="0" tIns="0" rIns="0" bIns="0" rtlCol="0" anchor="t"/>
          <a:lstStyle/>
          <a:p>
            <a:pPr algn="ctr" indent="0" marL="0">
              <a:buNone/>
            </a:pPr>
            <a:r>
              <a:rPr lang="ko-KR" altLang="en-US" sz="1100" dirty="0">
                <a:solidFill>
                  <a:srgbClr val="45C7C1"/>
                </a:solidFill>
                <a:latin typeface="Galmuri11" pitchFamily="34" charset="0"/>
                <a:ea typeface="Galmuri11" pitchFamily="34" charset="-122"/>
                <a:cs typeface="Galmuri11" pitchFamily="34" charset="-120"/>
              </a:rPr>
              <a:t>모바일 심사 시뮬레이션</a:t>
            </a:r>
            <a:endParaRPr lang="ko-KR" sz="1100" dirty="0"/>
          </a:p>
        </p:txBody>
      </p:sp>
      <p:sp>
        <p:nvSpPr>
          <p:cNvPr id="17" name="diff-01"/>
          <p:cNvSpPr/>
          <p:nvPr/>
        </p:nvSpPr>
        <p:spPr>
          <a:xfrm>
            <a:off x="548640" y="1234440"/>
            <a:ext cx="3931920" cy="1828800"/>
          </a:xfrm>
          <a:prstGeom prst="rect">
            <a:avLst/>
          </a:prstGeom>
          <a:solidFill>
            <a:srgbClr val="3A4E7A"/>
          </a:solidFill>
          <a:ln/>
        </p:spPr>
      </p:sp>
      <p:sp>
        <p:nvSpPr>
          <p:cNvPr id="18" name="Shape 15"/>
          <p:cNvSpPr/>
          <p:nvPr/>
        </p:nvSpPr>
        <p:spPr>
          <a:xfrm>
            <a:off x="598932" y="1284732"/>
            <a:ext cx="3831336" cy="1728216"/>
          </a:xfrm>
          <a:prstGeom prst="rect">
            <a:avLst/>
          </a:prstGeom>
          <a:solidFill>
            <a:srgbClr val="1F2A4A"/>
          </a:solidFill>
          <a:ln/>
        </p:spPr>
      </p:sp>
      <p:sp>
        <p:nvSpPr>
          <p:cNvPr id="19" name="Shape 16"/>
          <p:cNvSpPr/>
          <p:nvPr/>
        </p:nvSpPr>
        <p:spPr>
          <a:xfrm>
            <a:off x="548640" y="1234440"/>
            <a:ext cx="50292" cy="50292"/>
          </a:xfrm>
          <a:prstGeom prst="rect">
            <a:avLst/>
          </a:prstGeom>
          <a:solidFill>
            <a:srgbClr val="0F1426"/>
          </a:solidFill>
          <a:ln/>
        </p:spPr>
      </p:sp>
      <p:sp>
        <p:nvSpPr>
          <p:cNvPr id="20" name="Shape 17"/>
          <p:cNvSpPr/>
          <p:nvPr/>
        </p:nvSpPr>
        <p:spPr>
          <a:xfrm>
            <a:off x="4430268" y="1234440"/>
            <a:ext cx="50292" cy="50292"/>
          </a:xfrm>
          <a:prstGeom prst="rect">
            <a:avLst/>
          </a:prstGeom>
          <a:solidFill>
            <a:srgbClr val="0F1426"/>
          </a:solidFill>
          <a:ln/>
        </p:spPr>
      </p:sp>
      <p:sp>
        <p:nvSpPr>
          <p:cNvPr id="21" name="Shape 18"/>
          <p:cNvSpPr/>
          <p:nvPr/>
        </p:nvSpPr>
        <p:spPr>
          <a:xfrm>
            <a:off x="548640" y="3012948"/>
            <a:ext cx="50292" cy="50292"/>
          </a:xfrm>
          <a:prstGeom prst="rect">
            <a:avLst/>
          </a:prstGeom>
          <a:solidFill>
            <a:srgbClr val="0F1426"/>
          </a:solidFill>
          <a:ln/>
        </p:spPr>
      </p:sp>
      <p:sp>
        <p:nvSpPr>
          <p:cNvPr id="22" name="Shape 19"/>
          <p:cNvSpPr/>
          <p:nvPr/>
        </p:nvSpPr>
        <p:spPr>
          <a:xfrm>
            <a:off x="4430268" y="3012948"/>
            <a:ext cx="50292" cy="50292"/>
          </a:xfrm>
          <a:prstGeom prst="rect">
            <a:avLst/>
          </a:prstGeom>
          <a:solidFill>
            <a:srgbClr val="0F1426"/>
          </a:solidFill>
          <a:ln/>
        </p:spPr>
      </p:sp>
      <p:sp>
        <p:nvSpPr>
          <p:cNvPr id="23" name="Shape 20"/>
          <p:cNvSpPr/>
          <p:nvPr/>
        </p:nvSpPr>
        <p:spPr>
          <a:xfrm>
            <a:off x="822960" y="1527048"/>
            <a:ext cx="749808" cy="749808"/>
          </a:xfrm>
          <a:prstGeom prst="rect">
            <a:avLst/>
          </a:prstGeom>
          <a:solidFill>
            <a:srgbClr val="22201F"/>
          </a:solidFill>
          <a:ln/>
        </p:spPr>
      </p:sp>
      <p:sp>
        <p:nvSpPr>
          <p:cNvPr id="24" name="Shape 21"/>
          <p:cNvSpPr/>
          <p:nvPr/>
        </p:nvSpPr>
        <p:spPr>
          <a:xfrm>
            <a:off x="873252" y="1577340"/>
            <a:ext cx="649224" cy="649224"/>
          </a:xfrm>
          <a:prstGeom prst="rect">
            <a:avLst/>
          </a:prstGeom>
          <a:solidFill>
            <a:srgbClr val="45C7C1"/>
          </a:solidFill>
          <a:ln/>
        </p:spPr>
      </p:sp>
      <p:sp>
        <p:nvSpPr>
          <p:cNvPr id="25" name="Shape 22"/>
          <p:cNvSpPr/>
          <p:nvPr/>
        </p:nvSpPr>
        <p:spPr>
          <a:xfrm>
            <a:off x="822960" y="1527048"/>
            <a:ext cx="50292" cy="50292"/>
          </a:xfrm>
          <a:prstGeom prst="rect">
            <a:avLst/>
          </a:prstGeom>
          <a:solidFill>
            <a:srgbClr val="1F2A4A"/>
          </a:solidFill>
          <a:ln/>
        </p:spPr>
      </p:sp>
      <p:sp>
        <p:nvSpPr>
          <p:cNvPr id="26" name="Shape 23"/>
          <p:cNvSpPr/>
          <p:nvPr/>
        </p:nvSpPr>
        <p:spPr>
          <a:xfrm>
            <a:off x="1522476" y="1527048"/>
            <a:ext cx="50292" cy="50292"/>
          </a:xfrm>
          <a:prstGeom prst="rect">
            <a:avLst/>
          </a:prstGeom>
          <a:solidFill>
            <a:srgbClr val="1F2A4A"/>
          </a:solidFill>
          <a:ln/>
        </p:spPr>
      </p:sp>
      <p:sp>
        <p:nvSpPr>
          <p:cNvPr id="27" name="Shape 24"/>
          <p:cNvSpPr/>
          <p:nvPr/>
        </p:nvSpPr>
        <p:spPr>
          <a:xfrm>
            <a:off x="822960" y="2226564"/>
            <a:ext cx="50292" cy="50292"/>
          </a:xfrm>
          <a:prstGeom prst="rect">
            <a:avLst/>
          </a:prstGeom>
          <a:solidFill>
            <a:srgbClr val="1F2A4A"/>
          </a:solidFill>
          <a:ln/>
        </p:spPr>
      </p:sp>
      <p:sp>
        <p:nvSpPr>
          <p:cNvPr id="28" name="Shape 25"/>
          <p:cNvSpPr/>
          <p:nvPr/>
        </p:nvSpPr>
        <p:spPr>
          <a:xfrm>
            <a:off x="1522476" y="2226564"/>
            <a:ext cx="50292" cy="50292"/>
          </a:xfrm>
          <a:prstGeom prst="rect">
            <a:avLst/>
          </a:prstGeom>
          <a:solidFill>
            <a:srgbClr val="1F2A4A"/>
          </a:solidFill>
          <a:ln/>
        </p:spPr>
      </p:sp>
      <p:pic>
        <p:nvPicPr>
          <p:cNvPr id="29" name="Image 1" descr="preencoded.png">    </p:cNvPr>
          <p:cNvPicPr>
            <a:picLocks noChangeAspect="1"/>
          </p:cNvPicPr>
          <p:nvPr/>
        </p:nvPicPr>
        <p:blipFill>
          <a:blip r:embed="rId2"/>
          <a:stretch>
            <a:fillRect/>
          </a:stretch>
        </p:blipFill>
        <p:spPr>
          <a:xfrm>
            <a:off x="987918" y="1692006"/>
            <a:ext cx="419892" cy="419892"/>
          </a:xfrm>
          <a:prstGeom prst="rect">
            <a:avLst/>
          </a:prstGeom>
        </p:spPr>
      </p:pic>
      <p:sp>
        <p:nvSpPr>
          <p:cNvPr id="30" name="Text 26"/>
          <p:cNvSpPr txBox="1"/>
          <p:nvPr/>
        </p:nvSpPr>
        <p:spPr>
          <a:xfrm>
            <a:off x="1755648" y="1490472"/>
            <a:ext cx="731520" cy="320040"/>
          </a:xfrm>
          <a:prstGeom prst="rect">
            <a:avLst/>
          </a:prstGeom>
          <a:noFill/>
          <a:ln/>
        </p:spPr>
        <p:txBody>
          <a:bodyPr wrap="square" lIns="0" tIns="0" rIns="0" bIns="0" rtlCol="0" anchor="t"/>
          <a:lstStyle/>
          <a:p>
            <a:pPr indent="0" marL="0">
              <a:buNone/>
            </a:pPr>
            <a:r>
              <a:rPr lang="ko-KR" altLang="en-US" sz="1600" dirty="0">
                <a:solidFill>
                  <a:srgbClr val="F7D84A"/>
                </a:solidFill>
                <a:latin typeface="Galmuri14" pitchFamily="34" charset="0"/>
                <a:ea typeface="Galmuri14" pitchFamily="34" charset="-122"/>
                <a:cs typeface="Galmuri14" pitchFamily="34" charset="-120"/>
              </a:rPr>
              <a:t>01</a:t>
            </a:r>
            <a:endParaRPr lang="ko-KR" sz="1600" dirty="0"/>
          </a:p>
        </p:txBody>
      </p:sp>
      <p:sp>
        <p:nvSpPr>
          <p:cNvPr id="31" name="Text 27"/>
          <p:cNvSpPr txBox="1"/>
          <p:nvPr/>
        </p:nvSpPr>
        <p:spPr>
          <a:xfrm>
            <a:off x="1755648" y="1819656"/>
            <a:ext cx="2606040" cy="411480"/>
          </a:xfrm>
          <a:prstGeom prst="rect">
            <a:avLst/>
          </a:prstGeom>
          <a:noFill/>
          <a:ln/>
        </p:spPr>
        <p:txBody>
          <a:bodyPr wrap="square" lIns="0" tIns="0" rIns="0" bIns="0" rtlCol="0" anchor="t"/>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복수 문서 대조</a:t>
            </a:r>
            <a:endParaRPr lang="ko-KR" sz="2000" dirty="0"/>
          </a:p>
        </p:txBody>
      </p:sp>
      <p:sp>
        <p:nvSpPr>
          <p:cNvPr id="32" name="Text 28"/>
          <p:cNvSpPr txBox="1"/>
          <p:nvPr/>
        </p:nvSpPr>
        <p:spPr>
          <a:xfrm>
            <a:off x="1755648" y="2286000"/>
            <a:ext cx="2651760" cy="685800"/>
          </a:xfrm>
          <a:prstGeom prst="rect">
            <a:avLst/>
          </a:prstGeom>
          <a:noFill/>
          <a:ln/>
        </p:spPr>
        <p:txBody>
          <a:bodyPr wrap="square" lIns="0" tIns="0" rIns="0" bIns="0" rtlCol="0" anchor="t"/>
          <a:lstStyle/>
          <a:p>
            <a:pPr indent="0" marL="0">
              <a:buNone/>
            </a:pPr>
            <a:r>
              <a:rPr lang="ko-KR" altLang="en-US" sz="1500" dirty="0">
                <a:solidFill>
                  <a:srgbClr val="B9C6E2"/>
                </a:solidFill>
                <a:latin typeface="맑은 고딕" pitchFamily="34" charset="0"/>
                <a:ea typeface="맑은 고딕" pitchFamily="34" charset="-122"/>
                <a:cs typeface="맑은 고딕" pitchFamily="34" charset="-120"/>
              </a:rPr>
              <a:t>프로필·요청서·권한 정보를</a:t>
            </a:r>
            <a:endParaRPr lang="ko-KR" sz="1500" dirty="0"/>
          </a:p>
          <a:p>
            <a:pPr indent="0" marL="0">
              <a:buNone/>
            </a:pPr>
            <a:r>
              <a:rPr lang="ko-KR" altLang="en-US" sz="1500" dirty="0">
                <a:solidFill>
                  <a:srgbClr val="B9C6E2"/>
                </a:solidFill>
                <a:latin typeface="맑은 고딕" pitchFamily="34" charset="0"/>
                <a:ea typeface="맑은 고딕" pitchFamily="34" charset="-122"/>
                <a:cs typeface="맑은 고딕" pitchFamily="34" charset="-120"/>
              </a:rPr>
              <a:t>함께 검토한다</a:t>
            </a:r>
            <a:endParaRPr lang="ko-KR" sz="1500" dirty="0"/>
          </a:p>
        </p:txBody>
      </p:sp>
      <p:sp>
        <p:nvSpPr>
          <p:cNvPr id="33" name="diff-02"/>
          <p:cNvSpPr/>
          <p:nvPr/>
        </p:nvSpPr>
        <p:spPr>
          <a:xfrm>
            <a:off x="7708392" y="1234440"/>
            <a:ext cx="3931920" cy="1828800"/>
          </a:xfrm>
          <a:prstGeom prst="rect">
            <a:avLst/>
          </a:prstGeom>
          <a:solidFill>
            <a:srgbClr val="3A4E7A"/>
          </a:solidFill>
          <a:ln/>
        </p:spPr>
      </p:sp>
      <p:sp>
        <p:nvSpPr>
          <p:cNvPr id="34" name="Shape 30"/>
          <p:cNvSpPr/>
          <p:nvPr/>
        </p:nvSpPr>
        <p:spPr>
          <a:xfrm>
            <a:off x="7758684" y="1284732"/>
            <a:ext cx="3831336" cy="1728216"/>
          </a:xfrm>
          <a:prstGeom prst="rect">
            <a:avLst/>
          </a:prstGeom>
          <a:solidFill>
            <a:srgbClr val="1F2A4A"/>
          </a:solidFill>
          <a:ln/>
        </p:spPr>
      </p:sp>
      <p:sp>
        <p:nvSpPr>
          <p:cNvPr id="35" name="Shape 31"/>
          <p:cNvSpPr/>
          <p:nvPr/>
        </p:nvSpPr>
        <p:spPr>
          <a:xfrm>
            <a:off x="7708392" y="1234440"/>
            <a:ext cx="50292" cy="50292"/>
          </a:xfrm>
          <a:prstGeom prst="rect">
            <a:avLst/>
          </a:prstGeom>
          <a:solidFill>
            <a:srgbClr val="0F1426"/>
          </a:solidFill>
          <a:ln/>
        </p:spPr>
      </p:sp>
      <p:sp>
        <p:nvSpPr>
          <p:cNvPr id="36" name="Shape 32"/>
          <p:cNvSpPr/>
          <p:nvPr/>
        </p:nvSpPr>
        <p:spPr>
          <a:xfrm>
            <a:off x="11590020" y="1234440"/>
            <a:ext cx="50292" cy="50292"/>
          </a:xfrm>
          <a:prstGeom prst="rect">
            <a:avLst/>
          </a:prstGeom>
          <a:solidFill>
            <a:srgbClr val="0F1426"/>
          </a:solidFill>
          <a:ln/>
        </p:spPr>
      </p:sp>
      <p:sp>
        <p:nvSpPr>
          <p:cNvPr id="37" name="Shape 33"/>
          <p:cNvSpPr/>
          <p:nvPr/>
        </p:nvSpPr>
        <p:spPr>
          <a:xfrm>
            <a:off x="7708392" y="3012948"/>
            <a:ext cx="50292" cy="50292"/>
          </a:xfrm>
          <a:prstGeom prst="rect">
            <a:avLst/>
          </a:prstGeom>
          <a:solidFill>
            <a:srgbClr val="0F1426"/>
          </a:solidFill>
          <a:ln/>
        </p:spPr>
      </p:sp>
      <p:sp>
        <p:nvSpPr>
          <p:cNvPr id="38" name="Shape 34"/>
          <p:cNvSpPr/>
          <p:nvPr/>
        </p:nvSpPr>
        <p:spPr>
          <a:xfrm>
            <a:off x="11590020" y="3012948"/>
            <a:ext cx="50292" cy="50292"/>
          </a:xfrm>
          <a:prstGeom prst="rect">
            <a:avLst/>
          </a:prstGeom>
          <a:solidFill>
            <a:srgbClr val="0F1426"/>
          </a:solidFill>
          <a:ln/>
        </p:spPr>
      </p:sp>
      <p:sp>
        <p:nvSpPr>
          <p:cNvPr id="39" name="Shape 35"/>
          <p:cNvSpPr/>
          <p:nvPr/>
        </p:nvSpPr>
        <p:spPr>
          <a:xfrm>
            <a:off x="7982712" y="1527048"/>
            <a:ext cx="749808" cy="749808"/>
          </a:xfrm>
          <a:prstGeom prst="rect">
            <a:avLst/>
          </a:prstGeom>
          <a:solidFill>
            <a:srgbClr val="22201F"/>
          </a:solidFill>
          <a:ln/>
        </p:spPr>
      </p:sp>
      <p:sp>
        <p:nvSpPr>
          <p:cNvPr id="40" name="Shape 36"/>
          <p:cNvSpPr/>
          <p:nvPr/>
        </p:nvSpPr>
        <p:spPr>
          <a:xfrm>
            <a:off x="8033004" y="1577340"/>
            <a:ext cx="649224" cy="649224"/>
          </a:xfrm>
          <a:prstGeom prst="rect">
            <a:avLst/>
          </a:prstGeom>
          <a:solidFill>
            <a:srgbClr val="45C7C1"/>
          </a:solidFill>
          <a:ln/>
        </p:spPr>
      </p:sp>
      <p:sp>
        <p:nvSpPr>
          <p:cNvPr id="41" name="Shape 37"/>
          <p:cNvSpPr/>
          <p:nvPr/>
        </p:nvSpPr>
        <p:spPr>
          <a:xfrm>
            <a:off x="7982712" y="1527048"/>
            <a:ext cx="50292" cy="50292"/>
          </a:xfrm>
          <a:prstGeom prst="rect">
            <a:avLst/>
          </a:prstGeom>
          <a:solidFill>
            <a:srgbClr val="1F2A4A"/>
          </a:solidFill>
          <a:ln/>
        </p:spPr>
      </p:sp>
      <p:sp>
        <p:nvSpPr>
          <p:cNvPr id="42" name="Shape 38"/>
          <p:cNvSpPr/>
          <p:nvPr/>
        </p:nvSpPr>
        <p:spPr>
          <a:xfrm>
            <a:off x="8682228" y="1527048"/>
            <a:ext cx="50292" cy="50292"/>
          </a:xfrm>
          <a:prstGeom prst="rect">
            <a:avLst/>
          </a:prstGeom>
          <a:solidFill>
            <a:srgbClr val="1F2A4A"/>
          </a:solidFill>
          <a:ln/>
        </p:spPr>
      </p:sp>
      <p:sp>
        <p:nvSpPr>
          <p:cNvPr id="43" name="Shape 39"/>
          <p:cNvSpPr/>
          <p:nvPr/>
        </p:nvSpPr>
        <p:spPr>
          <a:xfrm>
            <a:off x="7982712" y="2226564"/>
            <a:ext cx="50292" cy="50292"/>
          </a:xfrm>
          <a:prstGeom prst="rect">
            <a:avLst/>
          </a:prstGeom>
          <a:solidFill>
            <a:srgbClr val="1F2A4A"/>
          </a:solidFill>
          <a:ln/>
        </p:spPr>
      </p:sp>
      <p:sp>
        <p:nvSpPr>
          <p:cNvPr id="44" name="Shape 40"/>
          <p:cNvSpPr/>
          <p:nvPr/>
        </p:nvSpPr>
        <p:spPr>
          <a:xfrm>
            <a:off x="8682228" y="2226564"/>
            <a:ext cx="50292" cy="50292"/>
          </a:xfrm>
          <a:prstGeom prst="rect">
            <a:avLst/>
          </a:prstGeom>
          <a:solidFill>
            <a:srgbClr val="1F2A4A"/>
          </a:solidFill>
          <a:ln/>
        </p:spPr>
      </p:sp>
      <p:pic>
        <p:nvPicPr>
          <p:cNvPr id="45" name="Image 2" descr="preencoded.png">    </p:cNvPr>
          <p:cNvPicPr>
            <a:picLocks noChangeAspect="1"/>
          </p:cNvPicPr>
          <p:nvPr/>
        </p:nvPicPr>
        <p:blipFill>
          <a:blip r:embed="rId3"/>
          <a:stretch>
            <a:fillRect/>
          </a:stretch>
        </p:blipFill>
        <p:spPr>
          <a:xfrm>
            <a:off x="8147670" y="1692006"/>
            <a:ext cx="419892" cy="419892"/>
          </a:xfrm>
          <a:prstGeom prst="rect">
            <a:avLst/>
          </a:prstGeom>
        </p:spPr>
      </p:pic>
      <p:sp>
        <p:nvSpPr>
          <p:cNvPr id="46" name="Text 41"/>
          <p:cNvSpPr txBox="1"/>
          <p:nvPr/>
        </p:nvSpPr>
        <p:spPr>
          <a:xfrm>
            <a:off x="8915400" y="1490472"/>
            <a:ext cx="731520" cy="320040"/>
          </a:xfrm>
          <a:prstGeom prst="rect">
            <a:avLst/>
          </a:prstGeom>
          <a:noFill/>
          <a:ln/>
        </p:spPr>
        <p:txBody>
          <a:bodyPr wrap="square" lIns="0" tIns="0" rIns="0" bIns="0" rtlCol="0" anchor="t"/>
          <a:lstStyle/>
          <a:p>
            <a:pPr indent="0" marL="0">
              <a:buNone/>
            </a:pPr>
            <a:r>
              <a:rPr lang="ko-KR" altLang="en-US" sz="1600" dirty="0">
                <a:solidFill>
                  <a:srgbClr val="F7D84A"/>
                </a:solidFill>
                <a:latin typeface="Galmuri14" pitchFamily="34" charset="0"/>
                <a:ea typeface="Galmuri14" pitchFamily="34" charset="-122"/>
                <a:cs typeface="Galmuri14" pitchFamily="34" charset="-120"/>
              </a:rPr>
              <a:t>02</a:t>
            </a:r>
            <a:endParaRPr lang="ko-KR" sz="1600" dirty="0"/>
          </a:p>
        </p:txBody>
      </p:sp>
      <p:sp>
        <p:nvSpPr>
          <p:cNvPr id="47" name="Text 42"/>
          <p:cNvSpPr txBox="1"/>
          <p:nvPr/>
        </p:nvSpPr>
        <p:spPr>
          <a:xfrm>
            <a:off x="8915400" y="1819656"/>
            <a:ext cx="2606040" cy="411480"/>
          </a:xfrm>
          <a:prstGeom prst="rect">
            <a:avLst/>
          </a:prstGeom>
          <a:noFill/>
          <a:ln/>
        </p:spPr>
        <p:txBody>
          <a:bodyPr wrap="square" lIns="0" tIns="0" rIns="0" bIns="0" rtlCol="0" anchor="t"/>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세 가지 판단</a:t>
            </a:r>
            <a:endParaRPr lang="ko-KR" sz="2000" dirty="0"/>
          </a:p>
        </p:txBody>
      </p:sp>
      <p:sp>
        <p:nvSpPr>
          <p:cNvPr id="48" name="Text 43"/>
          <p:cNvSpPr txBox="1"/>
          <p:nvPr/>
        </p:nvSpPr>
        <p:spPr>
          <a:xfrm>
            <a:off x="8915400" y="2286000"/>
            <a:ext cx="2651760" cy="685800"/>
          </a:xfrm>
          <a:prstGeom prst="rect">
            <a:avLst/>
          </a:prstGeom>
          <a:noFill/>
          <a:ln/>
        </p:spPr>
        <p:txBody>
          <a:bodyPr wrap="square" lIns="0" tIns="0" rIns="0" bIns="0" rtlCol="0" anchor="t"/>
          <a:lstStyle/>
          <a:p>
            <a:pPr indent="0" marL="0">
              <a:buNone/>
            </a:pPr>
            <a:r>
              <a:rPr lang="ko-KR" altLang="en-US" sz="1500" dirty="0">
                <a:solidFill>
                  <a:srgbClr val="B9C6E2"/>
                </a:solidFill>
                <a:latin typeface="맑은 고딕" pitchFamily="34" charset="0"/>
                <a:ea typeface="맑은 고딕" pitchFamily="34" charset="-122"/>
                <a:cs typeface="맑은 고딕" pitchFamily="34" charset="-120"/>
              </a:rPr>
              <a:t>정상은 승인, 위험은 거부,</a:t>
            </a:r>
            <a:endParaRPr lang="ko-KR" sz="1500" dirty="0"/>
          </a:p>
          <a:p>
            <a:pPr indent="0" marL="0">
              <a:buNone/>
            </a:pPr>
            <a:r>
              <a:rPr lang="ko-KR" altLang="en-US" sz="1500" dirty="0">
                <a:solidFill>
                  <a:srgbClr val="B9C6E2"/>
                </a:solidFill>
                <a:latin typeface="맑은 고딕" pitchFamily="34" charset="0"/>
                <a:ea typeface="맑은 고딕" pitchFamily="34" charset="-122"/>
                <a:cs typeface="맑은 고딕" pitchFamily="34" charset="-120"/>
              </a:rPr>
              <a:t>증거가 부족하면 추가 확인</a:t>
            </a:r>
            <a:endParaRPr lang="ko-KR" sz="1500" dirty="0"/>
          </a:p>
        </p:txBody>
      </p:sp>
      <p:sp>
        <p:nvSpPr>
          <p:cNvPr id="49" name="diff-03"/>
          <p:cNvSpPr/>
          <p:nvPr/>
        </p:nvSpPr>
        <p:spPr>
          <a:xfrm>
            <a:off x="548640" y="3291840"/>
            <a:ext cx="3931920" cy="1828800"/>
          </a:xfrm>
          <a:prstGeom prst="rect">
            <a:avLst/>
          </a:prstGeom>
          <a:solidFill>
            <a:srgbClr val="3A4E7A"/>
          </a:solidFill>
          <a:ln/>
        </p:spPr>
      </p:sp>
      <p:sp>
        <p:nvSpPr>
          <p:cNvPr id="50" name="Shape 45"/>
          <p:cNvSpPr/>
          <p:nvPr/>
        </p:nvSpPr>
        <p:spPr>
          <a:xfrm>
            <a:off x="598932" y="3342132"/>
            <a:ext cx="3831336" cy="1728216"/>
          </a:xfrm>
          <a:prstGeom prst="rect">
            <a:avLst/>
          </a:prstGeom>
          <a:solidFill>
            <a:srgbClr val="1F2A4A"/>
          </a:solidFill>
          <a:ln/>
        </p:spPr>
      </p:sp>
      <p:sp>
        <p:nvSpPr>
          <p:cNvPr id="51" name="Shape 46"/>
          <p:cNvSpPr/>
          <p:nvPr/>
        </p:nvSpPr>
        <p:spPr>
          <a:xfrm>
            <a:off x="548640" y="3291840"/>
            <a:ext cx="50292" cy="50292"/>
          </a:xfrm>
          <a:prstGeom prst="rect">
            <a:avLst/>
          </a:prstGeom>
          <a:solidFill>
            <a:srgbClr val="0F1426"/>
          </a:solidFill>
          <a:ln/>
        </p:spPr>
      </p:sp>
      <p:sp>
        <p:nvSpPr>
          <p:cNvPr id="52" name="Shape 47"/>
          <p:cNvSpPr/>
          <p:nvPr/>
        </p:nvSpPr>
        <p:spPr>
          <a:xfrm>
            <a:off x="4430268" y="3291840"/>
            <a:ext cx="50292" cy="50292"/>
          </a:xfrm>
          <a:prstGeom prst="rect">
            <a:avLst/>
          </a:prstGeom>
          <a:solidFill>
            <a:srgbClr val="0F1426"/>
          </a:solidFill>
          <a:ln/>
        </p:spPr>
      </p:sp>
      <p:sp>
        <p:nvSpPr>
          <p:cNvPr id="53" name="Shape 48"/>
          <p:cNvSpPr/>
          <p:nvPr/>
        </p:nvSpPr>
        <p:spPr>
          <a:xfrm>
            <a:off x="548640" y="5070348"/>
            <a:ext cx="50292" cy="50292"/>
          </a:xfrm>
          <a:prstGeom prst="rect">
            <a:avLst/>
          </a:prstGeom>
          <a:solidFill>
            <a:srgbClr val="0F1426"/>
          </a:solidFill>
          <a:ln/>
        </p:spPr>
      </p:sp>
      <p:sp>
        <p:nvSpPr>
          <p:cNvPr id="54" name="Shape 49"/>
          <p:cNvSpPr/>
          <p:nvPr/>
        </p:nvSpPr>
        <p:spPr>
          <a:xfrm>
            <a:off x="4430268" y="5070348"/>
            <a:ext cx="50292" cy="50292"/>
          </a:xfrm>
          <a:prstGeom prst="rect">
            <a:avLst/>
          </a:prstGeom>
          <a:solidFill>
            <a:srgbClr val="0F1426"/>
          </a:solidFill>
          <a:ln/>
        </p:spPr>
      </p:sp>
      <p:sp>
        <p:nvSpPr>
          <p:cNvPr id="55" name="Shape 50"/>
          <p:cNvSpPr/>
          <p:nvPr/>
        </p:nvSpPr>
        <p:spPr>
          <a:xfrm>
            <a:off x="822960" y="3584448"/>
            <a:ext cx="749808" cy="749808"/>
          </a:xfrm>
          <a:prstGeom prst="rect">
            <a:avLst/>
          </a:prstGeom>
          <a:solidFill>
            <a:srgbClr val="22201F"/>
          </a:solidFill>
          <a:ln/>
        </p:spPr>
      </p:sp>
      <p:sp>
        <p:nvSpPr>
          <p:cNvPr id="56" name="Shape 51"/>
          <p:cNvSpPr/>
          <p:nvPr/>
        </p:nvSpPr>
        <p:spPr>
          <a:xfrm>
            <a:off x="873252" y="3634740"/>
            <a:ext cx="649224" cy="649224"/>
          </a:xfrm>
          <a:prstGeom prst="rect">
            <a:avLst/>
          </a:prstGeom>
          <a:solidFill>
            <a:srgbClr val="45C7C1"/>
          </a:solidFill>
          <a:ln/>
        </p:spPr>
      </p:sp>
      <p:sp>
        <p:nvSpPr>
          <p:cNvPr id="57" name="Shape 52"/>
          <p:cNvSpPr/>
          <p:nvPr/>
        </p:nvSpPr>
        <p:spPr>
          <a:xfrm>
            <a:off x="822960" y="3584448"/>
            <a:ext cx="50292" cy="50292"/>
          </a:xfrm>
          <a:prstGeom prst="rect">
            <a:avLst/>
          </a:prstGeom>
          <a:solidFill>
            <a:srgbClr val="1F2A4A"/>
          </a:solidFill>
          <a:ln/>
        </p:spPr>
      </p:sp>
      <p:sp>
        <p:nvSpPr>
          <p:cNvPr id="58" name="Shape 53"/>
          <p:cNvSpPr/>
          <p:nvPr/>
        </p:nvSpPr>
        <p:spPr>
          <a:xfrm>
            <a:off x="1522476" y="3584448"/>
            <a:ext cx="50292" cy="50292"/>
          </a:xfrm>
          <a:prstGeom prst="rect">
            <a:avLst/>
          </a:prstGeom>
          <a:solidFill>
            <a:srgbClr val="1F2A4A"/>
          </a:solidFill>
          <a:ln/>
        </p:spPr>
      </p:sp>
      <p:sp>
        <p:nvSpPr>
          <p:cNvPr id="59" name="Shape 54"/>
          <p:cNvSpPr/>
          <p:nvPr/>
        </p:nvSpPr>
        <p:spPr>
          <a:xfrm>
            <a:off x="822960" y="4283964"/>
            <a:ext cx="50292" cy="50292"/>
          </a:xfrm>
          <a:prstGeom prst="rect">
            <a:avLst/>
          </a:prstGeom>
          <a:solidFill>
            <a:srgbClr val="1F2A4A"/>
          </a:solidFill>
          <a:ln/>
        </p:spPr>
      </p:sp>
      <p:sp>
        <p:nvSpPr>
          <p:cNvPr id="60" name="Shape 55"/>
          <p:cNvSpPr/>
          <p:nvPr/>
        </p:nvSpPr>
        <p:spPr>
          <a:xfrm>
            <a:off x="1522476" y="4283964"/>
            <a:ext cx="50292" cy="50292"/>
          </a:xfrm>
          <a:prstGeom prst="rect">
            <a:avLst/>
          </a:prstGeom>
          <a:solidFill>
            <a:srgbClr val="1F2A4A"/>
          </a:solidFill>
          <a:ln/>
        </p:spPr>
      </p:sp>
      <p:pic>
        <p:nvPicPr>
          <p:cNvPr id="61" name="Image 3" descr="preencoded.png">    </p:cNvPr>
          <p:cNvPicPr>
            <a:picLocks noChangeAspect="1"/>
          </p:cNvPicPr>
          <p:nvPr/>
        </p:nvPicPr>
        <p:blipFill>
          <a:blip r:embed="rId4"/>
          <a:stretch>
            <a:fillRect/>
          </a:stretch>
        </p:blipFill>
        <p:spPr>
          <a:xfrm>
            <a:off x="987918" y="3749406"/>
            <a:ext cx="419892" cy="419892"/>
          </a:xfrm>
          <a:prstGeom prst="rect">
            <a:avLst/>
          </a:prstGeom>
        </p:spPr>
      </p:pic>
      <p:sp>
        <p:nvSpPr>
          <p:cNvPr id="62" name="Text 56"/>
          <p:cNvSpPr txBox="1"/>
          <p:nvPr/>
        </p:nvSpPr>
        <p:spPr>
          <a:xfrm>
            <a:off x="1755648" y="3547872"/>
            <a:ext cx="731520" cy="320040"/>
          </a:xfrm>
          <a:prstGeom prst="rect">
            <a:avLst/>
          </a:prstGeom>
          <a:noFill/>
          <a:ln/>
        </p:spPr>
        <p:txBody>
          <a:bodyPr wrap="square" lIns="0" tIns="0" rIns="0" bIns="0" rtlCol="0" anchor="t"/>
          <a:lstStyle/>
          <a:p>
            <a:pPr indent="0" marL="0">
              <a:buNone/>
            </a:pPr>
            <a:r>
              <a:rPr lang="ko-KR" altLang="en-US" sz="1600" dirty="0">
                <a:solidFill>
                  <a:srgbClr val="F7D84A"/>
                </a:solidFill>
                <a:latin typeface="Galmuri14" pitchFamily="34" charset="0"/>
                <a:ea typeface="Galmuri14" pitchFamily="34" charset="-122"/>
                <a:cs typeface="Galmuri14" pitchFamily="34" charset="-120"/>
              </a:rPr>
              <a:t>03</a:t>
            </a:r>
            <a:endParaRPr lang="ko-KR" sz="1600" dirty="0"/>
          </a:p>
        </p:txBody>
      </p:sp>
      <p:sp>
        <p:nvSpPr>
          <p:cNvPr id="63" name="Text 57"/>
          <p:cNvSpPr txBox="1"/>
          <p:nvPr/>
        </p:nvSpPr>
        <p:spPr>
          <a:xfrm>
            <a:off x="1755648" y="3877056"/>
            <a:ext cx="2606040" cy="411480"/>
          </a:xfrm>
          <a:prstGeom prst="rect">
            <a:avLst/>
          </a:prstGeom>
          <a:noFill/>
          <a:ln/>
        </p:spPr>
        <p:txBody>
          <a:bodyPr wrap="square" lIns="0" tIns="0" rIns="0" bIns="0" rtlCol="0" anchor="t"/>
          <a:lstStyle/>
          <a:p>
            <a:pPr indent="0" marL="0">
              <a:buNone/>
            </a:pPr>
            <a:r>
              <a:rPr lang="ko-KR" altLang="en-US" sz="2000" dirty="0">
                <a:solidFill>
                  <a:srgbClr val="FFFFFF"/>
                </a:solidFill>
                <a:latin typeface="Galmuri14" pitchFamily="34" charset="0"/>
                <a:ea typeface="Galmuri14" pitchFamily="34" charset="-122"/>
                <a:cs typeface="Galmuri14" pitchFamily="34" charset="-120"/>
              </a:rPr>
              <a:t>모바일 우선 설계</a:t>
            </a:r>
            <a:endParaRPr lang="ko-KR" sz="2000" dirty="0"/>
          </a:p>
        </p:txBody>
      </p:sp>
      <p:sp>
        <p:nvSpPr>
          <p:cNvPr id="64" name="Text 58"/>
          <p:cNvSpPr txBox="1"/>
          <p:nvPr/>
        </p:nvSpPr>
        <p:spPr>
          <a:xfrm>
            <a:off x="1755648" y="4343400"/>
            <a:ext cx="2651760" cy="685800"/>
          </a:xfrm>
          <a:prstGeom prst="rect">
            <a:avLst/>
          </a:prstGeom>
          <a:noFill/>
          <a:ln/>
        </p:spPr>
        <p:txBody>
          <a:bodyPr wrap="square" lIns="0" tIns="0" rIns="0" bIns="0" rtlCol="0" anchor="t"/>
          <a:lstStyle/>
          <a:p>
            <a:pPr indent="0" marL="0">
              <a:buNone/>
            </a:pPr>
            <a:r>
              <a:rPr lang="ko-KR" altLang="en-US" sz="1500" dirty="0">
                <a:solidFill>
                  <a:srgbClr val="B9C6E2"/>
                </a:solidFill>
                <a:latin typeface="맑은 고딕" pitchFamily="34" charset="0"/>
                <a:ea typeface="맑은 고딕" pitchFamily="34" charset="-122"/>
                <a:cs typeface="맑은 고딕" pitchFamily="34" charset="-120"/>
              </a:rPr>
              <a:t>알림·문서를 탭으로 열고</a:t>
            </a:r>
            <a:endParaRPr lang="ko-KR" sz="1500" dirty="0"/>
          </a:p>
          <a:p>
            <a:pPr indent="0" marL="0">
              <a:buNone/>
            </a:pPr>
            <a:r>
              <a:rPr lang="ko-KR" altLang="en-US" sz="1500" dirty="0">
                <a:solidFill>
                  <a:srgbClr val="B9C6E2"/>
                </a:solidFill>
                <a:latin typeface="맑은 고딕" pitchFamily="34" charset="0"/>
                <a:ea typeface="맑은 고딕" pitchFamily="34" charset="-122"/>
                <a:cs typeface="맑은 고딕" pitchFamily="34" charset="-120"/>
              </a:rPr>
              <a:t>하단 버튼으로 바로 판정</a:t>
            </a:r>
            <a:endParaRPr lang="ko-KR" sz="1500" dirty="0"/>
          </a:p>
        </p:txBody>
      </p:sp>
      <p:sp>
        <p:nvSpPr>
          <p:cNvPr id="65" name="diff-04"/>
          <p:cNvSpPr/>
          <p:nvPr/>
        </p:nvSpPr>
        <p:spPr>
          <a:xfrm>
            <a:off x="7708392" y="3291840"/>
            <a:ext cx="3931920" cy="1828800"/>
          </a:xfrm>
          <a:prstGeom prst="rect">
            <a:avLst/>
          </a:prstGeom>
          <a:solidFill>
            <a:srgbClr val="3A4E7A"/>
          </a:solidFill>
          <a:ln/>
        </p:spPr>
      </p:sp>
      <p:sp>
        <p:nvSpPr>
          <p:cNvPr id="66" name="Shape 60"/>
          <p:cNvSpPr/>
          <p:nvPr/>
        </p:nvSpPr>
        <p:spPr>
          <a:xfrm>
            <a:off x="7758684" y="3342132"/>
            <a:ext cx="3831336" cy="1728216"/>
          </a:xfrm>
          <a:prstGeom prst="rect">
            <a:avLst/>
          </a:prstGeom>
          <a:solidFill>
            <a:srgbClr val="1F2A4A"/>
          </a:solidFill>
          <a:ln/>
        </p:spPr>
      </p:sp>
      <p:sp>
        <p:nvSpPr>
          <p:cNvPr id="67" name="Shape 61"/>
          <p:cNvSpPr/>
          <p:nvPr/>
        </p:nvSpPr>
        <p:spPr>
          <a:xfrm>
            <a:off x="7708392" y="3291840"/>
            <a:ext cx="50292" cy="50292"/>
          </a:xfrm>
          <a:prstGeom prst="rect">
            <a:avLst/>
          </a:prstGeom>
          <a:solidFill>
            <a:srgbClr val="0F1426"/>
          </a:solidFill>
          <a:ln/>
        </p:spPr>
      </p:sp>
      <p:sp>
        <p:nvSpPr>
          <p:cNvPr id="68" name="Shape 62"/>
          <p:cNvSpPr/>
          <p:nvPr/>
        </p:nvSpPr>
        <p:spPr>
          <a:xfrm>
            <a:off x="11590020" y="3291840"/>
            <a:ext cx="50292" cy="50292"/>
          </a:xfrm>
          <a:prstGeom prst="rect">
            <a:avLst/>
          </a:prstGeom>
          <a:solidFill>
            <a:srgbClr val="0F1426"/>
          </a:solidFill>
          <a:ln/>
        </p:spPr>
      </p:sp>
      <p:sp>
        <p:nvSpPr>
          <p:cNvPr id="69" name="Shape 63"/>
          <p:cNvSpPr/>
          <p:nvPr/>
        </p:nvSpPr>
        <p:spPr>
          <a:xfrm>
            <a:off x="7708392" y="5070348"/>
            <a:ext cx="50292" cy="50292"/>
          </a:xfrm>
          <a:prstGeom prst="rect">
            <a:avLst/>
          </a:prstGeom>
          <a:solidFill>
            <a:srgbClr val="0F1426"/>
          </a:solidFill>
          <a:ln/>
        </p:spPr>
      </p:sp>
      <p:sp>
        <p:nvSpPr>
          <p:cNvPr id="70" name="Shape 64"/>
          <p:cNvSpPr/>
          <p:nvPr/>
        </p:nvSpPr>
        <p:spPr>
          <a:xfrm>
            <a:off x="11590020" y="5070348"/>
            <a:ext cx="50292" cy="50292"/>
          </a:xfrm>
          <a:prstGeom prst="rect">
            <a:avLst/>
          </a:prstGeom>
          <a:solidFill>
            <a:srgbClr val="0F1426"/>
          </a:solidFill>
          <a:ln/>
        </p:spPr>
      </p:sp>
      <p:sp>
        <p:nvSpPr>
          <p:cNvPr id="71" name="Shape 65"/>
          <p:cNvSpPr/>
          <p:nvPr/>
        </p:nvSpPr>
        <p:spPr>
          <a:xfrm>
            <a:off x="7982712" y="3584448"/>
            <a:ext cx="749808" cy="749808"/>
          </a:xfrm>
          <a:prstGeom prst="rect">
            <a:avLst/>
          </a:prstGeom>
          <a:solidFill>
            <a:srgbClr val="22201F"/>
          </a:solidFill>
          <a:ln/>
        </p:spPr>
      </p:sp>
      <p:sp>
        <p:nvSpPr>
          <p:cNvPr id="72" name="Shape 66"/>
          <p:cNvSpPr/>
          <p:nvPr/>
        </p:nvSpPr>
        <p:spPr>
          <a:xfrm>
            <a:off x="8033004" y="3634740"/>
            <a:ext cx="649224" cy="649224"/>
          </a:xfrm>
          <a:prstGeom prst="rect">
            <a:avLst/>
          </a:prstGeom>
          <a:solidFill>
            <a:srgbClr val="45C7C1"/>
          </a:solidFill>
          <a:ln/>
        </p:spPr>
      </p:sp>
      <p:sp>
        <p:nvSpPr>
          <p:cNvPr id="73" name="Shape 67"/>
          <p:cNvSpPr/>
          <p:nvPr/>
        </p:nvSpPr>
        <p:spPr>
          <a:xfrm>
            <a:off x="7982712" y="3584448"/>
            <a:ext cx="50292" cy="50292"/>
          </a:xfrm>
          <a:prstGeom prst="rect">
            <a:avLst/>
          </a:prstGeom>
          <a:solidFill>
            <a:srgbClr val="1F2A4A"/>
          </a:solidFill>
          <a:ln/>
        </p:spPr>
      </p:sp>
      <p:sp>
        <p:nvSpPr>
          <p:cNvPr id="74" name="Shape 68"/>
          <p:cNvSpPr/>
          <p:nvPr/>
        </p:nvSpPr>
        <p:spPr>
          <a:xfrm>
            <a:off x="8682228" y="3584448"/>
            <a:ext cx="50292" cy="50292"/>
          </a:xfrm>
          <a:prstGeom prst="rect">
            <a:avLst/>
          </a:prstGeom>
          <a:solidFill>
            <a:srgbClr val="1F2A4A"/>
          </a:solidFill>
          <a:ln/>
        </p:spPr>
      </p:sp>
      <p:sp>
        <p:nvSpPr>
          <p:cNvPr id="75" name="Shape 69"/>
          <p:cNvSpPr/>
          <p:nvPr/>
        </p:nvSpPr>
        <p:spPr>
          <a:xfrm>
            <a:off x="7982712" y="4283964"/>
            <a:ext cx="50292" cy="50292"/>
          </a:xfrm>
          <a:prstGeom prst="rect">
            <a:avLst/>
          </a:prstGeom>
          <a:solidFill>
            <a:srgbClr val="1F2A4A"/>
          </a:solidFill>
          <a:ln/>
        </p:spPr>
      </p:sp>
      <p:sp>
        <p:nvSpPr>
          <p:cNvPr id="76" name="Shape 70"/>
          <p:cNvSpPr/>
          <p:nvPr/>
        </p:nvSpPr>
        <p:spPr>
          <a:xfrm>
            <a:off x="8682228" y="4283964"/>
            <a:ext cx="50292" cy="50292"/>
          </a:xfrm>
          <a:prstGeom prst="rect">
            <a:avLst/>
          </a:prstGeom>
          <a:solidFill>
            <a:srgbClr val="1F2A4A"/>
          </a:solidFill>
          <a:ln/>
        </p:spPr>
      </p:sp>
      <p:pic>
        <p:nvPicPr>
          <p:cNvPr id="77" name="Image 4" descr="preencoded.png">    </p:cNvPr>
          <p:cNvPicPr>
            <a:picLocks noChangeAspect="1"/>
          </p:cNvPicPr>
          <p:nvPr/>
        </p:nvPicPr>
        <p:blipFill>
          <a:blip r:embed="rId5"/>
          <a:stretch>
            <a:fillRect/>
          </a:stretch>
        </p:blipFill>
        <p:spPr>
          <a:xfrm>
            <a:off x="8147670" y="3749406"/>
            <a:ext cx="419892" cy="419892"/>
          </a:xfrm>
          <a:prstGeom prst="rect">
            <a:avLst/>
          </a:prstGeom>
        </p:spPr>
      </p:pic>
      <p:sp>
        <p:nvSpPr>
          <p:cNvPr id="78" name="Text 71"/>
          <p:cNvSpPr txBox="1"/>
          <p:nvPr/>
        </p:nvSpPr>
        <p:spPr>
          <a:xfrm>
            <a:off x="8915400" y="3547872"/>
            <a:ext cx="731520" cy="320040"/>
          </a:xfrm>
          <a:prstGeom prst="rect">
            <a:avLst/>
          </a:prstGeom>
          <a:noFill/>
          <a:ln/>
        </p:spPr>
        <p:txBody>
          <a:bodyPr wrap="square" lIns="0" tIns="0" rIns="0" bIns="0" rtlCol="0" anchor="t"/>
          <a:lstStyle/>
          <a:p>
            <a:pPr indent="0" marL="0">
              <a:buNone/>
            </a:pPr>
            <a:r>
              <a:rPr lang="ko-KR" altLang="en-US" sz="1600" dirty="0">
                <a:solidFill>
                  <a:srgbClr val="F7D84A"/>
                </a:solidFill>
                <a:latin typeface="Galmuri14" pitchFamily="34" charset="0"/>
                <a:ea typeface="Galmuri14" pitchFamily="34" charset="-122"/>
                <a:cs typeface="Galmuri14" pitchFamily="34" charset="-120"/>
              </a:rPr>
              <a:t>04</a:t>
            </a:r>
            <a:endParaRPr lang="ko-KR" sz="1600" dirty="0"/>
          </a:p>
        </p:txBody>
      </p:sp>
      <p:sp>
        <p:nvSpPr>
          <p:cNvPr id="79" name="Text 72"/>
          <p:cNvSpPr txBox="1"/>
          <p:nvPr/>
        </p:nvSpPr>
        <p:spPr>
          <a:xfrm>
            <a:off x="8915400" y="3877056"/>
            <a:ext cx="2606040" cy="411480"/>
          </a:xfrm>
          <a:prstGeom prst="rect">
            <a:avLst/>
          </a:prstGeom>
          <a:noFill/>
          <a:ln/>
        </p:spPr>
        <p:txBody>
          <a:bodyPr wrap="square" lIns="0" tIns="0" rIns="0" bIns="0" rtlCol="0" anchor="t"/>
          <a:lstStyle/>
          <a:p>
            <a:pPr indent="0" marL="0">
              <a:buNone/>
            </a:pPr>
            <a:r>
              <a:rPr lang="ko-KR" altLang="en-US" sz="2000" dirty="0">
                <a:solidFill>
                  <a:srgbClr val="FFFFFF"/>
                </a:solidFill>
                <a:latin typeface="Galmuri14" pitchFamily="34" charset="0"/>
                <a:ea typeface="Galmuri14" pitchFamily="34" charset="-122"/>
                <a:cs typeface="Galmuri14" pitchFamily="34" charset="-120"/>
              </a:rPr>
              <a:t>실생활 중심 교육</a:t>
            </a:r>
            <a:endParaRPr lang="ko-KR" sz="2000" dirty="0"/>
          </a:p>
        </p:txBody>
      </p:sp>
      <p:sp>
        <p:nvSpPr>
          <p:cNvPr id="80" name="Text 73"/>
          <p:cNvSpPr txBox="1"/>
          <p:nvPr/>
        </p:nvSpPr>
        <p:spPr>
          <a:xfrm>
            <a:off x="8915400" y="4343400"/>
            <a:ext cx="2651760" cy="685800"/>
          </a:xfrm>
          <a:prstGeom prst="rect">
            <a:avLst/>
          </a:prstGeom>
          <a:noFill/>
          <a:ln/>
        </p:spPr>
        <p:txBody>
          <a:bodyPr wrap="square" lIns="0" tIns="0" rIns="0" bIns="0" rtlCol="0" anchor="t"/>
          <a:lstStyle/>
          <a:p>
            <a:pPr indent="0" marL="0">
              <a:buNone/>
            </a:pPr>
            <a:r>
              <a:rPr lang="ko-KR" altLang="en-US" sz="1500" dirty="0">
                <a:solidFill>
                  <a:srgbClr val="B9C6E2"/>
                </a:solidFill>
                <a:latin typeface="맑은 고딕" pitchFamily="34" charset="0"/>
                <a:ea typeface="맑은 고딕" pitchFamily="34" charset="-122"/>
                <a:cs typeface="맑은 고딕" pitchFamily="34" charset="-120"/>
              </a:rPr>
              <a:t>택배·가족 사칭부터 공유 권한</a:t>
            </a:r>
            <a:endParaRPr lang="ko-KR" sz="1500" dirty="0"/>
          </a:p>
          <a:p>
            <a:pPr indent="0" marL="0">
              <a:buNone/>
            </a:pPr>
            <a:r>
              <a:rPr lang="ko-KR" altLang="en-US" sz="1500" dirty="0">
                <a:solidFill>
                  <a:srgbClr val="B9C6E2"/>
                </a:solidFill>
                <a:latin typeface="맑은 고딕" pitchFamily="34" charset="0"/>
                <a:ea typeface="맑은 고딕" pitchFamily="34" charset="-122"/>
                <a:cs typeface="맑은 고딕" pitchFamily="34" charset="-120"/>
              </a:rPr>
              <a:t>까지 생활 속 사건으로 익힌다</a:t>
            </a:r>
            <a:endParaRPr lang="ko-KR" sz="1500" dirty="0"/>
          </a:p>
        </p:txBody>
      </p:sp>
      <p:sp>
        <p:nvSpPr>
          <p:cNvPr id="81" name="Shape 74"/>
          <p:cNvSpPr/>
          <p:nvPr/>
        </p:nvSpPr>
        <p:spPr>
          <a:xfrm>
            <a:off x="649224" y="5449824"/>
            <a:ext cx="11091672" cy="868680"/>
          </a:xfrm>
          <a:prstGeom prst="rect">
            <a:avLst/>
          </a:prstGeom>
          <a:solidFill>
            <a:srgbClr val="0B0F1E"/>
          </a:solidFill>
          <a:ln/>
        </p:spPr>
      </p:sp>
      <p:sp>
        <p:nvSpPr>
          <p:cNvPr id="82" name="Shape 75"/>
          <p:cNvSpPr/>
          <p:nvPr/>
        </p:nvSpPr>
        <p:spPr>
          <a:xfrm>
            <a:off x="548640" y="5349240"/>
            <a:ext cx="11091672" cy="868680"/>
          </a:xfrm>
          <a:prstGeom prst="rect">
            <a:avLst/>
          </a:prstGeom>
          <a:solidFill>
            <a:srgbClr val="22201F"/>
          </a:solidFill>
          <a:ln/>
        </p:spPr>
      </p:sp>
      <p:sp>
        <p:nvSpPr>
          <p:cNvPr id="83" name="Shape 76"/>
          <p:cNvSpPr/>
          <p:nvPr/>
        </p:nvSpPr>
        <p:spPr>
          <a:xfrm>
            <a:off x="598932" y="5399532"/>
            <a:ext cx="10991088" cy="768096"/>
          </a:xfrm>
          <a:prstGeom prst="rect">
            <a:avLst/>
          </a:prstGeom>
          <a:solidFill>
            <a:srgbClr val="F2EBD9"/>
          </a:solidFill>
          <a:ln/>
        </p:spPr>
      </p:sp>
      <p:sp>
        <p:nvSpPr>
          <p:cNvPr id="84" name="Shape 77"/>
          <p:cNvSpPr/>
          <p:nvPr/>
        </p:nvSpPr>
        <p:spPr>
          <a:xfrm>
            <a:off x="548640" y="5349240"/>
            <a:ext cx="50292" cy="50292"/>
          </a:xfrm>
          <a:prstGeom prst="rect">
            <a:avLst/>
          </a:prstGeom>
          <a:solidFill>
            <a:srgbClr val="0F1426"/>
          </a:solidFill>
          <a:ln/>
        </p:spPr>
      </p:sp>
      <p:sp>
        <p:nvSpPr>
          <p:cNvPr id="85" name="Shape 78"/>
          <p:cNvSpPr/>
          <p:nvPr/>
        </p:nvSpPr>
        <p:spPr>
          <a:xfrm>
            <a:off x="11590020" y="5349240"/>
            <a:ext cx="50292" cy="50292"/>
          </a:xfrm>
          <a:prstGeom prst="rect">
            <a:avLst/>
          </a:prstGeom>
          <a:solidFill>
            <a:srgbClr val="0F1426"/>
          </a:solidFill>
          <a:ln/>
        </p:spPr>
      </p:sp>
      <p:sp>
        <p:nvSpPr>
          <p:cNvPr id="86" name="Shape 79"/>
          <p:cNvSpPr/>
          <p:nvPr/>
        </p:nvSpPr>
        <p:spPr>
          <a:xfrm>
            <a:off x="548640" y="6167628"/>
            <a:ext cx="50292" cy="50292"/>
          </a:xfrm>
          <a:prstGeom prst="rect">
            <a:avLst/>
          </a:prstGeom>
          <a:solidFill>
            <a:srgbClr val="0F1426"/>
          </a:solidFill>
          <a:ln/>
        </p:spPr>
      </p:sp>
      <p:sp>
        <p:nvSpPr>
          <p:cNvPr id="87" name="Shape 80"/>
          <p:cNvSpPr/>
          <p:nvPr/>
        </p:nvSpPr>
        <p:spPr>
          <a:xfrm>
            <a:off x="11590020" y="6167628"/>
            <a:ext cx="50292" cy="50292"/>
          </a:xfrm>
          <a:prstGeom prst="rect">
            <a:avLst/>
          </a:prstGeom>
          <a:solidFill>
            <a:srgbClr val="0F1426"/>
          </a:solidFill>
          <a:ln/>
        </p:spPr>
      </p:sp>
      <p:sp>
        <p:nvSpPr>
          <p:cNvPr id="88" name="Text 81"/>
          <p:cNvSpPr txBox="1"/>
          <p:nvPr/>
        </p:nvSpPr>
        <p:spPr>
          <a:xfrm>
            <a:off x="868680" y="5394960"/>
            <a:ext cx="10469880" cy="777240"/>
          </a:xfrm>
          <a:prstGeom prst="rect">
            <a:avLst/>
          </a:prstGeom>
          <a:noFill/>
          <a:ln/>
        </p:spPr>
        <p:txBody>
          <a:bodyPr wrap="square" lIns="0" tIns="0" rIns="0" bIns="0" rtlCol="0" anchor="ctr"/>
          <a:lstStyle/>
          <a:p>
            <a:pPr algn="ctr" indent="0" marL="0">
              <a:buNone/>
            </a:pPr>
            <a:r>
              <a:rPr lang="ko-KR" altLang="en-US" sz="1600" b="1" dirty="0">
                <a:solidFill>
                  <a:srgbClr val="22201F"/>
                </a:solidFill>
                <a:latin typeface="Galmuri11" pitchFamily="34" charset="0"/>
                <a:ea typeface="Galmuri11" pitchFamily="34" charset="-122"/>
                <a:cs typeface="Galmuri11" pitchFamily="34" charset="-120"/>
              </a:rPr>
              <a:t>“DIGITAL GUARD는 디지털 보안 지식을 퀴즈로 맞히는 게임이 아니라, 여러 정보를 대조해 안전한 결정을 내리는 모바일 심사 시뮬레이션이다.”</a:t>
            </a:r>
            <a:endParaRPr lang="ko-KR" sz="16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9184"/>
            <a:ext cx="11064240" cy="694944"/>
          </a:xfrm>
          <a:prstGeom prst="rect">
            <a:avLst/>
          </a:prstGeom>
          <a:noFill/>
          <a:ln/>
        </p:spPr>
        <p:txBody>
          <a:bodyPr wrap="square" lIns="0" tIns="0" rIns="0" bIns="0" rtlCol="0" anchor="ctr"/>
          <a:lstStyle/>
          <a:p>
            <a:pPr algn="l" indent="0" marL="0">
              <a:buNone/>
            </a:pPr>
            <a:r>
              <a:rPr lang="en-US" sz="3000" dirty="0">
                <a:solidFill>
                  <a:srgbClr val="FFFFFF"/>
                </a:solidFill>
                <a:latin typeface="Galmuri14" pitchFamily="34" charset="0"/>
                <a:ea typeface="Galmuri14" pitchFamily="34" charset="-122"/>
                <a:cs typeface="Galmuri14" pitchFamily="34" charset="-120"/>
              </a:rPr>
              <a:t>사건을 해결하는 5단계 플레이 루프</a:t>
            </a:r>
            <a:endParaRPr lang="en-US" sz="3000" dirty="0"/>
          </a:p>
        </p:txBody>
      </p:sp>
      <p:sp>
        <p:nvSpPr>
          <p:cNvPr id="3" name="Shape 1"/>
          <p:cNvSpPr/>
          <p:nvPr/>
        </p:nvSpPr>
        <p:spPr>
          <a:xfrm>
            <a:off x="8805672" y="512064"/>
            <a:ext cx="2834640" cy="329184"/>
          </a:xfrm>
          <a:prstGeom prst="rect">
            <a:avLst/>
          </a:prstGeom>
          <a:solidFill>
            <a:srgbClr val="22201F"/>
          </a:solidFill>
          <a:ln/>
        </p:spPr>
      </p:sp>
      <p:sp>
        <p:nvSpPr>
          <p:cNvPr id="4" name="Shape 2"/>
          <p:cNvSpPr/>
          <p:nvPr/>
        </p:nvSpPr>
        <p:spPr>
          <a:xfrm>
            <a:off x="8855964" y="562356"/>
            <a:ext cx="2734056" cy="228600"/>
          </a:xfrm>
          <a:prstGeom prst="rect">
            <a:avLst/>
          </a:prstGeom>
          <a:solidFill>
            <a:srgbClr val="F7D84A"/>
          </a:solidFill>
          <a:ln/>
        </p:spPr>
      </p:sp>
      <p:sp>
        <p:nvSpPr>
          <p:cNvPr id="5" name="Shape 3"/>
          <p:cNvSpPr/>
          <p:nvPr/>
        </p:nvSpPr>
        <p:spPr>
          <a:xfrm>
            <a:off x="8805672" y="512064"/>
            <a:ext cx="50292" cy="50292"/>
          </a:xfrm>
          <a:prstGeom prst="rect">
            <a:avLst/>
          </a:prstGeom>
          <a:solidFill>
            <a:srgbClr val="0F1426"/>
          </a:solidFill>
          <a:ln/>
        </p:spPr>
      </p:sp>
      <p:sp>
        <p:nvSpPr>
          <p:cNvPr id="6" name="Shape 4"/>
          <p:cNvSpPr/>
          <p:nvPr/>
        </p:nvSpPr>
        <p:spPr>
          <a:xfrm>
            <a:off x="11590020" y="512064"/>
            <a:ext cx="50292" cy="50292"/>
          </a:xfrm>
          <a:prstGeom prst="rect">
            <a:avLst/>
          </a:prstGeom>
          <a:solidFill>
            <a:srgbClr val="0F1426"/>
          </a:solidFill>
          <a:ln/>
        </p:spPr>
      </p:sp>
      <p:sp>
        <p:nvSpPr>
          <p:cNvPr id="7" name="Shape 5"/>
          <p:cNvSpPr/>
          <p:nvPr/>
        </p:nvSpPr>
        <p:spPr>
          <a:xfrm>
            <a:off x="8805672" y="790956"/>
            <a:ext cx="50292" cy="50292"/>
          </a:xfrm>
          <a:prstGeom prst="rect">
            <a:avLst/>
          </a:prstGeom>
          <a:solidFill>
            <a:srgbClr val="0F1426"/>
          </a:solidFill>
          <a:ln/>
        </p:spPr>
      </p:sp>
      <p:sp>
        <p:nvSpPr>
          <p:cNvPr id="8" name="Shape 6"/>
          <p:cNvSpPr/>
          <p:nvPr/>
        </p:nvSpPr>
        <p:spPr>
          <a:xfrm>
            <a:off x="11590020" y="790956"/>
            <a:ext cx="50292" cy="50292"/>
          </a:xfrm>
          <a:prstGeom prst="rect">
            <a:avLst/>
          </a:prstGeom>
          <a:solidFill>
            <a:srgbClr val="0F1426"/>
          </a:solidFill>
          <a:ln/>
        </p:spPr>
      </p:sp>
      <p:sp>
        <p:nvSpPr>
          <p:cNvPr id="9" name="Text 7"/>
          <p:cNvSpPr txBox="1"/>
          <p:nvPr/>
        </p:nvSpPr>
        <p:spPr>
          <a:xfrm>
            <a:off x="8805672" y="512064"/>
            <a:ext cx="2834640" cy="329184"/>
          </a:xfrm>
          <a:prstGeom prst="rect">
            <a:avLst/>
          </a:prstGeom>
          <a:noFill/>
          <a:ln/>
        </p:spPr>
        <p:txBody>
          <a:bodyPr wrap="square" lIns="0" tIns="0" rIns="0" bIns="0" rtlCol="0" anchor="ctr"/>
          <a:lstStyle/>
          <a:p>
            <a:pPr algn="ctr" indent="0" marL="0">
              <a:buNone/>
            </a:pPr>
            <a:r>
              <a:rPr lang="ko-KR" altLang="en-US" sz="1100" dirty="0">
                <a:solidFill>
                  <a:srgbClr val="22201F"/>
                </a:solidFill>
                <a:latin typeface="Galmuri11" pitchFamily="34" charset="0"/>
                <a:ea typeface="Galmuri11" pitchFamily="34" charset="-122"/>
                <a:cs typeface="Galmuri11" pitchFamily="34" charset="-120"/>
              </a:rPr>
              <a:t>HTML 시제품 화면 · Unity 구현 전</a:t>
            </a:r>
            <a:endParaRPr lang="ko-KR" sz="1100" dirty="0"/>
          </a:p>
        </p:txBody>
      </p:sp>
      <p:sp>
        <p:nvSpPr>
          <p:cNvPr id="10" name="Shape 8"/>
          <p:cNvSpPr/>
          <p:nvPr/>
        </p:nvSpPr>
        <p:spPr>
          <a:xfrm>
            <a:off x="1229868" y="1170432"/>
            <a:ext cx="694944" cy="694944"/>
          </a:xfrm>
          <a:prstGeom prst="rect">
            <a:avLst/>
          </a:prstGeom>
          <a:solidFill>
            <a:srgbClr val="22201F"/>
          </a:solidFill>
          <a:ln/>
        </p:spPr>
      </p:sp>
      <p:sp>
        <p:nvSpPr>
          <p:cNvPr id="11" name="Shape 9"/>
          <p:cNvSpPr/>
          <p:nvPr/>
        </p:nvSpPr>
        <p:spPr>
          <a:xfrm>
            <a:off x="1280160" y="1220724"/>
            <a:ext cx="594360" cy="594360"/>
          </a:xfrm>
          <a:prstGeom prst="rect">
            <a:avLst/>
          </a:prstGeom>
          <a:solidFill>
            <a:srgbClr val="45C7C1"/>
          </a:solidFill>
          <a:ln/>
        </p:spPr>
      </p:sp>
      <p:sp>
        <p:nvSpPr>
          <p:cNvPr id="12" name="Shape 10"/>
          <p:cNvSpPr/>
          <p:nvPr/>
        </p:nvSpPr>
        <p:spPr>
          <a:xfrm>
            <a:off x="1229868" y="1170432"/>
            <a:ext cx="50292" cy="50292"/>
          </a:xfrm>
          <a:prstGeom prst="rect">
            <a:avLst/>
          </a:prstGeom>
          <a:solidFill>
            <a:srgbClr val="0F1426"/>
          </a:solidFill>
          <a:ln/>
        </p:spPr>
      </p:sp>
      <p:sp>
        <p:nvSpPr>
          <p:cNvPr id="13" name="Shape 11"/>
          <p:cNvSpPr/>
          <p:nvPr/>
        </p:nvSpPr>
        <p:spPr>
          <a:xfrm>
            <a:off x="1874520" y="1170432"/>
            <a:ext cx="50292" cy="50292"/>
          </a:xfrm>
          <a:prstGeom prst="rect">
            <a:avLst/>
          </a:prstGeom>
          <a:solidFill>
            <a:srgbClr val="0F1426"/>
          </a:solidFill>
          <a:ln/>
        </p:spPr>
      </p:sp>
      <p:sp>
        <p:nvSpPr>
          <p:cNvPr id="14" name="Shape 12"/>
          <p:cNvSpPr/>
          <p:nvPr/>
        </p:nvSpPr>
        <p:spPr>
          <a:xfrm>
            <a:off x="1229868" y="1815084"/>
            <a:ext cx="50292" cy="50292"/>
          </a:xfrm>
          <a:prstGeom prst="rect">
            <a:avLst/>
          </a:prstGeom>
          <a:solidFill>
            <a:srgbClr val="0F1426"/>
          </a:solidFill>
          <a:ln/>
        </p:spPr>
      </p:sp>
      <p:sp>
        <p:nvSpPr>
          <p:cNvPr id="15" name="Shape 13"/>
          <p:cNvSpPr/>
          <p:nvPr/>
        </p:nvSpPr>
        <p:spPr>
          <a:xfrm>
            <a:off x="1874520" y="1815084"/>
            <a:ext cx="50292" cy="50292"/>
          </a:xfrm>
          <a:prstGeom prst="rect">
            <a:avLst/>
          </a:prstGeom>
          <a:solidFill>
            <a:srgbClr val="0F1426"/>
          </a:solidFill>
          <a:ln/>
        </p:spPr>
      </p:sp>
      <p:pic>
        <p:nvPicPr>
          <p:cNvPr id="16" name="Image 0" descr="preencoded.png">    </p:cNvPr>
          <p:cNvPicPr>
            <a:picLocks noChangeAspect="1"/>
          </p:cNvPicPr>
          <p:nvPr/>
        </p:nvPicPr>
        <p:blipFill>
          <a:blip r:embed="rId1"/>
          <a:stretch>
            <a:fillRect/>
          </a:stretch>
        </p:blipFill>
        <p:spPr>
          <a:xfrm>
            <a:off x="1382756" y="1323320"/>
            <a:ext cx="389169" cy="389169"/>
          </a:xfrm>
          <a:prstGeom prst="rect">
            <a:avLst/>
          </a:prstGeom>
        </p:spPr>
      </p:pic>
      <p:sp>
        <p:nvSpPr>
          <p:cNvPr id="17" name="Shape 14"/>
          <p:cNvSpPr/>
          <p:nvPr/>
        </p:nvSpPr>
        <p:spPr>
          <a:xfrm>
            <a:off x="1778508" y="1097280"/>
            <a:ext cx="292608" cy="292608"/>
          </a:xfrm>
          <a:prstGeom prst="rect">
            <a:avLst/>
          </a:prstGeom>
          <a:solidFill>
            <a:srgbClr val="22201F"/>
          </a:solidFill>
          <a:ln/>
        </p:spPr>
      </p:sp>
      <p:sp>
        <p:nvSpPr>
          <p:cNvPr id="18" name="Shape 15"/>
          <p:cNvSpPr/>
          <p:nvPr/>
        </p:nvSpPr>
        <p:spPr>
          <a:xfrm>
            <a:off x="1828800" y="1147572"/>
            <a:ext cx="192024" cy="192024"/>
          </a:xfrm>
          <a:prstGeom prst="rect">
            <a:avLst/>
          </a:prstGeom>
          <a:solidFill>
            <a:srgbClr val="F7D84A"/>
          </a:solidFill>
          <a:ln/>
        </p:spPr>
      </p:sp>
      <p:sp>
        <p:nvSpPr>
          <p:cNvPr id="19" name="Shape 16"/>
          <p:cNvSpPr/>
          <p:nvPr/>
        </p:nvSpPr>
        <p:spPr>
          <a:xfrm>
            <a:off x="1778508" y="1097280"/>
            <a:ext cx="50292" cy="50292"/>
          </a:xfrm>
          <a:prstGeom prst="rect">
            <a:avLst/>
          </a:prstGeom>
          <a:solidFill>
            <a:srgbClr val="0F1426"/>
          </a:solidFill>
          <a:ln/>
        </p:spPr>
      </p:sp>
      <p:sp>
        <p:nvSpPr>
          <p:cNvPr id="20" name="Shape 17"/>
          <p:cNvSpPr/>
          <p:nvPr/>
        </p:nvSpPr>
        <p:spPr>
          <a:xfrm>
            <a:off x="2020824" y="1097280"/>
            <a:ext cx="50292" cy="50292"/>
          </a:xfrm>
          <a:prstGeom prst="rect">
            <a:avLst/>
          </a:prstGeom>
          <a:solidFill>
            <a:srgbClr val="0F1426"/>
          </a:solidFill>
          <a:ln/>
        </p:spPr>
      </p:sp>
      <p:sp>
        <p:nvSpPr>
          <p:cNvPr id="21" name="Shape 18"/>
          <p:cNvSpPr/>
          <p:nvPr/>
        </p:nvSpPr>
        <p:spPr>
          <a:xfrm>
            <a:off x="1778508" y="1339596"/>
            <a:ext cx="50292" cy="50292"/>
          </a:xfrm>
          <a:prstGeom prst="rect">
            <a:avLst/>
          </a:prstGeom>
          <a:solidFill>
            <a:srgbClr val="0F1426"/>
          </a:solidFill>
          <a:ln/>
        </p:spPr>
      </p:sp>
      <p:sp>
        <p:nvSpPr>
          <p:cNvPr id="22" name="Shape 19"/>
          <p:cNvSpPr/>
          <p:nvPr/>
        </p:nvSpPr>
        <p:spPr>
          <a:xfrm>
            <a:off x="2020824" y="1339596"/>
            <a:ext cx="50292" cy="50292"/>
          </a:xfrm>
          <a:prstGeom prst="rect">
            <a:avLst/>
          </a:prstGeom>
          <a:solidFill>
            <a:srgbClr val="0F1426"/>
          </a:solidFill>
          <a:ln/>
        </p:spPr>
      </p:sp>
      <p:sp>
        <p:nvSpPr>
          <p:cNvPr id="23" name="Text 20"/>
          <p:cNvSpPr txBox="1"/>
          <p:nvPr/>
        </p:nvSpPr>
        <p:spPr>
          <a:xfrm>
            <a:off x="1778508" y="1097280"/>
            <a:ext cx="292608" cy="292608"/>
          </a:xfrm>
          <a:prstGeom prst="rect">
            <a:avLst/>
          </a:prstGeom>
          <a:noFill/>
          <a:ln/>
        </p:spPr>
        <p:txBody>
          <a:bodyPr wrap="square" lIns="0" tIns="0" rIns="0" bIns="0" rtlCol="0" anchor="ctr"/>
          <a:lstStyle/>
          <a:p>
            <a:pPr algn="ctr" indent="0" marL="0">
              <a:buNone/>
            </a:pPr>
            <a:r>
              <a:rPr lang="ko-KR" altLang="en-US" sz="1100" dirty="0">
                <a:solidFill>
                  <a:srgbClr val="22201F"/>
                </a:solidFill>
                <a:latin typeface="Galmuri11" pitchFamily="34" charset="0"/>
                <a:ea typeface="Galmuri11" pitchFamily="34" charset="-122"/>
                <a:cs typeface="Galmuri11" pitchFamily="34" charset="-120"/>
              </a:rPr>
              <a:t>1</a:t>
            </a:r>
            <a:endParaRPr lang="ko-KR" sz="1100" dirty="0"/>
          </a:p>
        </p:txBody>
      </p:sp>
      <p:sp>
        <p:nvSpPr>
          <p:cNvPr id="24" name="Text 21"/>
          <p:cNvSpPr txBox="1"/>
          <p:nvPr/>
        </p:nvSpPr>
        <p:spPr>
          <a:xfrm>
            <a:off x="548640" y="1938528"/>
            <a:ext cx="2057400" cy="347472"/>
          </a:xfrm>
          <a:prstGeom prst="rect">
            <a:avLst/>
          </a:prstGeom>
          <a:noFill/>
          <a:ln/>
        </p:spPr>
        <p:txBody>
          <a:bodyPr wrap="square" lIns="0" tIns="0" rIns="0" bIns="0" rtlCol="0" anchor="t"/>
          <a:lstStyle/>
          <a:p>
            <a:pPr algn="ctr" indent="0" marL="0">
              <a:buNone/>
            </a:pPr>
            <a:r>
              <a:rPr lang="ko-KR" altLang="en-US" sz="1600" dirty="0">
                <a:solidFill>
                  <a:srgbClr val="FFFFFF"/>
                </a:solidFill>
                <a:latin typeface="Galmuri14" pitchFamily="34" charset="0"/>
                <a:ea typeface="Galmuri14" pitchFamily="34" charset="-122"/>
                <a:cs typeface="Galmuri14" pitchFamily="34" charset="-120"/>
              </a:rPr>
              <a:t>사건 접수</a:t>
            </a:r>
            <a:endParaRPr lang="ko-KR" sz="1600" dirty="0"/>
          </a:p>
        </p:txBody>
      </p:sp>
      <p:sp>
        <p:nvSpPr>
          <p:cNvPr id="25" name="Text 22"/>
          <p:cNvSpPr txBox="1"/>
          <p:nvPr/>
        </p:nvSpPr>
        <p:spPr>
          <a:xfrm>
            <a:off x="548640" y="2304288"/>
            <a:ext cx="2057400" cy="502920"/>
          </a:xfrm>
          <a:prstGeom prst="rect">
            <a:avLst/>
          </a:prstGeom>
          <a:noFill/>
          <a:ln/>
        </p:spPr>
        <p:txBody>
          <a:bodyPr wrap="square" lIns="0" tIns="0" rIns="0" bIns="0" rtlCol="0" anchor="t"/>
          <a:lstStyle/>
          <a:p>
            <a:pPr algn="ctr" indent="0" marL="0">
              <a:buNone/>
            </a:pPr>
            <a:r>
              <a:rPr lang="ko-KR" altLang="en-US" sz="1300" dirty="0">
                <a:solidFill>
                  <a:srgbClr val="B9C6E2"/>
                </a:solidFill>
                <a:latin typeface="맑은 고딕" pitchFamily="34" charset="0"/>
                <a:ea typeface="맑은 고딕" pitchFamily="34" charset="-122"/>
                <a:cs typeface="맑은 고딕" pitchFamily="34" charset="-120"/>
              </a:rPr>
              <a:t>브리핑 후 요청 카드가</a:t>
            </a:r>
            <a:endParaRPr lang="ko-KR" sz="1300" dirty="0"/>
          </a:p>
          <a:p>
            <a:pPr algn="ctr" indent="0" marL="0">
              <a:buNone/>
            </a:pPr>
            <a:r>
              <a:rPr lang="ko-KR" altLang="en-US" sz="1300" dirty="0">
                <a:solidFill>
                  <a:srgbClr val="B9C6E2"/>
                </a:solidFill>
                <a:latin typeface="맑은 고딕" pitchFamily="34" charset="0"/>
                <a:ea typeface="맑은 고딕" pitchFamily="34" charset="-122"/>
                <a:cs typeface="맑은 고딕" pitchFamily="34" charset="-120"/>
              </a:rPr>
              <a:t>데스크에 도착</a:t>
            </a:r>
            <a:endParaRPr lang="ko-KR" sz="1300" dirty="0"/>
          </a:p>
        </p:txBody>
      </p:sp>
      <p:pic>
        <p:nvPicPr>
          <p:cNvPr id="26" name="Image 1" descr="preencoded.png">    </p:cNvPr>
          <p:cNvPicPr>
            <a:picLocks noChangeAspect="1"/>
          </p:cNvPicPr>
          <p:nvPr/>
        </p:nvPicPr>
        <p:blipFill>
          <a:blip r:embed="rId2"/>
          <a:stretch>
            <a:fillRect/>
          </a:stretch>
        </p:blipFill>
        <p:spPr>
          <a:xfrm>
            <a:off x="2615184" y="1417320"/>
            <a:ext cx="182880" cy="182880"/>
          </a:xfrm>
          <a:prstGeom prst="rect">
            <a:avLst/>
          </a:prstGeom>
        </p:spPr>
      </p:pic>
      <p:sp>
        <p:nvSpPr>
          <p:cNvPr id="27" name="Shape 23"/>
          <p:cNvSpPr/>
          <p:nvPr/>
        </p:nvSpPr>
        <p:spPr>
          <a:xfrm>
            <a:off x="594360" y="2907792"/>
            <a:ext cx="1965960" cy="2514600"/>
          </a:xfrm>
          <a:prstGeom prst="rect">
            <a:avLst/>
          </a:prstGeom>
          <a:solidFill>
            <a:srgbClr val="3A4E7A"/>
          </a:solidFill>
          <a:ln/>
        </p:spPr>
      </p:sp>
      <p:sp>
        <p:nvSpPr>
          <p:cNvPr id="28" name="Shape 24"/>
          <p:cNvSpPr/>
          <p:nvPr/>
        </p:nvSpPr>
        <p:spPr>
          <a:xfrm>
            <a:off x="644652" y="2958084"/>
            <a:ext cx="1865376" cy="2414016"/>
          </a:xfrm>
          <a:prstGeom prst="rect">
            <a:avLst/>
          </a:prstGeom>
          <a:solidFill>
            <a:srgbClr val="060A15"/>
          </a:solidFill>
          <a:ln/>
        </p:spPr>
      </p:sp>
      <p:sp>
        <p:nvSpPr>
          <p:cNvPr id="29" name="Shape 25"/>
          <p:cNvSpPr/>
          <p:nvPr/>
        </p:nvSpPr>
        <p:spPr>
          <a:xfrm>
            <a:off x="594360" y="2907792"/>
            <a:ext cx="50292" cy="50292"/>
          </a:xfrm>
          <a:prstGeom prst="rect">
            <a:avLst/>
          </a:prstGeom>
          <a:solidFill>
            <a:srgbClr val="0F1426"/>
          </a:solidFill>
          <a:ln/>
        </p:spPr>
      </p:sp>
      <p:sp>
        <p:nvSpPr>
          <p:cNvPr id="30" name="Shape 26"/>
          <p:cNvSpPr/>
          <p:nvPr/>
        </p:nvSpPr>
        <p:spPr>
          <a:xfrm>
            <a:off x="2510028" y="2907792"/>
            <a:ext cx="50292" cy="50292"/>
          </a:xfrm>
          <a:prstGeom prst="rect">
            <a:avLst/>
          </a:prstGeom>
          <a:solidFill>
            <a:srgbClr val="0F1426"/>
          </a:solidFill>
          <a:ln/>
        </p:spPr>
      </p:sp>
      <p:sp>
        <p:nvSpPr>
          <p:cNvPr id="31" name="Shape 27"/>
          <p:cNvSpPr/>
          <p:nvPr/>
        </p:nvSpPr>
        <p:spPr>
          <a:xfrm>
            <a:off x="594360" y="5372100"/>
            <a:ext cx="50292" cy="50292"/>
          </a:xfrm>
          <a:prstGeom prst="rect">
            <a:avLst/>
          </a:prstGeom>
          <a:solidFill>
            <a:srgbClr val="0F1426"/>
          </a:solidFill>
          <a:ln/>
        </p:spPr>
      </p:sp>
      <p:sp>
        <p:nvSpPr>
          <p:cNvPr id="32" name="Shape 28"/>
          <p:cNvSpPr/>
          <p:nvPr/>
        </p:nvSpPr>
        <p:spPr>
          <a:xfrm>
            <a:off x="2510028" y="5372100"/>
            <a:ext cx="50292" cy="50292"/>
          </a:xfrm>
          <a:prstGeom prst="rect">
            <a:avLst/>
          </a:prstGeom>
          <a:solidFill>
            <a:srgbClr val="0F1426"/>
          </a:solidFill>
          <a:ln/>
        </p:spPr>
      </p:sp>
      <p:pic>
        <p:nvPicPr>
          <p:cNvPr id="33" name="Image 2" descr="HTML 시제품 화면: 사건 접수">    </p:cNvPr>
          <p:cNvPicPr>
            <a:picLocks noChangeAspect="1"/>
          </p:cNvPicPr>
          <p:nvPr/>
        </p:nvPicPr>
        <p:blipFill>
          <a:blip r:embed="rId3"/>
          <a:stretch>
            <a:fillRect/>
          </a:stretch>
        </p:blipFill>
        <p:spPr>
          <a:xfrm>
            <a:off x="667512" y="2980944"/>
            <a:ext cx="1819656" cy="2368296"/>
          </a:xfrm>
          <a:prstGeom prst="rect">
            <a:avLst/>
          </a:prstGeom>
        </p:spPr>
      </p:pic>
      <p:sp>
        <p:nvSpPr>
          <p:cNvPr id="34" name="Shape 29"/>
          <p:cNvSpPr/>
          <p:nvPr/>
        </p:nvSpPr>
        <p:spPr>
          <a:xfrm>
            <a:off x="3488436" y="1170432"/>
            <a:ext cx="694944" cy="694944"/>
          </a:xfrm>
          <a:prstGeom prst="rect">
            <a:avLst/>
          </a:prstGeom>
          <a:solidFill>
            <a:srgbClr val="22201F"/>
          </a:solidFill>
          <a:ln/>
        </p:spPr>
      </p:sp>
      <p:sp>
        <p:nvSpPr>
          <p:cNvPr id="35" name="Shape 30"/>
          <p:cNvSpPr/>
          <p:nvPr/>
        </p:nvSpPr>
        <p:spPr>
          <a:xfrm>
            <a:off x="3538728" y="1220724"/>
            <a:ext cx="594360" cy="594360"/>
          </a:xfrm>
          <a:prstGeom prst="rect">
            <a:avLst/>
          </a:prstGeom>
          <a:solidFill>
            <a:srgbClr val="45C7C1"/>
          </a:solidFill>
          <a:ln/>
        </p:spPr>
      </p:sp>
      <p:sp>
        <p:nvSpPr>
          <p:cNvPr id="36" name="Shape 31"/>
          <p:cNvSpPr/>
          <p:nvPr/>
        </p:nvSpPr>
        <p:spPr>
          <a:xfrm>
            <a:off x="3488436" y="1170432"/>
            <a:ext cx="50292" cy="50292"/>
          </a:xfrm>
          <a:prstGeom prst="rect">
            <a:avLst/>
          </a:prstGeom>
          <a:solidFill>
            <a:srgbClr val="0F1426"/>
          </a:solidFill>
          <a:ln/>
        </p:spPr>
      </p:sp>
      <p:sp>
        <p:nvSpPr>
          <p:cNvPr id="37" name="Shape 32"/>
          <p:cNvSpPr/>
          <p:nvPr/>
        </p:nvSpPr>
        <p:spPr>
          <a:xfrm>
            <a:off x="4133088" y="1170432"/>
            <a:ext cx="50292" cy="50292"/>
          </a:xfrm>
          <a:prstGeom prst="rect">
            <a:avLst/>
          </a:prstGeom>
          <a:solidFill>
            <a:srgbClr val="0F1426"/>
          </a:solidFill>
          <a:ln/>
        </p:spPr>
      </p:sp>
      <p:sp>
        <p:nvSpPr>
          <p:cNvPr id="38" name="Shape 33"/>
          <p:cNvSpPr/>
          <p:nvPr/>
        </p:nvSpPr>
        <p:spPr>
          <a:xfrm>
            <a:off x="3488436" y="1815084"/>
            <a:ext cx="50292" cy="50292"/>
          </a:xfrm>
          <a:prstGeom prst="rect">
            <a:avLst/>
          </a:prstGeom>
          <a:solidFill>
            <a:srgbClr val="0F1426"/>
          </a:solidFill>
          <a:ln/>
        </p:spPr>
      </p:sp>
      <p:sp>
        <p:nvSpPr>
          <p:cNvPr id="39" name="Shape 34"/>
          <p:cNvSpPr/>
          <p:nvPr/>
        </p:nvSpPr>
        <p:spPr>
          <a:xfrm>
            <a:off x="4133088" y="1815084"/>
            <a:ext cx="50292" cy="50292"/>
          </a:xfrm>
          <a:prstGeom prst="rect">
            <a:avLst/>
          </a:prstGeom>
          <a:solidFill>
            <a:srgbClr val="0F1426"/>
          </a:solidFill>
          <a:ln/>
        </p:spPr>
      </p:sp>
      <p:pic>
        <p:nvPicPr>
          <p:cNvPr id="40" name="Image 3" descr="preencoded.png">    </p:cNvPr>
          <p:cNvPicPr>
            <a:picLocks noChangeAspect="1"/>
          </p:cNvPicPr>
          <p:nvPr/>
        </p:nvPicPr>
        <p:blipFill>
          <a:blip r:embed="rId4"/>
          <a:stretch>
            <a:fillRect/>
          </a:stretch>
        </p:blipFill>
        <p:spPr>
          <a:xfrm>
            <a:off x="3641324" y="1323320"/>
            <a:ext cx="389169" cy="389169"/>
          </a:xfrm>
          <a:prstGeom prst="rect">
            <a:avLst/>
          </a:prstGeom>
        </p:spPr>
      </p:pic>
      <p:sp>
        <p:nvSpPr>
          <p:cNvPr id="41" name="Shape 35"/>
          <p:cNvSpPr/>
          <p:nvPr/>
        </p:nvSpPr>
        <p:spPr>
          <a:xfrm>
            <a:off x="4037076" y="1097280"/>
            <a:ext cx="292608" cy="292608"/>
          </a:xfrm>
          <a:prstGeom prst="rect">
            <a:avLst/>
          </a:prstGeom>
          <a:solidFill>
            <a:srgbClr val="22201F"/>
          </a:solidFill>
          <a:ln/>
        </p:spPr>
      </p:sp>
      <p:sp>
        <p:nvSpPr>
          <p:cNvPr id="42" name="Shape 36"/>
          <p:cNvSpPr/>
          <p:nvPr/>
        </p:nvSpPr>
        <p:spPr>
          <a:xfrm>
            <a:off x="4087368" y="1147572"/>
            <a:ext cx="192024" cy="192024"/>
          </a:xfrm>
          <a:prstGeom prst="rect">
            <a:avLst/>
          </a:prstGeom>
          <a:solidFill>
            <a:srgbClr val="F7D84A"/>
          </a:solidFill>
          <a:ln/>
        </p:spPr>
      </p:sp>
      <p:sp>
        <p:nvSpPr>
          <p:cNvPr id="43" name="Shape 37"/>
          <p:cNvSpPr/>
          <p:nvPr/>
        </p:nvSpPr>
        <p:spPr>
          <a:xfrm>
            <a:off x="4037076" y="1097280"/>
            <a:ext cx="50292" cy="50292"/>
          </a:xfrm>
          <a:prstGeom prst="rect">
            <a:avLst/>
          </a:prstGeom>
          <a:solidFill>
            <a:srgbClr val="0F1426"/>
          </a:solidFill>
          <a:ln/>
        </p:spPr>
      </p:sp>
      <p:sp>
        <p:nvSpPr>
          <p:cNvPr id="44" name="Shape 38"/>
          <p:cNvSpPr/>
          <p:nvPr/>
        </p:nvSpPr>
        <p:spPr>
          <a:xfrm>
            <a:off x="4279392" y="1097280"/>
            <a:ext cx="50292" cy="50292"/>
          </a:xfrm>
          <a:prstGeom prst="rect">
            <a:avLst/>
          </a:prstGeom>
          <a:solidFill>
            <a:srgbClr val="0F1426"/>
          </a:solidFill>
          <a:ln/>
        </p:spPr>
      </p:sp>
      <p:sp>
        <p:nvSpPr>
          <p:cNvPr id="45" name="Shape 39"/>
          <p:cNvSpPr/>
          <p:nvPr/>
        </p:nvSpPr>
        <p:spPr>
          <a:xfrm>
            <a:off x="4037076" y="1339596"/>
            <a:ext cx="50292" cy="50292"/>
          </a:xfrm>
          <a:prstGeom prst="rect">
            <a:avLst/>
          </a:prstGeom>
          <a:solidFill>
            <a:srgbClr val="0F1426"/>
          </a:solidFill>
          <a:ln/>
        </p:spPr>
      </p:sp>
      <p:sp>
        <p:nvSpPr>
          <p:cNvPr id="46" name="Shape 40"/>
          <p:cNvSpPr/>
          <p:nvPr/>
        </p:nvSpPr>
        <p:spPr>
          <a:xfrm>
            <a:off x="4279392" y="1339596"/>
            <a:ext cx="50292" cy="50292"/>
          </a:xfrm>
          <a:prstGeom prst="rect">
            <a:avLst/>
          </a:prstGeom>
          <a:solidFill>
            <a:srgbClr val="0F1426"/>
          </a:solidFill>
          <a:ln/>
        </p:spPr>
      </p:sp>
      <p:sp>
        <p:nvSpPr>
          <p:cNvPr id="47" name="Text 41"/>
          <p:cNvSpPr txBox="1"/>
          <p:nvPr/>
        </p:nvSpPr>
        <p:spPr>
          <a:xfrm>
            <a:off x="4037076" y="1097280"/>
            <a:ext cx="292608" cy="292608"/>
          </a:xfrm>
          <a:prstGeom prst="rect">
            <a:avLst/>
          </a:prstGeom>
          <a:noFill/>
          <a:ln/>
        </p:spPr>
        <p:txBody>
          <a:bodyPr wrap="square" lIns="0" tIns="0" rIns="0" bIns="0" rtlCol="0" anchor="ctr"/>
          <a:lstStyle/>
          <a:p>
            <a:pPr algn="ctr" indent="0" marL="0">
              <a:buNone/>
            </a:pPr>
            <a:r>
              <a:rPr lang="ko-KR" altLang="en-US" sz="1100" dirty="0">
                <a:solidFill>
                  <a:srgbClr val="22201F"/>
                </a:solidFill>
                <a:latin typeface="Galmuri11" pitchFamily="34" charset="0"/>
                <a:ea typeface="Galmuri11" pitchFamily="34" charset="-122"/>
                <a:cs typeface="Galmuri11" pitchFamily="34" charset="-120"/>
              </a:rPr>
              <a:t>2</a:t>
            </a:r>
            <a:endParaRPr lang="ko-KR" sz="1100" dirty="0"/>
          </a:p>
        </p:txBody>
      </p:sp>
      <p:sp>
        <p:nvSpPr>
          <p:cNvPr id="48" name="Text 42"/>
          <p:cNvSpPr txBox="1"/>
          <p:nvPr/>
        </p:nvSpPr>
        <p:spPr>
          <a:xfrm>
            <a:off x="2807208" y="1938528"/>
            <a:ext cx="2057400" cy="347472"/>
          </a:xfrm>
          <a:prstGeom prst="rect">
            <a:avLst/>
          </a:prstGeom>
          <a:noFill/>
          <a:ln/>
        </p:spPr>
        <p:txBody>
          <a:bodyPr wrap="square" lIns="0" tIns="0" rIns="0" bIns="0" rtlCol="0" anchor="t"/>
          <a:lstStyle/>
          <a:p>
            <a:pPr algn="ctr" indent="0" marL="0">
              <a:buNone/>
            </a:pPr>
            <a:r>
              <a:rPr lang="ko-KR" altLang="en-US" sz="1600" dirty="0">
                <a:solidFill>
                  <a:srgbClr val="FFFFFF"/>
                </a:solidFill>
                <a:latin typeface="Galmuri14" pitchFamily="34" charset="0"/>
                <a:ea typeface="Galmuri14" pitchFamily="34" charset="-122"/>
                <a:cs typeface="Galmuri14" pitchFamily="34" charset="-120"/>
              </a:rPr>
              <a:t>문서·메시지 확인</a:t>
            </a:r>
            <a:endParaRPr lang="ko-KR" sz="1600" dirty="0"/>
          </a:p>
        </p:txBody>
      </p:sp>
      <p:sp>
        <p:nvSpPr>
          <p:cNvPr id="49" name="Text 43"/>
          <p:cNvSpPr txBox="1"/>
          <p:nvPr/>
        </p:nvSpPr>
        <p:spPr>
          <a:xfrm>
            <a:off x="2807208" y="2304288"/>
            <a:ext cx="2057400" cy="502920"/>
          </a:xfrm>
          <a:prstGeom prst="rect">
            <a:avLst/>
          </a:prstGeom>
          <a:noFill/>
          <a:ln/>
        </p:spPr>
        <p:txBody>
          <a:bodyPr wrap="square" lIns="0" tIns="0" rIns="0" bIns="0" rtlCol="0" anchor="t"/>
          <a:lstStyle/>
          <a:p>
            <a:pPr algn="ctr" indent="0" marL="0">
              <a:buNone/>
            </a:pPr>
            <a:r>
              <a:rPr lang="ko-KR" altLang="en-US" sz="1300" dirty="0">
                <a:solidFill>
                  <a:srgbClr val="B9C6E2"/>
                </a:solidFill>
                <a:latin typeface="맑은 고딕" pitchFamily="34" charset="0"/>
                <a:ea typeface="맑은 고딕" pitchFamily="34" charset="-122"/>
                <a:cs typeface="맑은 고딕" pitchFamily="34" charset="-120"/>
              </a:rPr>
              <a:t>문서 탭과 내 기록을</a:t>
            </a:r>
            <a:endParaRPr lang="ko-KR" sz="1300" dirty="0"/>
          </a:p>
          <a:p>
            <a:pPr algn="ctr" indent="0" marL="0">
              <a:buNone/>
            </a:pPr>
            <a:r>
              <a:rPr lang="ko-KR" altLang="en-US" sz="1300" dirty="0">
                <a:solidFill>
                  <a:srgbClr val="B9C6E2"/>
                </a:solidFill>
                <a:latin typeface="맑은 고딕" pitchFamily="34" charset="0"/>
                <a:ea typeface="맑은 고딕" pitchFamily="34" charset="-122"/>
                <a:cs typeface="맑은 고딕" pitchFamily="34" charset="-120"/>
              </a:rPr>
              <a:t>열어 요청 확인</a:t>
            </a:r>
            <a:endParaRPr lang="ko-KR" sz="1300" dirty="0"/>
          </a:p>
        </p:txBody>
      </p:sp>
      <p:pic>
        <p:nvPicPr>
          <p:cNvPr id="50" name="Image 4" descr="preencoded.png">    </p:cNvPr>
          <p:cNvPicPr>
            <a:picLocks noChangeAspect="1"/>
          </p:cNvPicPr>
          <p:nvPr/>
        </p:nvPicPr>
        <p:blipFill>
          <a:blip r:embed="rId5"/>
          <a:stretch>
            <a:fillRect/>
          </a:stretch>
        </p:blipFill>
        <p:spPr>
          <a:xfrm>
            <a:off x="4873752" y="1417320"/>
            <a:ext cx="182880" cy="182880"/>
          </a:xfrm>
          <a:prstGeom prst="rect">
            <a:avLst/>
          </a:prstGeom>
        </p:spPr>
      </p:pic>
      <p:sp>
        <p:nvSpPr>
          <p:cNvPr id="51" name="Shape 44"/>
          <p:cNvSpPr/>
          <p:nvPr/>
        </p:nvSpPr>
        <p:spPr>
          <a:xfrm>
            <a:off x="2852928" y="2907792"/>
            <a:ext cx="1965960" cy="2514600"/>
          </a:xfrm>
          <a:prstGeom prst="rect">
            <a:avLst/>
          </a:prstGeom>
          <a:solidFill>
            <a:srgbClr val="3A4E7A"/>
          </a:solidFill>
          <a:ln/>
        </p:spPr>
      </p:sp>
      <p:sp>
        <p:nvSpPr>
          <p:cNvPr id="52" name="Shape 45"/>
          <p:cNvSpPr/>
          <p:nvPr/>
        </p:nvSpPr>
        <p:spPr>
          <a:xfrm>
            <a:off x="2903220" y="2958084"/>
            <a:ext cx="1865376" cy="2414016"/>
          </a:xfrm>
          <a:prstGeom prst="rect">
            <a:avLst/>
          </a:prstGeom>
          <a:solidFill>
            <a:srgbClr val="060A15"/>
          </a:solidFill>
          <a:ln/>
        </p:spPr>
      </p:sp>
      <p:sp>
        <p:nvSpPr>
          <p:cNvPr id="53" name="Shape 46"/>
          <p:cNvSpPr/>
          <p:nvPr/>
        </p:nvSpPr>
        <p:spPr>
          <a:xfrm>
            <a:off x="2852928" y="2907792"/>
            <a:ext cx="50292" cy="50292"/>
          </a:xfrm>
          <a:prstGeom prst="rect">
            <a:avLst/>
          </a:prstGeom>
          <a:solidFill>
            <a:srgbClr val="0F1426"/>
          </a:solidFill>
          <a:ln/>
        </p:spPr>
      </p:sp>
      <p:sp>
        <p:nvSpPr>
          <p:cNvPr id="54" name="Shape 47"/>
          <p:cNvSpPr/>
          <p:nvPr/>
        </p:nvSpPr>
        <p:spPr>
          <a:xfrm>
            <a:off x="4768596" y="2907792"/>
            <a:ext cx="50292" cy="50292"/>
          </a:xfrm>
          <a:prstGeom prst="rect">
            <a:avLst/>
          </a:prstGeom>
          <a:solidFill>
            <a:srgbClr val="0F1426"/>
          </a:solidFill>
          <a:ln/>
        </p:spPr>
      </p:sp>
      <p:sp>
        <p:nvSpPr>
          <p:cNvPr id="55" name="Shape 48"/>
          <p:cNvSpPr/>
          <p:nvPr/>
        </p:nvSpPr>
        <p:spPr>
          <a:xfrm>
            <a:off x="2852928" y="5372100"/>
            <a:ext cx="50292" cy="50292"/>
          </a:xfrm>
          <a:prstGeom prst="rect">
            <a:avLst/>
          </a:prstGeom>
          <a:solidFill>
            <a:srgbClr val="0F1426"/>
          </a:solidFill>
          <a:ln/>
        </p:spPr>
      </p:sp>
      <p:sp>
        <p:nvSpPr>
          <p:cNvPr id="56" name="Shape 49"/>
          <p:cNvSpPr/>
          <p:nvPr/>
        </p:nvSpPr>
        <p:spPr>
          <a:xfrm>
            <a:off x="4768596" y="5372100"/>
            <a:ext cx="50292" cy="50292"/>
          </a:xfrm>
          <a:prstGeom prst="rect">
            <a:avLst/>
          </a:prstGeom>
          <a:solidFill>
            <a:srgbClr val="0F1426"/>
          </a:solidFill>
          <a:ln/>
        </p:spPr>
      </p:sp>
      <p:pic>
        <p:nvPicPr>
          <p:cNvPr id="57" name="Image 5" descr="HTML 시제품 화면: 문서·메시지 확인">    </p:cNvPr>
          <p:cNvPicPr>
            <a:picLocks noChangeAspect="1"/>
          </p:cNvPicPr>
          <p:nvPr/>
        </p:nvPicPr>
        <p:blipFill>
          <a:blip r:embed="rId6"/>
          <a:stretch>
            <a:fillRect/>
          </a:stretch>
        </p:blipFill>
        <p:spPr>
          <a:xfrm>
            <a:off x="2926080" y="2980944"/>
            <a:ext cx="1819656" cy="2368296"/>
          </a:xfrm>
          <a:prstGeom prst="rect">
            <a:avLst/>
          </a:prstGeom>
        </p:spPr>
      </p:pic>
      <p:sp>
        <p:nvSpPr>
          <p:cNvPr id="58" name="Shape 50"/>
          <p:cNvSpPr/>
          <p:nvPr/>
        </p:nvSpPr>
        <p:spPr>
          <a:xfrm>
            <a:off x="5747004" y="1170432"/>
            <a:ext cx="694944" cy="694944"/>
          </a:xfrm>
          <a:prstGeom prst="rect">
            <a:avLst/>
          </a:prstGeom>
          <a:solidFill>
            <a:srgbClr val="22201F"/>
          </a:solidFill>
          <a:ln/>
        </p:spPr>
      </p:sp>
      <p:sp>
        <p:nvSpPr>
          <p:cNvPr id="59" name="Shape 51"/>
          <p:cNvSpPr/>
          <p:nvPr/>
        </p:nvSpPr>
        <p:spPr>
          <a:xfrm>
            <a:off x="5797296" y="1220724"/>
            <a:ext cx="594360" cy="594360"/>
          </a:xfrm>
          <a:prstGeom prst="rect">
            <a:avLst/>
          </a:prstGeom>
          <a:solidFill>
            <a:srgbClr val="45C7C1"/>
          </a:solidFill>
          <a:ln/>
        </p:spPr>
      </p:sp>
      <p:sp>
        <p:nvSpPr>
          <p:cNvPr id="60" name="Shape 52"/>
          <p:cNvSpPr/>
          <p:nvPr/>
        </p:nvSpPr>
        <p:spPr>
          <a:xfrm>
            <a:off x="5747004" y="1170432"/>
            <a:ext cx="50292" cy="50292"/>
          </a:xfrm>
          <a:prstGeom prst="rect">
            <a:avLst/>
          </a:prstGeom>
          <a:solidFill>
            <a:srgbClr val="0F1426"/>
          </a:solidFill>
          <a:ln/>
        </p:spPr>
      </p:sp>
      <p:sp>
        <p:nvSpPr>
          <p:cNvPr id="61" name="Shape 53"/>
          <p:cNvSpPr/>
          <p:nvPr/>
        </p:nvSpPr>
        <p:spPr>
          <a:xfrm>
            <a:off x="6391656" y="1170432"/>
            <a:ext cx="50292" cy="50292"/>
          </a:xfrm>
          <a:prstGeom prst="rect">
            <a:avLst/>
          </a:prstGeom>
          <a:solidFill>
            <a:srgbClr val="0F1426"/>
          </a:solidFill>
          <a:ln/>
        </p:spPr>
      </p:sp>
      <p:sp>
        <p:nvSpPr>
          <p:cNvPr id="62" name="Shape 54"/>
          <p:cNvSpPr/>
          <p:nvPr/>
        </p:nvSpPr>
        <p:spPr>
          <a:xfrm>
            <a:off x="5747004" y="1815084"/>
            <a:ext cx="50292" cy="50292"/>
          </a:xfrm>
          <a:prstGeom prst="rect">
            <a:avLst/>
          </a:prstGeom>
          <a:solidFill>
            <a:srgbClr val="0F1426"/>
          </a:solidFill>
          <a:ln/>
        </p:spPr>
      </p:sp>
      <p:sp>
        <p:nvSpPr>
          <p:cNvPr id="63" name="Shape 55"/>
          <p:cNvSpPr/>
          <p:nvPr/>
        </p:nvSpPr>
        <p:spPr>
          <a:xfrm>
            <a:off x="6391656" y="1815084"/>
            <a:ext cx="50292" cy="50292"/>
          </a:xfrm>
          <a:prstGeom prst="rect">
            <a:avLst/>
          </a:prstGeom>
          <a:solidFill>
            <a:srgbClr val="0F1426"/>
          </a:solidFill>
          <a:ln/>
        </p:spPr>
      </p:sp>
      <p:pic>
        <p:nvPicPr>
          <p:cNvPr id="64" name="Image 6" descr="preencoded.png">    </p:cNvPr>
          <p:cNvPicPr>
            <a:picLocks noChangeAspect="1"/>
          </p:cNvPicPr>
          <p:nvPr/>
        </p:nvPicPr>
        <p:blipFill>
          <a:blip r:embed="rId7"/>
          <a:stretch>
            <a:fillRect/>
          </a:stretch>
        </p:blipFill>
        <p:spPr>
          <a:xfrm>
            <a:off x="5899892" y="1323320"/>
            <a:ext cx="389169" cy="389169"/>
          </a:xfrm>
          <a:prstGeom prst="rect">
            <a:avLst/>
          </a:prstGeom>
        </p:spPr>
      </p:pic>
      <p:sp>
        <p:nvSpPr>
          <p:cNvPr id="65" name="Shape 56"/>
          <p:cNvSpPr/>
          <p:nvPr/>
        </p:nvSpPr>
        <p:spPr>
          <a:xfrm>
            <a:off x="6295644" y="1097280"/>
            <a:ext cx="292608" cy="292608"/>
          </a:xfrm>
          <a:prstGeom prst="rect">
            <a:avLst/>
          </a:prstGeom>
          <a:solidFill>
            <a:srgbClr val="22201F"/>
          </a:solidFill>
          <a:ln/>
        </p:spPr>
      </p:sp>
      <p:sp>
        <p:nvSpPr>
          <p:cNvPr id="66" name="Shape 57"/>
          <p:cNvSpPr/>
          <p:nvPr/>
        </p:nvSpPr>
        <p:spPr>
          <a:xfrm>
            <a:off x="6345936" y="1147572"/>
            <a:ext cx="192024" cy="192024"/>
          </a:xfrm>
          <a:prstGeom prst="rect">
            <a:avLst/>
          </a:prstGeom>
          <a:solidFill>
            <a:srgbClr val="F7D84A"/>
          </a:solidFill>
          <a:ln/>
        </p:spPr>
      </p:sp>
      <p:sp>
        <p:nvSpPr>
          <p:cNvPr id="67" name="Shape 58"/>
          <p:cNvSpPr/>
          <p:nvPr/>
        </p:nvSpPr>
        <p:spPr>
          <a:xfrm>
            <a:off x="6295644" y="1097280"/>
            <a:ext cx="50292" cy="50292"/>
          </a:xfrm>
          <a:prstGeom prst="rect">
            <a:avLst/>
          </a:prstGeom>
          <a:solidFill>
            <a:srgbClr val="0F1426"/>
          </a:solidFill>
          <a:ln/>
        </p:spPr>
      </p:sp>
      <p:sp>
        <p:nvSpPr>
          <p:cNvPr id="68" name="Shape 59"/>
          <p:cNvSpPr/>
          <p:nvPr/>
        </p:nvSpPr>
        <p:spPr>
          <a:xfrm>
            <a:off x="6537960" y="1097280"/>
            <a:ext cx="50292" cy="50292"/>
          </a:xfrm>
          <a:prstGeom prst="rect">
            <a:avLst/>
          </a:prstGeom>
          <a:solidFill>
            <a:srgbClr val="0F1426"/>
          </a:solidFill>
          <a:ln/>
        </p:spPr>
      </p:sp>
      <p:sp>
        <p:nvSpPr>
          <p:cNvPr id="69" name="Shape 60"/>
          <p:cNvSpPr/>
          <p:nvPr/>
        </p:nvSpPr>
        <p:spPr>
          <a:xfrm>
            <a:off x="6295644" y="1339596"/>
            <a:ext cx="50292" cy="50292"/>
          </a:xfrm>
          <a:prstGeom prst="rect">
            <a:avLst/>
          </a:prstGeom>
          <a:solidFill>
            <a:srgbClr val="0F1426"/>
          </a:solidFill>
          <a:ln/>
        </p:spPr>
      </p:sp>
      <p:sp>
        <p:nvSpPr>
          <p:cNvPr id="70" name="Shape 61"/>
          <p:cNvSpPr/>
          <p:nvPr/>
        </p:nvSpPr>
        <p:spPr>
          <a:xfrm>
            <a:off x="6537960" y="1339596"/>
            <a:ext cx="50292" cy="50292"/>
          </a:xfrm>
          <a:prstGeom prst="rect">
            <a:avLst/>
          </a:prstGeom>
          <a:solidFill>
            <a:srgbClr val="0F1426"/>
          </a:solidFill>
          <a:ln/>
        </p:spPr>
      </p:sp>
      <p:sp>
        <p:nvSpPr>
          <p:cNvPr id="71" name="Text 62"/>
          <p:cNvSpPr txBox="1"/>
          <p:nvPr/>
        </p:nvSpPr>
        <p:spPr>
          <a:xfrm>
            <a:off x="6295644" y="1097280"/>
            <a:ext cx="292608" cy="292608"/>
          </a:xfrm>
          <a:prstGeom prst="rect">
            <a:avLst/>
          </a:prstGeom>
          <a:noFill/>
          <a:ln/>
        </p:spPr>
        <p:txBody>
          <a:bodyPr wrap="square" lIns="0" tIns="0" rIns="0" bIns="0" rtlCol="0" anchor="ctr"/>
          <a:lstStyle/>
          <a:p>
            <a:pPr algn="ctr" indent="0" marL="0">
              <a:buNone/>
            </a:pPr>
            <a:r>
              <a:rPr lang="ko-KR" altLang="en-US" sz="1100" dirty="0">
                <a:solidFill>
                  <a:srgbClr val="22201F"/>
                </a:solidFill>
                <a:latin typeface="Galmuri11" pitchFamily="34" charset="0"/>
                <a:ea typeface="Galmuri11" pitchFamily="34" charset="-122"/>
                <a:cs typeface="Galmuri11" pitchFamily="34" charset="-120"/>
              </a:rPr>
              <a:t>3</a:t>
            </a:r>
            <a:endParaRPr lang="ko-KR" sz="1100" dirty="0"/>
          </a:p>
        </p:txBody>
      </p:sp>
      <p:sp>
        <p:nvSpPr>
          <p:cNvPr id="72" name="Text 63"/>
          <p:cNvSpPr txBox="1"/>
          <p:nvPr/>
        </p:nvSpPr>
        <p:spPr>
          <a:xfrm>
            <a:off x="5065776" y="1938528"/>
            <a:ext cx="2057400" cy="347472"/>
          </a:xfrm>
          <a:prstGeom prst="rect">
            <a:avLst/>
          </a:prstGeom>
          <a:noFill/>
          <a:ln/>
        </p:spPr>
        <p:txBody>
          <a:bodyPr wrap="square" lIns="0" tIns="0" rIns="0" bIns="0" rtlCol="0" anchor="t"/>
          <a:lstStyle/>
          <a:p>
            <a:pPr algn="ctr" indent="0" marL="0">
              <a:buNone/>
            </a:pPr>
            <a:r>
              <a:rPr lang="ko-KR" altLang="en-US" sz="1600" dirty="0">
                <a:solidFill>
                  <a:srgbClr val="FFFFFF"/>
                </a:solidFill>
                <a:latin typeface="Galmuri14" pitchFamily="34" charset="0"/>
                <a:ea typeface="Galmuri14" pitchFamily="34" charset="-122"/>
                <a:cs typeface="Galmuri14" pitchFamily="34" charset="-120"/>
              </a:rPr>
              <a:t>단서 비교·위험 탐지</a:t>
            </a:r>
            <a:endParaRPr lang="ko-KR" sz="1600" dirty="0"/>
          </a:p>
        </p:txBody>
      </p:sp>
      <p:sp>
        <p:nvSpPr>
          <p:cNvPr id="73" name="Text 64"/>
          <p:cNvSpPr txBox="1"/>
          <p:nvPr/>
        </p:nvSpPr>
        <p:spPr>
          <a:xfrm>
            <a:off x="5065776" y="2304288"/>
            <a:ext cx="2057400" cy="502920"/>
          </a:xfrm>
          <a:prstGeom prst="rect">
            <a:avLst/>
          </a:prstGeom>
          <a:noFill/>
          <a:ln/>
        </p:spPr>
        <p:txBody>
          <a:bodyPr wrap="square" lIns="0" tIns="0" rIns="0" bIns="0" rtlCol="0" anchor="t"/>
          <a:lstStyle/>
          <a:p>
            <a:pPr algn="ctr" indent="0" marL="0">
              <a:buNone/>
            </a:pPr>
            <a:r>
              <a:rPr lang="ko-KR" altLang="en-US" sz="1300" dirty="0">
                <a:solidFill>
                  <a:srgbClr val="B9C6E2"/>
                </a:solidFill>
                <a:latin typeface="맑은 고딕" pitchFamily="34" charset="0"/>
                <a:ea typeface="맑은 고딕" pitchFamily="34" charset="-122"/>
                <a:cs typeface="맑은 고딕" pitchFamily="34" charset="-120"/>
              </a:rPr>
              <a:t>두 정보를 대조하고</a:t>
            </a:r>
            <a:endParaRPr lang="ko-KR" sz="1300" dirty="0"/>
          </a:p>
          <a:p>
            <a:pPr algn="ctr" indent="0" marL="0">
              <a:buNone/>
            </a:pPr>
            <a:r>
              <a:rPr lang="ko-KR" altLang="en-US" sz="1300" dirty="0">
                <a:solidFill>
                  <a:srgbClr val="B9C6E2"/>
                </a:solidFill>
                <a:latin typeface="맑은 고딕" pitchFamily="34" charset="0"/>
                <a:ea typeface="맑은 고딕" pitchFamily="34" charset="-122"/>
                <a:cs typeface="맑은 고딕" pitchFamily="34" charset="-120"/>
              </a:rPr>
              <a:t>의심 칸에 깃발</a:t>
            </a:r>
            <a:endParaRPr lang="ko-KR" sz="1300" dirty="0"/>
          </a:p>
        </p:txBody>
      </p:sp>
      <p:pic>
        <p:nvPicPr>
          <p:cNvPr id="74" name="Image 7" descr="preencoded.png">    </p:cNvPr>
          <p:cNvPicPr>
            <a:picLocks noChangeAspect="1"/>
          </p:cNvPicPr>
          <p:nvPr/>
        </p:nvPicPr>
        <p:blipFill>
          <a:blip r:embed="rId8"/>
          <a:stretch>
            <a:fillRect/>
          </a:stretch>
        </p:blipFill>
        <p:spPr>
          <a:xfrm>
            <a:off x="7132320" y="1417320"/>
            <a:ext cx="182880" cy="182880"/>
          </a:xfrm>
          <a:prstGeom prst="rect">
            <a:avLst/>
          </a:prstGeom>
        </p:spPr>
      </p:pic>
      <p:sp>
        <p:nvSpPr>
          <p:cNvPr id="75" name="Shape 65"/>
          <p:cNvSpPr/>
          <p:nvPr/>
        </p:nvSpPr>
        <p:spPr>
          <a:xfrm>
            <a:off x="5111496" y="2907792"/>
            <a:ext cx="1965960" cy="2514600"/>
          </a:xfrm>
          <a:prstGeom prst="rect">
            <a:avLst/>
          </a:prstGeom>
          <a:solidFill>
            <a:srgbClr val="3A4E7A"/>
          </a:solidFill>
          <a:ln/>
        </p:spPr>
      </p:sp>
      <p:sp>
        <p:nvSpPr>
          <p:cNvPr id="76" name="Shape 66"/>
          <p:cNvSpPr/>
          <p:nvPr/>
        </p:nvSpPr>
        <p:spPr>
          <a:xfrm>
            <a:off x="5161788" y="2958084"/>
            <a:ext cx="1865376" cy="2414016"/>
          </a:xfrm>
          <a:prstGeom prst="rect">
            <a:avLst/>
          </a:prstGeom>
          <a:solidFill>
            <a:srgbClr val="060A15"/>
          </a:solidFill>
          <a:ln/>
        </p:spPr>
      </p:sp>
      <p:sp>
        <p:nvSpPr>
          <p:cNvPr id="77" name="Shape 67"/>
          <p:cNvSpPr/>
          <p:nvPr/>
        </p:nvSpPr>
        <p:spPr>
          <a:xfrm>
            <a:off x="5111496" y="2907792"/>
            <a:ext cx="50292" cy="50292"/>
          </a:xfrm>
          <a:prstGeom prst="rect">
            <a:avLst/>
          </a:prstGeom>
          <a:solidFill>
            <a:srgbClr val="0F1426"/>
          </a:solidFill>
          <a:ln/>
        </p:spPr>
      </p:sp>
      <p:sp>
        <p:nvSpPr>
          <p:cNvPr id="78" name="Shape 68"/>
          <p:cNvSpPr/>
          <p:nvPr/>
        </p:nvSpPr>
        <p:spPr>
          <a:xfrm>
            <a:off x="7027164" y="2907792"/>
            <a:ext cx="50292" cy="50292"/>
          </a:xfrm>
          <a:prstGeom prst="rect">
            <a:avLst/>
          </a:prstGeom>
          <a:solidFill>
            <a:srgbClr val="0F1426"/>
          </a:solidFill>
          <a:ln/>
        </p:spPr>
      </p:sp>
      <p:sp>
        <p:nvSpPr>
          <p:cNvPr id="79" name="Shape 69"/>
          <p:cNvSpPr/>
          <p:nvPr/>
        </p:nvSpPr>
        <p:spPr>
          <a:xfrm>
            <a:off x="5111496" y="5372100"/>
            <a:ext cx="50292" cy="50292"/>
          </a:xfrm>
          <a:prstGeom prst="rect">
            <a:avLst/>
          </a:prstGeom>
          <a:solidFill>
            <a:srgbClr val="0F1426"/>
          </a:solidFill>
          <a:ln/>
        </p:spPr>
      </p:sp>
      <p:sp>
        <p:nvSpPr>
          <p:cNvPr id="80" name="Shape 70"/>
          <p:cNvSpPr/>
          <p:nvPr/>
        </p:nvSpPr>
        <p:spPr>
          <a:xfrm>
            <a:off x="7027164" y="5372100"/>
            <a:ext cx="50292" cy="50292"/>
          </a:xfrm>
          <a:prstGeom prst="rect">
            <a:avLst/>
          </a:prstGeom>
          <a:solidFill>
            <a:srgbClr val="0F1426"/>
          </a:solidFill>
          <a:ln/>
        </p:spPr>
      </p:sp>
      <p:pic>
        <p:nvPicPr>
          <p:cNvPr id="81" name="Image 8" descr="HTML 시제품 화면: 단서 비교·위험 탐지">    </p:cNvPr>
          <p:cNvPicPr>
            <a:picLocks noChangeAspect="1"/>
          </p:cNvPicPr>
          <p:nvPr/>
        </p:nvPicPr>
        <p:blipFill>
          <a:blip r:embed="rId9"/>
          <a:stretch>
            <a:fillRect/>
          </a:stretch>
        </p:blipFill>
        <p:spPr>
          <a:xfrm>
            <a:off x="5184648" y="2980944"/>
            <a:ext cx="1819656" cy="2368296"/>
          </a:xfrm>
          <a:prstGeom prst="rect">
            <a:avLst/>
          </a:prstGeom>
        </p:spPr>
      </p:pic>
      <p:sp>
        <p:nvSpPr>
          <p:cNvPr id="82" name="Shape 71"/>
          <p:cNvSpPr/>
          <p:nvPr/>
        </p:nvSpPr>
        <p:spPr>
          <a:xfrm>
            <a:off x="8005572" y="1170432"/>
            <a:ext cx="694944" cy="694944"/>
          </a:xfrm>
          <a:prstGeom prst="rect">
            <a:avLst/>
          </a:prstGeom>
          <a:solidFill>
            <a:srgbClr val="22201F"/>
          </a:solidFill>
          <a:ln/>
        </p:spPr>
      </p:sp>
      <p:sp>
        <p:nvSpPr>
          <p:cNvPr id="83" name="Shape 72"/>
          <p:cNvSpPr/>
          <p:nvPr/>
        </p:nvSpPr>
        <p:spPr>
          <a:xfrm>
            <a:off x="8055864" y="1220724"/>
            <a:ext cx="594360" cy="594360"/>
          </a:xfrm>
          <a:prstGeom prst="rect">
            <a:avLst/>
          </a:prstGeom>
          <a:solidFill>
            <a:srgbClr val="45C7C1"/>
          </a:solidFill>
          <a:ln/>
        </p:spPr>
      </p:sp>
      <p:sp>
        <p:nvSpPr>
          <p:cNvPr id="84" name="Shape 73"/>
          <p:cNvSpPr/>
          <p:nvPr/>
        </p:nvSpPr>
        <p:spPr>
          <a:xfrm>
            <a:off x="8005572" y="1170432"/>
            <a:ext cx="50292" cy="50292"/>
          </a:xfrm>
          <a:prstGeom prst="rect">
            <a:avLst/>
          </a:prstGeom>
          <a:solidFill>
            <a:srgbClr val="0F1426"/>
          </a:solidFill>
          <a:ln/>
        </p:spPr>
      </p:sp>
      <p:sp>
        <p:nvSpPr>
          <p:cNvPr id="85" name="Shape 74"/>
          <p:cNvSpPr/>
          <p:nvPr/>
        </p:nvSpPr>
        <p:spPr>
          <a:xfrm>
            <a:off x="8650224" y="1170432"/>
            <a:ext cx="50292" cy="50292"/>
          </a:xfrm>
          <a:prstGeom prst="rect">
            <a:avLst/>
          </a:prstGeom>
          <a:solidFill>
            <a:srgbClr val="0F1426"/>
          </a:solidFill>
          <a:ln/>
        </p:spPr>
      </p:sp>
      <p:sp>
        <p:nvSpPr>
          <p:cNvPr id="86" name="Shape 75"/>
          <p:cNvSpPr/>
          <p:nvPr/>
        </p:nvSpPr>
        <p:spPr>
          <a:xfrm>
            <a:off x="8005572" y="1815084"/>
            <a:ext cx="50292" cy="50292"/>
          </a:xfrm>
          <a:prstGeom prst="rect">
            <a:avLst/>
          </a:prstGeom>
          <a:solidFill>
            <a:srgbClr val="0F1426"/>
          </a:solidFill>
          <a:ln/>
        </p:spPr>
      </p:sp>
      <p:sp>
        <p:nvSpPr>
          <p:cNvPr id="87" name="Shape 76"/>
          <p:cNvSpPr/>
          <p:nvPr/>
        </p:nvSpPr>
        <p:spPr>
          <a:xfrm>
            <a:off x="8650224" y="1815084"/>
            <a:ext cx="50292" cy="50292"/>
          </a:xfrm>
          <a:prstGeom prst="rect">
            <a:avLst/>
          </a:prstGeom>
          <a:solidFill>
            <a:srgbClr val="0F1426"/>
          </a:solidFill>
          <a:ln/>
        </p:spPr>
      </p:sp>
      <p:pic>
        <p:nvPicPr>
          <p:cNvPr id="88" name="Image 9" descr="preencoded.png">    </p:cNvPr>
          <p:cNvPicPr>
            <a:picLocks noChangeAspect="1"/>
          </p:cNvPicPr>
          <p:nvPr/>
        </p:nvPicPr>
        <p:blipFill>
          <a:blip r:embed="rId10"/>
          <a:stretch>
            <a:fillRect/>
          </a:stretch>
        </p:blipFill>
        <p:spPr>
          <a:xfrm>
            <a:off x="8158460" y="1323320"/>
            <a:ext cx="389169" cy="389169"/>
          </a:xfrm>
          <a:prstGeom prst="rect">
            <a:avLst/>
          </a:prstGeom>
        </p:spPr>
      </p:pic>
      <p:sp>
        <p:nvSpPr>
          <p:cNvPr id="89" name="Shape 77"/>
          <p:cNvSpPr/>
          <p:nvPr/>
        </p:nvSpPr>
        <p:spPr>
          <a:xfrm>
            <a:off x="8554212" y="1097280"/>
            <a:ext cx="292608" cy="292608"/>
          </a:xfrm>
          <a:prstGeom prst="rect">
            <a:avLst/>
          </a:prstGeom>
          <a:solidFill>
            <a:srgbClr val="22201F"/>
          </a:solidFill>
          <a:ln/>
        </p:spPr>
      </p:sp>
      <p:sp>
        <p:nvSpPr>
          <p:cNvPr id="90" name="Shape 78"/>
          <p:cNvSpPr/>
          <p:nvPr/>
        </p:nvSpPr>
        <p:spPr>
          <a:xfrm>
            <a:off x="8604504" y="1147572"/>
            <a:ext cx="192024" cy="192024"/>
          </a:xfrm>
          <a:prstGeom prst="rect">
            <a:avLst/>
          </a:prstGeom>
          <a:solidFill>
            <a:srgbClr val="F7D84A"/>
          </a:solidFill>
          <a:ln/>
        </p:spPr>
      </p:sp>
      <p:sp>
        <p:nvSpPr>
          <p:cNvPr id="91" name="Shape 79"/>
          <p:cNvSpPr/>
          <p:nvPr/>
        </p:nvSpPr>
        <p:spPr>
          <a:xfrm>
            <a:off x="8554212" y="1097280"/>
            <a:ext cx="50292" cy="50292"/>
          </a:xfrm>
          <a:prstGeom prst="rect">
            <a:avLst/>
          </a:prstGeom>
          <a:solidFill>
            <a:srgbClr val="0F1426"/>
          </a:solidFill>
          <a:ln/>
        </p:spPr>
      </p:sp>
      <p:sp>
        <p:nvSpPr>
          <p:cNvPr id="92" name="Shape 80"/>
          <p:cNvSpPr/>
          <p:nvPr/>
        </p:nvSpPr>
        <p:spPr>
          <a:xfrm>
            <a:off x="8796528" y="1097280"/>
            <a:ext cx="50292" cy="50292"/>
          </a:xfrm>
          <a:prstGeom prst="rect">
            <a:avLst/>
          </a:prstGeom>
          <a:solidFill>
            <a:srgbClr val="0F1426"/>
          </a:solidFill>
          <a:ln/>
        </p:spPr>
      </p:sp>
      <p:sp>
        <p:nvSpPr>
          <p:cNvPr id="93" name="Shape 81"/>
          <p:cNvSpPr/>
          <p:nvPr/>
        </p:nvSpPr>
        <p:spPr>
          <a:xfrm>
            <a:off x="8554212" y="1339596"/>
            <a:ext cx="50292" cy="50292"/>
          </a:xfrm>
          <a:prstGeom prst="rect">
            <a:avLst/>
          </a:prstGeom>
          <a:solidFill>
            <a:srgbClr val="0F1426"/>
          </a:solidFill>
          <a:ln/>
        </p:spPr>
      </p:sp>
      <p:sp>
        <p:nvSpPr>
          <p:cNvPr id="94" name="Shape 82"/>
          <p:cNvSpPr/>
          <p:nvPr/>
        </p:nvSpPr>
        <p:spPr>
          <a:xfrm>
            <a:off x="8796528" y="1339596"/>
            <a:ext cx="50292" cy="50292"/>
          </a:xfrm>
          <a:prstGeom prst="rect">
            <a:avLst/>
          </a:prstGeom>
          <a:solidFill>
            <a:srgbClr val="0F1426"/>
          </a:solidFill>
          <a:ln/>
        </p:spPr>
      </p:sp>
      <p:sp>
        <p:nvSpPr>
          <p:cNvPr id="95" name="Text 83"/>
          <p:cNvSpPr txBox="1"/>
          <p:nvPr/>
        </p:nvSpPr>
        <p:spPr>
          <a:xfrm>
            <a:off x="8554212" y="1097280"/>
            <a:ext cx="292608" cy="292608"/>
          </a:xfrm>
          <a:prstGeom prst="rect">
            <a:avLst/>
          </a:prstGeom>
          <a:noFill/>
          <a:ln/>
        </p:spPr>
        <p:txBody>
          <a:bodyPr wrap="square" lIns="0" tIns="0" rIns="0" bIns="0" rtlCol="0" anchor="ctr"/>
          <a:lstStyle/>
          <a:p>
            <a:pPr algn="ctr" indent="0" marL="0">
              <a:buNone/>
            </a:pPr>
            <a:r>
              <a:rPr lang="ko-KR" altLang="en-US" sz="1100" dirty="0">
                <a:solidFill>
                  <a:srgbClr val="22201F"/>
                </a:solidFill>
                <a:latin typeface="Galmuri11" pitchFamily="34" charset="0"/>
                <a:ea typeface="Galmuri11" pitchFamily="34" charset="-122"/>
                <a:cs typeface="Galmuri11" pitchFamily="34" charset="-120"/>
              </a:rPr>
              <a:t>4</a:t>
            </a:r>
            <a:endParaRPr lang="ko-KR" sz="1100" dirty="0"/>
          </a:p>
        </p:txBody>
      </p:sp>
      <p:sp>
        <p:nvSpPr>
          <p:cNvPr id="96" name="Text 84"/>
          <p:cNvSpPr txBox="1"/>
          <p:nvPr/>
        </p:nvSpPr>
        <p:spPr>
          <a:xfrm>
            <a:off x="7324344" y="1938528"/>
            <a:ext cx="2057400" cy="347472"/>
          </a:xfrm>
          <a:prstGeom prst="rect">
            <a:avLst/>
          </a:prstGeom>
          <a:noFill/>
          <a:ln/>
        </p:spPr>
        <p:txBody>
          <a:bodyPr wrap="square" lIns="0" tIns="0" rIns="0" bIns="0" rtlCol="0" anchor="t"/>
          <a:lstStyle/>
          <a:p>
            <a:pPr algn="ctr" indent="0" marL="0">
              <a:buNone/>
            </a:pPr>
            <a:r>
              <a:rPr lang="ko-KR" altLang="en-US" sz="1600" dirty="0">
                <a:solidFill>
                  <a:srgbClr val="FFFFFF"/>
                </a:solidFill>
                <a:latin typeface="Galmuri14" pitchFamily="34" charset="0"/>
                <a:ea typeface="Galmuri14" pitchFamily="34" charset="-122"/>
                <a:cs typeface="Galmuri14" pitchFamily="34" charset="-120"/>
              </a:rPr>
              <a:t>판정 (바로 처리)</a:t>
            </a:r>
            <a:endParaRPr lang="ko-KR" sz="1600" dirty="0"/>
          </a:p>
        </p:txBody>
      </p:sp>
      <p:sp>
        <p:nvSpPr>
          <p:cNvPr id="97" name="Text 85"/>
          <p:cNvSpPr txBox="1"/>
          <p:nvPr/>
        </p:nvSpPr>
        <p:spPr>
          <a:xfrm>
            <a:off x="7324344" y="2304288"/>
            <a:ext cx="2057400" cy="502920"/>
          </a:xfrm>
          <a:prstGeom prst="rect">
            <a:avLst/>
          </a:prstGeom>
          <a:noFill/>
          <a:ln/>
        </p:spPr>
        <p:txBody>
          <a:bodyPr wrap="square" lIns="0" tIns="0" rIns="0" bIns="0" rtlCol="0" anchor="t"/>
          <a:lstStyle/>
          <a:p>
            <a:pPr algn="ctr" indent="0" marL="0">
              <a:buNone/>
            </a:pPr>
            <a:r>
              <a:rPr lang="ko-KR" altLang="en-US" sz="1300" dirty="0">
                <a:solidFill>
                  <a:srgbClr val="B9C6E2"/>
                </a:solidFill>
                <a:latin typeface="맑은 고딕" pitchFamily="34" charset="0"/>
                <a:ea typeface="맑은 고딕" pitchFamily="34" charset="-122"/>
                <a:cs typeface="맑은 고딕" pitchFamily="34" charset="-120"/>
              </a:rPr>
              <a:t>승인은 즉시, 거부는</a:t>
            </a:r>
            <a:endParaRPr lang="ko-KR" sz="1300" dirty="0"/>
          </a:p>
          <a:p>
            <a:pPr algn="ctr" indent="0" marL="0">
              <a:buNone/>
            </a:pPr>
            <a:r>
              <a:rPr lang="ko-KR" altLang="en-US" sz="1300" dirty="0">
                <a:solidFill>
                  <a:srgbClr val="B9C6E2"/>
                </a:solidFill>
                <a:latin typeface="맑은 고딕" pitchFamily="34" charset="0"/>
                <a:ea typeface="맑은 고딕" pitchFamily="34" charset="-122"/>
                <a:cs typeface="맑은 고딕" pitchFamily="34" charset="-120"/>
              </a:rPr>
              <a:t>신고 여부까지 선택</a:t>
            </a:r>
            <a:endParaRPr lang="ko-KR" sz="1300" dirty="0"/>
          </a:p>
        </p:txBody>
      </p:sp>
      <p:pic>
        <p:nvPicPr>
          <p:cNvPr id="98" name="Image 10" descr="preencoded.png">    </p:cNvPr>
          <p:cNvPicPr>
            <a:picLocks noChangeAspect="1"/>
          </p:cNvPicPr>
          <p:nvPr/>
        </p:nvPicPr>
        <p:blipFill>
          <a:blip r:embed="rId11"/>
          <a:stretch>
            <a:fillRect/>
          </a:stretch>
        </p:blipFill>
        <p:spPr>
          <a:xfrm>
            <a:off x="9390888" y="1417320"/>
            <a:ext cx="182880" cy="182880"/>
          </a:xfrm>
          <a:prstGeom prst="rect">
            <a:avLst/>
          </a:prstGeom>
        </p:spPr>
      </p:pic>
      <p:sp>
        <p:nvSpPr>
          <p:cNvPr id="99" name="Shape 86"/>
          <p:cNvSpPr/>
          <p:nvPr/>
        </p:nvSpPr>
        <p:spPr>
          <a:xfrm>
            <a:off x="7370064" y="2907792"/>
            <a:ext cx="1965960" cy="2514600"/>
          </a:xfrm>
          <a:prstGeom prst="rect">
            <a:avLst/>
          </a:prstGeom>
          <a:solidFill>
            <a:srgbClr val="3A4E7A"/>
          </a:solidFill>
          <a:ln/>
        </p:spPr>
      </p:sp>
      <p:sp>
        <p:nvSpPr>
          <p:cNvPr id="100" name="Shape 87"/>
          <p:cNvSpPr/>
          <p:nvPr/>
        </p:nvSpPr>
        <p:spPr>
          <a:xfrm>
            <a:off x="7420356" y="2958084"/>
            <a:ext cx="1865376" cy="2414016"/>
          </a:xfrm>
          <a:prstGeom prst="rect">
            <a:avLst/>
          </a:prstGeom>
          <a:solidFill>
            <a:srgbClr val="060A15"/>
          </a:solidFill>
          <a:ln/>
        </p:spPr>
      </p:sp>
      <p:sp>
        <p:nvSpPr>
          <p:cNvPr id="101" name="Shape 88"/>
          <p:cNvSpPr/>
          <p:nvPr/>
        </p:nvSpPr>
        <p:spPr>
          <a:xfrm>
            <a:off x="7370064" y="2907792"/>
            <a:ext cx="50292" cy="50292"/>
          </a:xfrm>
          <a:prstGeom prst="rect">
            <a:avLst/>
          </a:prstGeom>
          <a:solidFill>
            <a:srgbClr val="0F1426"/>
          </a:solidFill>
          <a:ln/>
        </p:spPr>
      </p:sp>
      <p:sp>
        <p:nvSpPr>
          <p:cNvPr id="102" name="Shape 89"/>
          <p:cNvSpPr/>
          <p:nvPr/>
        </p:nvSpPr>
        <p:spPr>
          <a:xfrm>
            <a:off x="9285732" y="2907792"/>
            <a:ext cx="50292" cy="50292"/>
          </a:xfrm>
          <a:prstGeom prst="rect">
            <a:avLst/>
          </a:prstGeom>
          <a:solidFill>
            <a:srgbClr val="0F1426"/>
          </a:solidFill>
          <a:ln/>
        </p:spPr>
      </p:sp>
      <p:sp>
        <p:nvSpPr>
          <p:cNvPr id="103" name="Shape 90"/>
          <p:cNvSpPr/>
          <p:nvPr/>
        </p:nvSpPr>
        <p:spPr>
          <a:xfrm>
            <a:off x="7370064" y="5372100"/>
            <a:ext cx="50292" cy="50292"/>
          </a:xfrm>
          <a:prstGeom prst="rect">
            <a:avLst/>
          </a:prstGeom>
          <a:solidFill>
            <a:srgbClr val="0F1426"/>
          </a:solidFill>
          <a:ln/>
        </p:spPr>
      </p:sp>
      <p:sp>
        <p:nvSpPr>
          <p:cNvPr id="104" name="Shape 91"/>
          <p:cNvSpPr/>
          <p:nvPr/>
        </p:nvSpPr>
        <p:spPr>
          <a:xfrm>
            <a:off x="9285732" y="5372100"/>
            <a:ext cx="50292" cy="50292"/>
          </a:xfrm>
          <a:prstGeom prst="rect">
            <a:avLst/>
          </a:prstGeom>
          <a:solidFill>
            <a:srgbClr val="0F1426"/>
          </a:solidFill>
          <a:ln/>
        </p:spPr>
      </p:sp>
      <p:pic>
        <p:nvPicPr>
          <p:cNvPr id="105" name="Image 11" descr="HTML 시제품 화면: 판정 (바로 처리)">    </p:cNvPr>
          <p:cNvPicPr>
            <a:picLocks noChangeAspect="1"/>
          </p:cNvPicPr>
          <p:nvPr/>
        </p:nvPicPr>
        <p:blipFill>
          <a:blip r:embed="rId12"/>
          <a:stretch>
            <a:fillRect/>
          </a:stretch>
        </p:blipFill>
        <p:spPr>
          <a:xfrm>
            <a:off x="7443216" y="2980944"/>
            <a:ext cx="1819656" cy="2368296"/>
          </a:xfrm>
          <a:prstGeom prst="rect">
            <a:avLst/>
          </a:prstGeom>
        </p:spPr>
      </p:pic>
      <p:sp>
        <p:nvSpPr>
          <p:cNvPr id="106" name="Shape 92"/>
          <p:cNvSpPr/>
          <p:nvPr/>
        </p:nvSpPr>
        <p:spPr>
          <a:xfrm>
            <a:off x="10264140" y="1170432"/>
            <a:ext cx="694944" cy="694944"/>
          </a:xfrm>
          <a:prstGeom prst="rect">
            <a:avLst/>
          </a:prstGeom>
          <a:solidFill>
            <a:srgbClr val="22201F"/>
          </a:solidFill>
          <a:ln/>
        </p:spPr>
      </p:sp>
      <p:sp>
        <p:nvSpPr>
          <p:cNvPr id="107" name="Shape 93"/>
          <p:cNvSpPr/>
          <p:nvPr/>
        </p:nvSpPr>
        <p:spPr>
          <a:xfrm>
            <a:off x="10314432" y="1220724"/>
            <a:ext cx="594360" cy="594360"/>
          </a:xfrm>
          <a:prstGeom prst="rect">
            <a:avLst/>
          </a:prstGeom>
          <a:solidFill>
            <a:srgbClr val="45C7C1"/>
          </a:solidFill>
          <a:ln/>
        </p:spPr>
      </p:sp>
      <p:sp>
        <p:nvSpPr>
          <p:cNvPr id="108" name="Shape 94"/>
          <p:cNvSpPr/>
          <p:nvPr/>
        </p:nvSpPr>
        <p:spPr>
          <a:xfrm>
            <a:off x="10264140" y="1170432"/>
            <a:ext cx="50292" cy="50292"/>
          </a:xfrm>
          <a:prstGeom prst="rect">
            <a:avLst/>
          </a:prstGeom>
          <a:solidFill>
            <a:srgbClr val="0F1426"/>
          </a:solidFill>
          <a:ln/>
        </p:spPr>
      </p:sp>
      <p:sp>
        <p:nvSpPr>
          <p:cNvPr id="109" name="Shape 95"/>
          <p:cNvSpPr/>
          <p:nvPr/>
        </p:nvSpPr>
        <p:spPr>
          <a:xfrm>
            <a:off x="10908792" y="1170432"/>
            <a:ext cx="50292" cy="50292"/>
          </a:xfrm>
          <a:prstGeom prst="rect">
            <a:avLst/>
          </a:prstGeom>
          <a:solidFill>
            <a:srgbClr val="0F1426"/>
          </a:solidFill>
          <a:ln/>
        </p:spPr>
      </p:sp>
      <p:sp>
        <p:nvSpPr>
          <p:cNvPr id="110" name="Shape 96"/>
          <p:cNvSpPr/>
          <p:nvPr/>
        </p:nvSpPr>
        <p:spPr>
          <a:xfrm>
            <a:off x="10264140" y="1815084"/>
            <a:ext cx="50292" cy="50292"/>
          </a:xfrm>
          <a:prstGeom prst="rect">
            <a:avLst/>
          </a:prstGeom>
          <a:solidFill>
            <a:srgbClr val="0F1426"/>
          </a:solidFill>
          <a:ln/>
        </p:spPr>
      </p:sp>
      <p:sp>
        <p:nvSpPr>
          <p:cNvPr id="111" name="Shape 97"/>
          <p:cNvSpPr/>
          <p:nvPr/>
        </p:nvSpPr>
        <p:spPr>
          <a:xfrm>
            <a:off x="10908792" y="1815084"/>
            <a:ext cx="50292" cy="50292"/>
          </a:xfrm>
          <a:prstGeom prst="rect">
            <a:avLst/>
          </a:prstGeom>
          <a:solidFill>
            <a:srgbClr val="0F1426"/>
          </a:solidFill>
          <a:ln/>
        </p:spPr>
      </p:sp>
      <p:pic>
        <p:nvPicPr>
          <p:cNvPr id="112" name="Image 12" descr="preencoded.png">    </p:cNvPr>
          <p:cNvPicPr>
            <a:picLocks noChangeAspect="1"/>
          </p:cNvPicPr>
          <p:nvPr/>
        </p:nvPicPr>
        <p:blipFill>
          <a:blip r:embed="rId13"/>
          <a:stretch>
            <a:fillRect/>
          </a:stretch>
        </p:blipFill>
        <p:spPr>
          <a:xfrm>
            <a:off x="10417028" y="1323320"/>
            <a:ext cx="389169" cy="389169"/>
          </a:xfrm>
          <a:prstGeom prst="rect">
            <a:avLst/>
          </a:prstGeom>
        </p:spPr>
      </p:pic>
      <p:sp>
        <p:nvSpPr>
          <p:cNvPr id="113" name="Shape 98"/>
          <p:cNvSpPr/>
          <p:nvPr/>
        </p:nvSpPr>
        <p:spPr>
          <a:xfrm>
            <a:off x="10812780" y="1097280"/>
            <a:ext cx="292608" cy="292608"/>
          </a:xfrm>
          <a:prstGeom prst="rect">
            <a:avLst/>
          </a:prstGeom>
          <a:solidFill>
            <a:srgbClr val="22201F"/>
          </a:solidFill>
          <a:ln/>
        </p:spPr>
      </p:sp>
      <p:sp>
        <p:nvSpPr>
          <p:cNvPr id="114" name="Shape 99"/>
          <p:cNvSpPr/>
          <p:nvPr/>
        </p:nvSpPr>
        <p:spPr>
          <a:xfrm>
            <a:off x="10863072" y="1147572"/>
            <a:ext cx="192024" cy="192024"/>
          </a:xfrm>
          <a:prstGeom prst="rect">
            <a:avLst/>
          </a:prstGeom>
          <a:solidFill>
            <a:srgbClr val="F7D84A"/>
          </a:solidFill>
          <a:ln/>
        </p:spPr>
      </p:sp>
      <p:sp>
        <p:nvSpPr>
          <p:cNvPr id="115" name="Shape 100"/>
          <p:cNvSpPr/>
          <p:nvPr/>
        </p:nvSpPr>
        <p:spPr>
          <a:xfrm>
            <a:off x="10812780" y="1097280"/>
            <a:ext cx="50292" cy="50292"/>
          </a:xfrm>
          <a:prstGeom prst="rect">
            <a:avLst/>
          </a:prstGeom>
          <a:solidFill>
            <a:srgbClr val="0F1426"/>
          </a:solidFill>
          <a:ln/>
        </p:spPr>
      </p:sp>
      <p:sp>
        <p:nvSpPr>
          <p:cNvPr id="116" name="Shape 101"/>
          <p:cNvSpPr/>
          <p:nvPr/>
        </p:nvSpPr>
        <p:spPr>
          <a:xfrm>
            <a:off x="11055096" y="1097280"/>
            <a:ext cx="50292" cy="50292"/>
          </a:xfrm>
          <a:prstGeom prst="rect">
            <a:avLst/>
          </a:prstGeom>
          <a:solidFill>
            <a:srgbClr val="0F1426"/>
          </a:solidFill>
          <a:ln/>
        </p:spPr>
      </p:sp>
      <p:sp>
        <p:nvSpPr>
          <p:cNvPr id="117" name="Shape 102"/>
          <p:cNvSpPr/>
          <p:nvPr/>
        </p:nvSpPr>
        <p:spPr>
          <a:xfrm>
            <a:off x="10812780" y="1339596"/>
            <a:ext cx="50292" cy="50292"/>
          </a:xfrm>
          <a:prstGeom prst="rect">
            <a:avLst/>
          </a:prstGeom>
          <a:solidFill>
            <a:srgbClr val="0F1426"/>
          </a:solidFill>
          <a:ln/>
        </p:spPr>
      </p:sp>
      <p:sp>
        <p:nvSpPr>
          <p:cNvPr id="118" name="Shape 103"/>
          <p:cNvSpPr/>
          <p:nvPr/>
        </p:nvSpPr>
        <p:spPr>
          <a:xfrm>
            <a:off x="11055096" y="1339596"/>
            <a:ext cx="50292" cy="50292"/>
          </a:xfrm>
          <a:prstGeom prst="rect">
            <a:avLst/>
          </a:prstGeom>
          <a:solidFill>
            <a:srgbClr val="0F1426"/>
          </a:solidFill>
          <a:ln/>
        </p:spPr>
      </p:sp>
      <p:sp>
        <p:nvSpPr>
          <p:cNvPr id="119" name="Text 104"/>
          <p:cNvSpPr txBox="1"/>
          <p:nvPr/>
        </p:nvSpPr>
        <p:spPr>
          <a:xfrm>
            <a:off x="10812780" y="1097280"/>
            <a:ext cx="292608" cy="292608"/>
          </a:xfrm>
          <a:prstGeom prst="rect">
            <a:avLst/>
          </a:prstGeom>
          <a:noFill/>
          <a:ln/>
        </p:spPr>
        <p:txBody>
          <a:bodyPr wrap="square" lIns="0" tIns="0" rIns="0" bIns="0" rtlCol="0" anchor="ctr"/>
          <a:lstStyle/>
          <a:p>
            <a:pPr algn="ctr" indent="0" marL="0">
              <a:buNone/>
            </a:pPr>
            <a:r>
              <a:rPr lang="ko-KR" altLang="en-US" sz="1100" dirty="0">
                <a:solidFill>
                  <a:srgbClr val="22201F"/>
                </a:solidFill>
                <a:latin typeface="Galmuri11" pitchFamily="34" charset="0"/>
                <a:ea typeface="Galmuri11" pitchFamily="34" charset="-122"/>
                <a:cs typeface="Galmuri11" pitchFamily="34" charset="-120"/>
              </a:rPr>
              <a:t>5</a:t>
            </a:r>
            <a:endParaRPr lang="ko-KR" sz="1100" dirty="0"/>
          </a:p>
        </p:txBody>
      </p:sp>
      <p:sp>
        <p:nvSpPr>
          <p:cNvPr id="120" name="Text 105"/>
          <p:cNvSpPr txBox="1"/>
          <p:nvPr/>
        </p:nvSpPr>
        <p:spPr>
          <a:xfrm>
            <a:off x="9582912" y="1938528"/>
            <a:ext cx="2057400" cy="347472"/>
          </a:xfrm>
          <a:prstGeom prst="rect">
            <a:avLst/>
          </a:prstGeom>
          <a:noFill/>
          <a:ln/>
        </p:spPr>
        <p:txBody>
          <a:bodyPr wrap="square" lIns="0" tIns="0" rIns="0" bIns="0" rtlCol="0" anchor="t"/>
          <a:lstStyle/>
          <a:p>
            <a:pPr algn="ctr" indent="0" marL="0">
              <a:buNone/>
            </a:pPr>
            <a:r>
              <a:rPr lang="ko-KR" altLang="en-US" sz="1600" dirty="0">
                <a:solidFill>
                  <a:srgbClr val="FFFFFF"/>
                </a:solidFill>
                <a:latin typeface="Galmuri14" pitchFamily="34" charset="0"/>
                <a:ea typeface="Galmuri14" pitchFamily="34" charset="-122"/>
                <a:cs typeface="Galmuri14" pitchFamily="34" charset="-120"/>
              </a:rPr>
              <a:t>근무 결과·해설</a:t>
            </a:r>
            <a:endParaRPr lang="ko-KR" sz="1600" dirty="0"/>
          </a:p>
        </p:txBody>
      </p:sp>
      <p:sp>
        <p:nvSpPr>
          <p:cNvPr id="121" name="Text 106"/>
          <p:cNvSpPr txBox="1"/>
          <p:nvPr/>
        </p:nvSpPr>
        <p:spPr>
          <a:xfrm>
            <a:off x="9582912" y="2304288"/>
            <a:ext cx="2057400" cy="502920"/>
          </a:xfrm>
          <a:prstGeom prst="rect">
            <a:avLst/>
          </a:prstGeom>
          <a:noFill/>
          <a:ln/>
        </p:spPr>
        <p:txBody>
          <a:bodyPr wrap="square" lIns="0" tIns="0" rIns="0" bIns="0" rtlCol="0" anchor="t"/>
          <a:lstStyle/>
          <a:p>
            <a:pPr algn="ctr" indent="0" marL="0">
              <a:buNone/>
            </a:pPr>
            <a:r>
              <a:rPr lang="ko-KR" altLang="en-US" sz="1300" dirty="0">
                <a:solidFill>
                  <a:srgbClr val="B9C6E2"/>
                </a:solidFill>
                <a:latin typeface="맑은 고딕" pitchFamily="34" charset="0"/>
                <a:ea typeface="맑은 고딕" pitchFamily="34" charset="-122"/>
                <a:cs typeface="맑은 고딕" pitchFamily="34" charset="-120"/>
              </a:rPr>
              <a:t>근무가 끝나면 정답과</a:t>
            </a:r>
            <a:endParaRPr lang="ko-KR" sz="1300" dirty="0"/>
          </a:p>
          <a:p>
            <a:pPr algn="ctr" indent="0" marL="0">
              <a:buNone/>
            </a:pPr>
            <a:r>
              <a:rPr lang="ko-KR" altLang="en-US" sz="1300" dirty="0">
                <a:solidFill>
                  <a:srgbClr val="B9C6E2"/>
                </a:solidFill>
                <a:latin typeface="맑은 고딕" pitchFamily="34" charset="0"/>
                <a:ea typeface="맑은 고딕" pitchFamily="34" charset="-122"/>
                <a:cs typeface="맑은 고딕" pitchFamily="34" charset="-120"/>
              </a:rPr>
              <a:t>해설을 한꺼번에 공개</a:t>
            </a:r>
            <a:endParaRPr lang="ko-KR" sz="1300" dirty="0"/>
          </a:p>
        </p:txBody>
      </p:sp>
      <p:sp>
        <p:nvSpPr>
          <p:cNvPr id="122" name="Shape 107"/>
          <p:cNvSpPr/>
          <p:nvPr/>
        </p:nvSpPr>
        <p:spPr>
          <a:xfrm>
            <a:off x="9628632" y="2907792"/>
            <a:ext cx="1965960" cy="2514600"/>
          </a:xfrm>
          <a:prstGeom prst="rect">
            <a:avLst/>
          </a:prstGeom>
          <a:solidFill>
            <a:srgbClr val="3A4E7A"/>
          </a:solidFill>
          <a:ln/>
        </p:spPr>
      </p:sp>
      <p:sp>
        <p:nvSpPr>
          <p:cNvPr id="123" name="Shape 108"/>
          <p:cNvSpPr/>
          <p:nvPr/>
        </p:nvSpPr>
        <p:spPr>
          <a:xfrm>
            <a:off x="9678924" y="2958084"/>
            <a:ext cx="1865376" cy="2414016"/>
          </a:xfrm>
          <a:prstGeom prst="rect">
            <a:avLst/>
          </a:prstGeom>
          <a:solidFill>
            <a:srgbClr val="060A15"/>
          </a:solidFill>
          <a:ln/>
        </p:spPr>
      </p:sp>
      <p:sp>
        <p:nvSpPr>
          <p:cNvPr id="124" name="Shape 109"/>
          <p:cNvSpPr/>
          <p:nvPr/>
        </p:nvSpPr>
        <p:spPr>
          <a:xfrm>
            <a:off x="9628632" y="2907792"/>
            <a:ext cx="50292" cy="50292"/>
          </a:xfrm>
          <a:prstGeom prst="rect">
            <a:avLst/>
          </a:prstGeom>
          <a:solidFill>
            <a:srgbClr val="0F1426"/>
          </a:solidFill>
          <a:ln/>
        </p:spPr>
      </p:sp>
      <p:sp>
        <p:nvSpPr>
          <p:cNvPr id="125" name="Shape 110"/>
          <p:cNvSpPr/>
          <p:nvPr/>
        </p:nvSpPr>
        <p:spPr>
          <a:xfrm>
            <a:off x="11544300" y="2907792"/>
            <a:ext cx="50292" cy="50292"/>
          </a:xfrm>
          <a:prstGeom prst="rect">
            <a:avLst/>
          </a:prstGeom>
          <a:solidFill>
            <a:srgbClr val="0F1426"/>
          </a:solidFill>
          <a:ln/>
        </p:spPr>
      </p:sp>
      <p:sp>
        <p:nvSpPr>
          <p:cNvPr id="126" name="Shape 111"/>
          <p:cNvSpPr/>
          <p:nvPr/>
        </p:nvSpPr>
        <p:spPr>
          <a:xfrm>
            <a:off x="9628632" y="5372100"/>
            <a:ext cx="50292" cy="50292"/>
          </a:xfrm>
          <a:prstGeom prst="rect">
            <a:avLst/>
          </a:prstGeom>
          <a:solidFill>
            <a:srgbClr val="0F1426"/>
          </a:solidFill>
          <a:ln/>
        </p:spPr>
      </p:sp>
      <p:sp>
        <p:nvSpPr>
          <p:cNvPr id="127" name="Shape 112"/>
          <p:cNvSpPr/>
          <p:nvPr/>
        </p:nvSpPr>
        <p:spPr>
          <a:xfrm>
            <a:off x="11544300" y="5372100"/>
            <a:ext cx="50292" cy="50292"/>
          </a:xfrm>
          <a:prstGeom prst="rect">
            <a:avLst/>
          </a:prstGeom>
          <a:solidFill>
            <a:srgbClr val="0F1426"/>
          </a:solidFill>
          <a:ln/>
        </p:spPr>
      </p:sp>
      <p:pic>
        <p:nvPicPr>
          <p:cNvPr id="128" name="Image 13" descr="HTML 시제품 화면: 근무 결과·해설">    </p:cNvPr>
          <p:cNvPicPr>
            <a:picLocks noChangeAspect="1"/>
          </p:cNvPicPr>
          <p:nvPr/>
        </p:nvPicPr>
        <p:blipFill>
          <a:blip r:embed="rId14"/>
          <a:stretch>
            <a:fillRect/>
          </a:stretch>
        </p:blipFill>
        <p:spPr>
          <a:xfrm>
            <a:off x="9701784" y="2980944"/>
            <a:ext cx="1819656" cy="2368296"/>
          </a:xfrm>
          <a:prstGeom prst="rect">
            <a:avLst/>
          </a:prstGeom>
        </p:spPr>
      </p:pic>
      <p:sp>
        <p:nvSpPr>
          <p:cNvPr id="129" name="Shape 113"/>
          <p:cNvSpPr/>
          <p:nvPr/>
        </p:nvSpPr>
        <p:spPr>
          <a:xfrm>
            <a:off x="548640" y="5577840"/>
            <a:ext cx="11091672" cy="713232"/>
          </a:xfrm>
          <a:prstGeom prst="rect">
            <a:avLst/>
          </a:prstGeom>
          <a:solidFill>
            <a:srgbClr val="3A4E7A"/>
          </a:solidFill>
          <a:ln/>
        </p:spPr>
      </p:sp>
      <p:sp>
        <p:nvSpPr>
          <p:cNvPr id="130" name="Shape 114"/>
          <p:cNvSpPr/>
          <p:nvPr/>
        </p:nvSpPr>
        <p:spPr>
          <a:xfrm>
            <a:off x="598932" y="5628132"/>
            <a:ext cx="10991088" cy="612648"/>
          </a:xfrm>
          <a:prstGeom prst="rect">
            <a:avLst/>
          </a:prstGeom>
          <a:solidFill>
            <a:srgbClr val="1F2A4A"/>
          </a:solidFill>
          <a:ln/>
        </p:spPr>
      </p:sp>
      <p:sp>
        <p:nvSpPr>
          <p:cNvPr id="131" name="Shape 115"/>
          <p:cNvSpPr/>
          <p:nvPr/>
        </p:nvSpPr>
        <p:spPr>
          <a:xfrm>
            <a:off x="548640" y="5577840"/>
            <a:ext cx="50292" cy="50292"/>
          </a:xfrm>
          <a:prstGeom prst="rect">
            <a:avLst/>
          </a:prstGeom>
          <a:solidFill>
            <a:srgbClr val="0F1426"/>
          </a:solidFill>
          <a:ln/>
        </p:spPr>
      </p:sp>
      <p:sp>
        <p:nvSpPr>
          <p:cNvPr id="132" name="Shape 116"/>
          <p:cNvSpPr/>
          <p:nvPr/>
        </p:nvSpPr>
        <p:spPr>
          <a:xfrm>
            <a:off x="11590020" y="5577840"/>
            <a:ext cx="50292" cy="50292"/>
          </a:xfrm>
          <a:prstGeom prst="rect">
            <a:avLst/>
          </a:prstGeom>
          <a:solidFill>
            <a:srgbClr val="0F1426"/>
          </a:solidFill>
          <a:ln/>
        </p:spPr>
      </p:sp>
      <p:sp>
        <p:nvSpPr>
          <p:cNvPr id="133" name="Shape 117"/>
          <p:cNvSpPr/>
          <p:nvPr/>
        </p:nvSpPr>
        <p:spPr>
          <a:xfrm>
            <a:off x="548640" y="6240780"/>
            <a:ext cx="50292" cy="50292"/>
          </a:xfrm>
          <a:prstGeom prst="rect">
            <a:avLst/>
          </a:prstGeom>
          <a:solidFill>
            <a:srgbClr val="0F1426"/>
          </a:solidFill>
          <a:ln/>
        </p:spPr>
      </p:sp>
      <p:sp>
        <p:nvSpPr>
          <p:cNvPr id="134" name="Shape 118"/>
          <p:cNvSpPr/>
          <p:nvPr/>
        </p:nvSpPr>
        <p:spPr>
          <a:xfrm>
            <a:off x="11590020" y="6240780"/>
            <a:ext cx="50292" cy="50292"/>
          </a:xfrm>
          <a:prstGeom prst="rect">
            <a:avLst/>
          </a:prstGeom>
          <a:solidFill>
            <a:srgbClr val="0F1426"/>
          </a:solidFill>
          <a:ln/>
        </p:spPr>
      </p:sp>
      <p:sp>
        <p:nvSpPr>
          <p:cNvPr id="135" name="Text 119"/>
          <p:cNvSpPr txBox="1"/>
          <p:nvPr/>
        </p:nvSpPr>
        <p:spPr>
          <a:xfrm>
            <a:off x="777240" y="5577840"/>
            <a:ext cx="10698480" cy="713232"/>
          </a:xfrm>
          <a:prstGeom prst="rect">
            <a:avLst/>
          </a:prstGeom>
          <a:noFill/>
          <a:ln/>
        </p:spPr>
        <p:txBody>
          <a:bodyPr wrap="square" lIns="0" tIns="0" rIns="0" bIns="0" rtlCol="0" anchor="ctr"/>
          <a:lstStyle/>
          <a:p>
            <a:pPr indent="0" marL="0">
              <a:buNone/>
            </a:pPr>
            <a:r>
              <a:rPr lang="ko-KR" altLang="en-US" sz="1400" b="1" dirty="0">
                <a:solidFill>
                  <a:srgbClr val="F7D84A"/>
                </a:solidFill>
                <a:latin typeface="Galmuri11" pitchFamily="34" charset="0"/>
                <a:ea typeface="Galmuri11" pitchFamily="34" charset="-122"/>
                <a:cs typeface="Galmuri11" pitchFamily="34" charset="-120"/>
              </a:rPr>
              <a:t>플레이 예시  </a:t>
            </a:r>
            <a:pPr indent="0" marL="0">
              <a:buNone/>
            </a:pPr>
            <a:r>
              <a:rPr lang="ko-KR" altLang="en-US" sz="1400" dirty="0">
                <a:solidFill>
                  <a:srgbClr val="FFFFFF"/>
                </a:solidFill>
                <a:latin typeface="맑은 고딕" pitchFamily="34" charset="0"/>
                <a:ea typeface="맑은 고딕" pitchFamily="34" charset="-122"/>
                <a:cs typeface="맑은 고딕" pitchFamily="34" charset="-120"/>
              </a:rPr>
              <a:t>택배회사를 사칭한 문자 도착 → 링크 주소를 공식 연락처와 대조 → 할머니의 기록에 기다리는 택배가 없음을 확인 → 거부하고 신고 → 근무가 끝나면 정답과 해설 확인</a:t>
            </a:r>
            <a:endParaRPr lang="ko-KR" sz="14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9184"/>
            <a:ext cx="11064240" cy="694944"/>
          </a:xfrm>
          <a:prstGeom prst="rect">
            <a:avLst/>
          </a:prstGeom>
          <a:noFill/>
          <a:ln/>
        </p:spPr>
        <p:txBody>
          <a:bodyPr wrap="square" lIns="0" tIns="0" rIns="0" bIns="0" rtlCol="0" anchor="ctr"/>
          <a:lstStyle/>
          <a:p>
            <a:pPr algn="l" indent="0" marL="0">
              <a:buNone/>
            </a:pPr>
            <a:r>
              <a:rPr lang="en-US" sz="3000" dirty="0">
                <a:solidFill>
                  <a:srgbClr val="FFFFFF"/>
                </a:solidFill>
                <a:latin typeface="Galmuri14" pitchFamily="34" charset="0"/>
                <a:ea typeface="Galmuri14" pitchFamily="34" charset="-122"/>
                <a:cs typeface="Galmuri14" pitchFamily="34" charset="-120"/>
              </a:rPr>
              <a:t>실제 스마트폰에서는 이렇게 플레이한다</a:t>
            </a:r>
            <a:endParaRPr lang="en-US" sz="3000" dirty="0"/>
          </a:p>
        </p:txBody>
      </p:sp>
      <p:sp>
        <p:nvSpPr>
          <p:cNvPr id="3" name="Shape 1"/>
          <p:cNvSpPr/>
          <p:nvPr/>
        </p:nvSpPr>
        <p:spPr>
          <a:xfrm>
            <a:off x="8805672" y="512064"/>
            <a:ext cx="2834640" cy="329184"/>
          </a:xfrm>
          <a:prstGeom prst="rect">
            <a:avLst/>
          </a:prstGeom>
          <a:solidFill>
            <a:srgbClr val="22201F"/>
          </a:solidFill>
          <a:ln/>
        </p:spPr>
      </p:sp>
      <p:sp>
        <p:nvSpPr>
          <p:cNvPr id="4" name="Shape 2"/>
          <p:cNvSpPr/>
          <p:nvPr/>
        </p:nvSpPr>
        <p:spPr>
          <a:xfrm>
            <a:off x="8855964" y="562356"/>
            <a:ext cx="2734056" cy="228600"/>
          </a:xfrm>
          <a:prstGeom prst="rect">
            <a:avLst/>
          </a:prstGeom>
          <a:solidFill>
            <a:srgbClr val="F7D84A"/>
          </a:solidFill>
          <a:ln/>
        </p:spPr>
      </p:sp>
      <p:sp>
        <p:nvSpPr>
          <p:cNvPr id="5" name="Shape 3"/>
          <p:cNvSpPr/>
          <p:nvPr/>
        </p:nvSpPr>
        <p:spPr>
          <a:xfrm>
            <a:off x="8805672" y="512064"/>
            <a:ext cx="50292" cy="50292"/>
          </a:xfrm>
          <a:prstGeom prst="rect">
            <a:avLst/>
          </a:prstGeom>
          <a:solidFill>
            <a:srgbClr val="0F1426"/>
          </a:solidFill>
          <a:ln/>
        </p:spPr>
      </p:sp>
      <p:sp>
        <p:nvSpPr>
          <p:cNvPr id="6" name="Shape 4"/>
          <p:cNvSpPr/>
          <p:nvPr/>
        </p:nvSpPr>
        <p:spPr>
          <a:xfrm>
            <a:off x="11590020" y="512064"/>
            <a:ext cx="50292" cy="50292"/>
          </a:xfrm>
          <a:prstGeom prst="rect">
            <a:avLst/>
          </a:prstGeom>
          <a:solidFill>
            <a:srgbClr val="0F1426"/>
          </a:solidFill>
          <a:ln/>
        </p:spPr>
      </p:sp>
      <p:sp>
        <p:nvSpPr>
          <p:cNvPr id="7" name="Shape 5"/>
          <p:cNvSpPr/>
          <p:nvPr/>
        </p:nvSpPr>
        <p:spPr>
          <a:xfrm>
            <a:off x="8805672" y="790956"/>
            <a:ext cx="50292" cy="50292"/>
          </a:xfrm>
          <a:prstGeom prst="rect">
            <a:avLst/>
          </a:prstGeom>
          <a:solidFill>
            <a:srgbClr val="0F1426"/>
          </a:solidFill>
          <a:ln/>
        </p:spPr>
      </p:sp>
      <p:sp>
        <p:nvSpPr>
          <p:cNvPr id="8" name="Shape 6"/>
          <p:cNvSpPr/>
          <p:nvPr/>
        </p:nvSpPr>
        <p:spPr>
          <a:xfrm>
            <a:off x="11590020" y="790956"/>
            <a:ext cx="50292" cy="50292"/>
          </a:xfrm>
          <a:prstGeom prst="rect">
            <a:avLst/>
          </a:prstGeom>
          <a:solidFill>
            <a:srgbClr val="0F1426"/>
          </a:solidFill>
          <a:ln/>
        </p:spPr>
      </p:sp>
      <p:sp>
        <p:nvSpPr>
          <p:cNvPr id="9" name="Text 7"/>
          <p:cNvSpPr txBox="1"/>
          <p:nvPr/>
        </p:nvSpPr>
        <p:spPr>
          <a:xfrm>
            <a:off x="8805672" y="512064"/>
            <a:ext cx="2834640" cy="329184"/>
          </a:xfrm>
          <a:prstGeom prst="rect">
            <a:avLst/>
          </a:prstGeom>
          <a:noFill/>
          <a:ln/>
        </p:spPr>
        <p:txBody>
          <a:bodyPr wrap="square" lIns="0" tIns="0" rIns="0" bIns="0" rtlCol="0" anchor="ctr"/>
          <a:lstStyle/>
          <a:p>
            <a:pPr algn="ctr" indent="0" marL="0">
              <a:buNone/>
            </a:pPr>
            <a:r>
              <a:rPr lang="ko-KR" altLang="en-US" sz="1100" dirty="0">
                <a:solidFill>
                  <a:srgbClr val="22201F"/>
                </a:solidFill>
                <a:latin typeface="Galmuri11" pitchFamily="34" charset="0"/>
                <a:ea typeface="Galmuri11" pitchFamily="34" charset="-122"/>
                <a:cs typeface="Galmuri11" pitchFamily="34" charset="-120"/>
              </a:rPr>
              <a:t>HTML 시제품 화면 · Unity 구현 전</a:t>
            </a:r>
            <a:endParaRPr lang="ko-KR" sz="1100" dirty="0"/>
          </a:p>
        </p:txBody>
      </p:sp>
      <p:sp>
        <p:nvSpPr>
          <p:cNvPr id="10" name="Shape 8"/>
          <p:cNvSpPr/>
          <p:nvPr/>
        </p:nvSpPr>
        <p:spPr>
          <a:xfrm>
            <a:off x="758952" y="1060704"/>
            <a:ext cx="1737360" cy="329184"/>
          </a:xfrm>
          <a:prstGeom prst="rect">
            <a:avLst/>
          </a:prstGeom>
          <a:solidFill>
            <a:srgbClr val="22201F"/>
          </a:solidFill>
          <a:ln/>
        </p:spPr>
      </p:sp>
      <p:sp>
        <p:nvSpPr>
          <p:cNvPr id="11" name="Shape 9"/>
          <p:cNvSpPr/>
          <p:nvPr/>
        </p:nvSpPr>
        <p:spPr>
          <a:xfrm>
            <a:off x="809244" y="1110996"/>
            <a:ext cx="1636776" cy="228600"/>
          </a:xfrm>
          <a:prstGeom prst="rect">
            <a:avLst/>
          </a:prstGeom>
          <a:solidFill>
            <a:srgbClr val="45C7C1"/>
          </a:solidFill>
          <a:ln/>
        </p:spPr>
      </p:sp>
      <p:sp>
        <p:nvSpPr>
          <p:cNvPr id="12" name="Shape 10"/>
          <p:cNvSpPr/>
          <p:nvPr/>
        </p:nvSpPr>
        <p:spPr>
          <a:xfrm>
            <a:off x="758952" y="1060704"/>
            <a:ext cx="50292" cy="50292"/>
          </a:xfrm>
          <a:prstGeom prst="rect">
            <a:avLst/>
          </a:prstGeom>
          <a:solidFill>
            <a:srgbClr val="0F1426"/>
          </a:solidFill>
          <a:ln/>
        </p:spPr>
      </p:sp>
      <p:sp>
        <p:nvSpPr>
          <p:cNvPr id="13" name="Shape 11"/>
          <p:cNvSpPr/>
          <p:nvPr/>
        </p:nvSpPr>
        <p:spPr>
          <a:xfrm>
            <a:off x="2446020" y="1060704"/>
            <a:ext cx="50292" cy="50292"/>
          </a:xfrm>
          <a:prstGeom prst="rect">
            <a:avLst/>
          </a:prstGeom>
          <a:solidFill>
            <a:srgbClr val="0F1426"/>
          </a:solidFill>
          <a:ln/>
        </p:spPr>
      </p:sp>
      <p:sp>
        <p:nvSpPr>
          <p:cNvPr id="14" name="Shape 12"/>
          <p:cNvSpPr/>
          <p:nvPr/>
        </p:nvSpPr>
        <p:spPr>
          <a:xfrm>
            <a:off x="758952" y="1339596"/>
            <a:ext cx="50292" cy="50292"/>
          </a:xfrm>
          <a:prstGeom prst="rect">
            <a:avLst/>
          </a:prstGeom>
          <a:solidFill>
            <a:srgbClr val="0F1426"/>
          </a:solidFill>
          <a:ln/>
        </p:spPr>
      </p:sp>
      <p:sp>
        <p:nvSpPr>
          <p:cNvPr id="15" name="Shape 13"/>
          <p:cNvSpPr/>
          <p:nvPr/>
        </p:nvSpPr>
        <p:spPr>
          <a:xfrm>
            <a:off x="2446020" y="1339596"/>
            <a:ext cx="50292" cy="50292"/>
          </a:xfrm>
          <a:prstGeom prst="rect">
            <a:avLst/>
          </a:prstGeom>
          <a:solidFill>
            <a:srgbClr val="0F1426"/>
          </a:solidFill>
          <a:ln/>
        </p:spPr>
      </p:sp>
      <p:sp>
        <p:nvSpPr>
          <p:cNvPr id="16" name="Text 14"/>
          <p:cNvSpPr txBox="1"/>
          <p:nvPr/>
        </p:nvSpPr>
        <p:spPr>
          <a:xfrm>
            <a:off x="758952" y="1060704"/>
            <a:ext cx="1737360" cy="329184"/>
          </a:xfrm>
          <a:prstGeom prst="rect">
            <a:avLst/>
          </a:prstGeom>
          <a:noFill/>
          <a:ln/>
        </p:spPr>
        <p:txBody>
          <a:bodyPr wrap="square" lIns="0" tIns="0" rIns="0" bIns="0" rtlCol="0" anchor="ctr"/>
          <a:lstStyle/>
          <a:p>
            <a:pPr algn="ctr" indent="0" marL="0">
              <a:buNone/>
            </a:pPr>
            <a:r>
              <a:rPr lang="ko-KR" altLang="en-US" sz="1300" dirty="0">
                <a:solidFill>
                  <a:srgbClr val="22201F"/>
                </a:solidFill>
                <a:latin typeface="Galmuri11" pitchFamily="34" charset="0"/>
                <a:ea typeface="Galmuri11" pitchFamily="34" charset="-122"/>
                <a:cs typeface="Galmuri11" pitchFamily="34" charset="-120"/>
              </a:rPr>
              <a:t>A  출근·브리핑</a:t>
            </a:r>
            <a:endParaRPr lang="ko-KR" sz="1300" dirty="0"/>
          </a:p>
        </p:txBody>
      </p:sp>
      <p:pic>
        <p:nvPicPr>
          <p:cNvPr id="17" name="Image 0" descr="preencoded.png">    </p:cNvPr>
          <p:cNvPicPr>
            <a:picLocks noChangeAspect="1"/>
          </p:cNvPicPr>
          <p:nvPr/>
        </p:nvPicPr>
        <p:blipFill>
          <a:blip r:embed="rId1"/>
          <a:stretch>
            <a:fillRect/>
          </a:stretch>
        </p:blipFill>
        <p:spPr>
          <a:xfrm>
            <a:off x="2997708" y="3648456"/>
            <a:ext cx="237744" cy="237744"/>
          </a:xfrm>
          <a:prstGeom prst="rect">
            <a:avLst/>
          </a:prstGeom>
        </p:spPr>
      </p:pic>
      <p:sp>
        <p:nvSpPr>
          <p:cNvPr id="18" name="Text 15"/>
          <p:cNvSpPr txBox="1"/>
          <p:nvPr/>
        </p:nvSpPr>
        <p:spPr>
          <a:xfrm>
            <a:off x="320040" y="6126480"/>
            <a:ext cx="2615184" cy="274320"/>
          </a:xfrm>
          <a:prstGeom prst="rect">
            <a:avLst/>
          </a:prstGeom>
          <a:noFill/>
          <a:ln/>
        </p:spPr>
        <p:txBody>
          <a:bodyPr wrap="square" lIns="0" tIns="0" rIns="0" bIns="0" rtlCol="0" anchor="t"/>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오늘의 소식·조건 → [업무 시작]</a:t>
            </a:r>
            <a:endParaRPr lang="ko-KR" sz="1200" dirty="0"/>
          </a:p>
        </p:txBody>
      </p:sp>
      <p:sp>
        <p:nvSpPr>
          <p:cNvPr id="19" name="Shape 16"/>
          <p:cNvSpPr/>
          <p:nvPr/>
        </p:nvSpPr>
        <p:spPr>
          <a:xfrm>
            <a:off x="649224" y="1581912"/>
            <a:ext cx="2157984" cy="4572000"/>
          </a:xfrm>
          <a:prstGeom prst="rect">
            <a:avLst/>
          </a:prstGeom>
          <a:solidFill>
            <a:srgbClr val="0B0F1E"/>
          </a:solidFill>
          <a:ln/>
        </p:spPr>
      </p:sp>
      <p:sp>
        <p:nvSpPr>
          <p:cNvPr id="20" name="Shape 17"/>
          <p:cNvSpPr/>
          <p:nvPr/>
        </p:nvSpPr>
        <p:spPr>
          <a:xfrm>
            <a:off x="548640" y="1481328"/>
            <a:ext cx="2157984" cy="4572000"/>
          </a:xfrm>
          <a:prstGeom prst="rect">
            <a:avLst/>
          </a:prstGeom>
          <a:solidFill>
            <a:srgbClr val="3A4E7A"/>
          </a:solidFill>
          <a:ln/>
        </p:spPr>
      </p:sp>
      <p:sp>
        <p:nvSpPr>
          <p:cNvPr id="21" name="Shape 18"/>
          <p:cNvSpPr/>
          <p:nvPr/>
        </p:nvSpPr>
        <p:spPr>
          <a:xfrm>
            <a:off x="598932" y="1531620"/>
            <a:ext cx="2057400" cy="4471416"/>
          </a:xfrm>
          <a:prstGeom prst="rect">
            <a:avLst/>
          </a:prstGeom>
          <a:solidFill>
            <a:srgbClr val="060A15"/>
          </a:solidFill>
          <a:ln/>
        </p:spPr>
      </p:sp>
      <p:sp>
        <p:nvSpPr>
          <p:cNvPr id="22" name="Shape 19"/>
          <p:cNvSpPr/>
          <p:nvPr/>
        </p:nvSpPr>
        <p:spPr>
          <a:xfrm>
            <a:off x="548640" y="1481328"/>
            <a:ext cx="50292" cy="50292"/>
          </a:xfrm>
          <a:prstGeom prst="rect">
            <a:avLst/>
          </a:prstGeom>
          <a:solidFill>
            <a:srgbClr val="0F1426"/>
          </a:solidFill>
          <a:ln/>
        </p:spPr>
      </p:sp>
      <p:sp>
        <p:nvSpPr>
          <p:cNvPr id="23" name="Shape 20"/>
          <p:cNvSpPr/>
          <p:nvPr/>
        </p:nvSpPr>
        <p:spPr>
          <a:xfrm>
            <a:off x="2656332" y="1481328"/>
            <a:ext cx="50292" cy="50292"/>
          </a:xfrm>
          <a:prstGeom prst="rect">
            <a:avLst/>
          </a:prstGeom>
          <a:solidFill>
            <a:srgbClr val="0F1426"/>
          </a:solidFill>
          <a:ln/>
        </p:spPr>
      </p:sp>
      <p:sp>
        <p:nvSpPr>
          <p:cNvPr id="24" name="Shape 21"/>
          <p:cNvSpPr/>
          <p:nvPr/>
        </p:nvSpPr>
        <p:spPr>
          <a:xfrm>
            <a:off x="548640" y="6003036"/>
            <a:ext cx="50292" cy="50292"/>
          </a:xfrm>
          <a:prstGeom prst="rect">
            <a:avLst/>
          </a:prstGeom>
          <a:solidFill>
            <a:srgbClr val="0F1426"/>
          </a:solidFill>
          <a:ln/>
        </p:spPr>
      </p:sp>
      <p:sp>
        <p:nvSpPr>
          <p:cNvPr id="25" name="Shape 22"/>
          <p:cNvSpPr/>
          <p:nvPr/>
        </p:nvSpPr>
        <p:spPr>
          <a:xfrm>
            <a:off x="2656332" y="6003036"/>
            <a:ext cx="50292" cy="50292"/>
          </a:xfrm>
          <a:prstGeom prst="rect">
            <a:avLst/>
          </a:prstGeom>
          <a:solidFill>
            <a:srgbClr val="0F1426"/>
          </a:solidFill>
          <a:ln/>
        </p:spPr>
      </p:sp>
      <p:sp>
        <p:nvSpPr>
          <p:cNvPr id="26" name="Shape 23"/>
          <p:cNvSpPr/>
          <p:nvPr/>
        </p:nvSpPr>
        <p:spPr>
          <a:xfrm>
            <a:off x="1399032" y="1545336"/>
            <a:ext cx="457200" cy="45720"/>
          </a:xfrm>
          <a:prstGeom prst="rect">
            <a:avLst/>
          </a:prstGeom>
          <a:solidFill>
            <a:srgbClr val="3A4E7A"/>
          </a:solidFill>
          <a:ln/>
        </p:spPr>
      </p:sp>
      <p:pic>
        <p:nvPicPr>
          <p:cNvPr id="27" name="Image 1" descr="HTML 시제품 화면: 출근·브리핑">    </p:cNvPr>
          <p:cNvPicPr>
            <a:picLocks noChangeAspect="1"/>
          </p:cNvPicPr>
          <p:nvPr/>
        </p:nvPicPr>
        <p:blipFill>
          <a:blip r:embed="rId2"/>
          <a:stretch>
            <a:fillRect/>
          </a:stretch>
        </p:blipFill>
        <p:spPr>
          <a:xfrm>
            <a:off x="661687" y="1636776"/>
            <a:ext cx="1931890" cy="4297680"/>
          </a:xfrm>
          <a:prstGeom prst="rect">
            <a:avLst/>
          </a:prstGeom>
        </p:spPr>
      </p:pic>
      <p:sp>
        <p:nvSpPr>
          <p:cNvPr id="28" name="Shape 24"/>
          <p:cNvSpPr/>
          <p:nvPr/>
        </p:nvSpPr>
        <p:spPr>
          <a:xfrm>
            <a:off x="3736848" y="1060704"/>
            <a:ext cx="1737360" cy="329184"/>
          </a:xfrm>
          <a:prstGeom prst="rect">
            <a:avLst/>
          </a:prstGeom>
          <a:solidFill>
            <a:srgbClr val="22201F"/>
          </a:solidFill>
          <a:ln/>
        </p:spPr>
      </p:sp>
      <p:sp>
        <p:nvSpPr>
          <p:cNvPr id="29" name="Shape 25"/>
          <p:cNvSpPr/>
          <p:nvPr/>
        </p:nvSpPr>
        <p:spPr>
          <a:xfrm>
            <a:off x="3787140" y="1110996"/>
            <a:ext cx="1636776" cy="228600"/>
          </a:xfrm>
          <a:prstGeom prst="rect">
            <a:avLst/>
          </a:prstGeom>
          <a:solidFill>
            <a:srgbClr val="45C7C1"/>
          </a:solidFill>
          <a:ln/>
        </p:spPr>
      </p:sp>
      <p:sp>
        <p:nvSpPr>
          <p:cNvPr id="30" name="Shape 26"/>
          <p:cNvSpPr/>
          <p:nvPr/>
        </p:nvSpPr>
        <p:spPr>
          <a:xfrm>
            <a:off x="3736848" y="1060704"/>
            <a:ext cx="50292" cy="50292"/>
          </a:xfrm>
          <a:prstGeom prst="rect">
            <a:avLst/>
          </a:prstGeom>
          <a:solidFill>
            <a:srgbClr val="0F1426"/>
          </a:solidFill>
          <a:ln/>
        </p:spPr>
      </p:sp>
      <p:sp>
        <p:nvSpPr>
          <p:cNvPr id="31" name="Shape 27"/>
          <p:cNvSpPr/>
          <p:nvPr/>
        </p:nvSpPr>
        <p:spPr>
          <a:xfrm>
            <a:off x="5423916" y="1060704"/>
            <a:ext cx="50292" cy="50292"/>
          </a:xfrm>
          <a:prstGeom prst="rect">
            <a:avLst/>
          </a:prstGeom>
          <a:solidFill>
            <a:srgbClr val="0F1426"/>
          </a:solidFill>
          <a:ln/>
        </p:spPr>
      </p:sp>
      <p:sp>
        <p:nvSpPr>
          <p:cNvPr id="32" name="Shape 28"/>
          <p:cNvSpPr/>
          <p:nvPr/>
        </p:nvSpPr>
        <p:spPr>
          <a:xfrm>
            <a:off x="3736848" y="1339596"/>
            <a:ext cx="50292" cy="50292"/>
          </a:xfrm>
          <a:prstGeom prst="rect">
            <a:avLst/>
          </a:prstGeom>
          <a:solidFill>
            <a:srgbClr val="0F1426"/>
          </a:solidFill>
          <a:ln/>
        </p:spPr>
      </p:sp>
      <p:sp>
        <p:nvSpPr>
          <p:cNvPr id="33" name="Shape 29"/>
          <p:cNvSpPr/>
          <p:nvPr/>
        </p:nvSpPr>
        <p:spPr>
          <a:xfrm>
            <a:off x="5423916" y="1339596"/>
            <a:ext cx="50292" cy="50292"/>
          </a:xfrm>
          <a:prstGeom prst="rect">
            <a:avLst/>
          </a:prstGeom>
          <a:solidFill>
            <a:srgbClr val="0F1426"/>
          </a:solidFill>
          <a:ln/>
        </p:spPr>
      </p:sp>
      <p:sp>
        <p:nvSpPr>
          <p:cNvPr id="34" name="Text 30"/>
          <p:cNvSpPr txBox="1"/>
          <p:nvPr/>
        </p:nvSpPr>
        <p:spPr>
          <a:xfrm>
            <a:off x="3736848" y="1060704"/>
            <a:ext cx="1737360" cy="329184"/>
          </a:xfrm>
          <a:prstGeom prst="rect">
            <a:avLst/>
          </a:prstGeom>
          <a:noFill/>
          <a:ln/>
        </p:spPr>
        <p:txBody>
          <a:bodyPr wrap="square" lIns="0" tIns="0" rIns="0" bIns="0" rtlCol="0" anchor="ctr"/>
          <a:lstStyle/>
          <a:p>
            <a:pPr algn="ctr" indent="0" marL="0">
              <a:buNone/>
            </a:pPr>
            <a:r>
              <a:rPr lang="ko-KR" altLang="en-US" sz="1300" dirty="0">
                <a:solidFill>
                  <a:srgbClr val="22201F"/>
                </a:solidFill>
                <a:latin typeface="Galmuri11" pitchFamily="34" charset="0"/>
                <a:ea typeface="Galmuri11" pitchFamily="34" charset="-122"/>
                <a:cs typeface="Galmuri11" pitchFamily="34" charset="-120"/>
              </a:rPr>
              <a:t>B  자료 대조</a:t>
            </a:r>
            <a:endParaRPr lang="ko-KR" sz="1300" dirty="0"/>
          </a:p>
        </p:txBody>
      </p:sp>
      <p:pic>
        <p:nvPicPr>
          <p:cNvPr id="35" name="Image 2" descr="preencoded.png">    </p:cNvPr>
          <p:cNvPicPr>
            <a:picLocks noChangeAspect="1"/>
          </p:cNvPicPr>
          <p:nvPr/>
        </p:nvPicPr>
        <p:blipFill>
          <a:blip r:embed="rId3"/>
          <a:stretch>
            <a:fillRect/>
          </a:stretch>
        </p:blipFill>
        <p:spPr>
          <a:xfrm>
            <a:off x="5975604" y="3648456"/>
            <a:ext cx="237744" cy="237744"/>
          </a:xfrm>
          <a:prstGeom prst="rect">
            <a:avLst/>
          </a:prstGeom>
        </p:spPr>
      </p:pic>
      <p:sp>
        <p:nvSpPr>
          <p:cNvPr id="36" name="Text 31"/>
          <p:cNvSpPr txBox="1"/>
          <p:nvPr/>
        </p:nvSpPr>
        <p:spPr>
          <a:xfrm>
            <a:off x="3297936" y="6126480"/>
            <a:ext cx="2615184" cy="274320"/>
          </a:xfrm>
          <a:prstGeom prst="rect">
            <a:avLst/>
          </a:prstGeom>
          <a:noFill/>
          <a:ln/>
        </p:spPr>
        <p:txBody>
          <a:bodyPr wrap="square" lIns="0" tIns="0" rIns="0" bIns="0" rtlCol="0" anchor="t"/>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대조 단서 + 의심 깃발</a:t>
            </a:r>
            <a:endParaRPr lang="ko-KR" sz="1200" dirty="0"/>
          </a:p>
        </p:txBody>
      </p:sp>
      <p:sp>
        <p:nvSpPr>
          <p:cNvPr id="37" name="Shape 32"/>
          <p:cNvSpPr/>
          <p:nvPr/>
        </p:nvSpPr>
        <p:spPr>
          <a:xfrm>
            <a:off x="3627120" y="1581912"/>
            <a:ext cx="2157984" cy="4572000"/>
          </a:xfrm>
          <a:prstGeom prst="rect">
            <a:avLst/>
          </a:prstGeom>
          <a:solidFill>
            <a:srgbClr val="0B0F1E"/>
          </a:solidFill>
          <a:ln/>
        </p:spPr>
      </p:sp>
      <p:sp>
        <p:nvSpPr>
          <p:cNvPr id="38" name="Shape 33"/>
          <p:cNvSpPr/>
          <p:nvPr/>
        </p:nvSpPr>
        <p:spPr>
          <a:xfrm>
            <a:off x="3526536" y="1481328"/>
            <a:ext cx="2157984" cy="4572000"/>
          </a:xfrm>
          <a:prstGeom prst="rect">
            <a:avLst/>
          </a:prstGeom>
          <a:solidFill>
            <a:srgbClr val="3A4E7A"/>
          </a:solidFill>
          <a:ln/>
        </p:spPr>
      </p:sp>
      <p:sp>
        <p:nvSpPr>
          <p:cNvPr id="39" name="Shape 34"/>
          <p:cNvSpPr/>
          <p:nvPr/>
        </p:nvSpPr>
        <p:spPr>
          <a:xfrm>
            <a:off x="3576828" y="1531620"/>
            <a:ext cx="2057400" cy="4471416"/>
          </a:xfrm>
          <a:prstGeom prst="rect">
            <a:avLst/>
          </a:prstGeom>
          <a:solidFill>
            <a:srgbClr val="060A15"/>
          </a:solidFill>
          <a:ln/>
        </p:spPr>
      </p:sp>
      <p:sp>
        <p:nvSpPr>
          <p:cNvPr id="40" name="Shape 35"/>
          <p:cNvSpPr/>
          <p:nvPr/>
        </p:nvSpPr>
        <p:spPr>
          <a:xfrm>
            <a:off x="3526536" y="1481328"/>
            <a:ext cx="50292" cy="50292"/>
          </a:xfrm>
          <a:prstGeom prst="rect">
            <a:avLst/>
          </a:prstGeom>
          <a:solidFill>
            <a:srgbClr val="0F1426"/>
          </a:solidFill>
          <a:ln/>
        </p:spPr>
      </p:sp>
      <p:sp>
        <p:nvSpPr>
          <p:cNvPr id="41" name="Shape 36"/>
          <p:cNvSpPr/>
          <p:nvPr/>
        </p:nvSpPr>
        <p:spPr>
          <a:xfrm>
            <a:off x="5634228" y="1481328"/>
            <a:ext cx="50292" cy="50292"/>
          </a:xfrm>
          <a:prstGeom prst="rect">
            <a:avLst/>
          </a:prstGeom>
          <a:solidFill>
            <a:srgbClr val="0F1426"/>
          </a:solidFill>
          <a:ln/>
        </p:spPr>
      </p:sp>
      <p:sp>
        <p:nvSpPr>
          <p:cNvPr id="42" name="Shape 37"/>
          <p:cNvSpPr/>
          <p:nvPr/>
        </p:nvSpPr>
        <p:spPr>
          <a:xfrm>
            <a:off x="3526536" y="6003036"/>
            <a:ext cx="50292" cy="50292"/>
          </a:xfrm>
          <a:prstGeom prst="rect">
            <a:avLst/>
          </a:prstGeom>
          <a:solidFill>
            <a:srgbClr val="0F1426"/>
          </a:solidFill>
          <a:ln/>
        </p:spPr>
      </p:sp>
      <p:sp>
        <p:nvSpPr>
          <p:cNvPr id="43" name="Shape 38"/>
          <p:cNvSpPr/>
          <p:nvPr/>
        </p:nvSpPr>
        <p:spPr>
          <a:xfrm>
            <a:off x="5634228" y="6003036"/>
            <a:ext cx="50292" cy="50292"/>
          </a:xfrm>
          <a:prstGeom prst="rect">
            <a:avLst/>
          </a:prstGeom>
          <a:solidFill>
            <a:srgbClr val="0F1426"/>
          </a:solidFill>
          <a:ln/>
        </p:spPr>
      </p:sp>
      <p:sp>
        <p:nvSpPr>
          <p:cNvPr id="44" name="Shape 39"/>
          <p:cNvSpPr/>
          <p:nvPr/>
        </p:nvSpPr>
        <p:spPr>
          <a:xfrm>
            <a:off x="4376928" y="1545336"/>
            <a:ext cx="457200" cy="45720"/>
          </a:xfrm>
          <a:prstGeom prst="rect">
            <a:avLst/>
          </a:prstGeom>
          <a:solidFill>
            <a:srgbClr val="3A4E7A"/>
          </a:solidFill>
          <a:ln/>
        </p:spPr>
      </p:sp>
      <p:pic>
        <p:nvPicPr>
          <p:cNvPr id="45" name="Image 3" descr="HTML 시제품 화면: 자료 대조">    </p:cNvPr>
          <p:cNvPicPr>
            <a:picLocks noChangeAspect="1"/>
          </p:cNvPicPr>
          <p:nvPr/>
        </p:nvPicPr>
        <p:blipFill>
          <a:blip r:embed="rId4"/>
          <a:stretch>
            <a:fillRect/>
          </a:stretch>
        </p:blipFill>
        <p:spPr>
          <a:xfrm>
            <a:off x="3639583" y="1636776"/>
            <a:ext cx="1931890" cy="4297680"/>
          </a:xfrm>
          <a:prstGeom prst="rect">
            <a:avLst/>
          </a:prstGeom>
        </p:spPr>
      </p:pic>
      <p:sp>
        <p:nvSpPr>
          <p:cNvPr id="46" name="Shape 40"/>
          <p:cNvSpPr/>
          <p:nvPr/>
        </p:nvSpPr>
        <p:spPr>
          <a:xfrm>
            <a:off x="6714744" y="1060704"/>
            <a:ext cx="1737360" cy="329184"/>
          </a:xfrm>
          <a:prstGeom prst="rect">
            <a:avLst/>
          </a:prstGeom>
          <a:solidFill>
            <a:srgbClr val="22201F"/>
          </a:solidFill>
          <a:ln/>
        </p:spPr>
      </p:sp>
      <p:sp>
        <p:nvSpPr>
          <p:cNvPr id="47" name="Shape 41"/>
          <p:cNvSpPr/>
          <p:nvPr/>
        </p:nvSpPr>
        <p:spPr>
          <a:xfrm>
            <a:off x="6765036" y="1110996"/>
            <a:ext cx="1636776" cy="228600"/>
          </a:xfrm>
          <a:prstGeom prst="rect">
            <a:avLst/>
          </a:prstGeom>
          <a:solidFill>
            <a:srgbClr val="45C7C1"/>
          </a:solidFill>
          <a:ln/>
        </p:spPr>
      </p:sp>
      <p:sp>
        <p:nvSpPr>
          <p:cNvPr id="48" name="Shape 42"/>
          <p:cNvSpPr/>
          <p:nvPr/>
        </p:nvSpPr>
        <p:spPr>
          <a:xfrm>
            <a:off x="6714744" y="1060704"/>
            <a:ext cx="50292" cy="50292"/>
          </a:xfrm>
          <a:prstGeom prst="rect">
            <a:avLst/>
          </a:prstGeom>
          <a:solidFill>
            <a:srgbClr val="0F1426"/>
          </a:solidFill>
          <a:ln/>
        </p:spPr>
      </p:sp>
      <p:sp>
        <p:nvSpPr>
          <p:cNvPr id="49" name="Shape 43"/>
          <p:cNvSpPr/>
          <p:nvPr/>
        </p:nvSpPr>
        <p:spPr>
          <a:xfrm>
            <a:off x="8401812" y="1060704"/>
            <a:ext cx="50292" cy="50292"/>
          </a:xfrm>
          <a:prstGeom prst="rect">
            <a:avLst/>
          </a:prstGeom>
          <a:solidFill>
            <a:srgbClr val="0F1426"/>
          </a:solidFill>
          <a:ln/>
        </p:spPr>
      </p:sp>
      <p:sp>
        <p:nvSpPr>
          <p:cNvPr id="50" name="Shape 44"/>
          <p:cNvSpPr/>
          <p:nvPr/>
        </p:nvSpPr>
        <p:spPr>
          <a:xfrm>
            <a:off x="6714744" y="1339596"/>
            <a:ext cx="50292" cy="50292"/>
          </a:xfrm>
          <a:prstGeom prst="rect">
            <a:avLst/>
          </a:prstGeom>
          <a:solidFill>
            <a:srgbClr val="0F1426"/>
          </a:solidFill>
          <a:ln/>
        </p:spPr>
      </p:sp>
      <p:sp>
        <p:nvSpPr>
          <p:cNvPr id="51" name="Shape 45"/>
          <p:cNvSpPr/>
          <p:nvPr/>
        </p:nvSpPr>
        <p:spPr>
          <a:xfrm>
            <a:off x="8401812" y="1339596"/>
            <a:ext cx="50292" cy="50292"/>
          </a:xfrm>
          <a:prstGeom prst="rect">
            <a:avLst/>
          </a:prstGeom>
          <a:solidFill>
            <a:srgbClr val="0F1426"/>
          </a:solidFill>
          <a:ln/>
        </p:spPr>
      </p:sp>
      <p:sp>
        <p:nvSpPr>
          <p:cNvPr id="52" name="Text 46"/>
          <p:cNvSpPr txBox="1"/>
          <p:nvPr/>
        </p:nvSpPr>
        <p:spPr>
          <a:xfrm>
            <a:off x="6714744" y="1060704"/>
            <a:ext cx="1737360" cy="329184"/>
          </a:xfrm>
          <a:prstGeom prst="rect">
            <a:avLst/>
          </a:prstGeom>
          <a:noFill/>
          <a:ln/>
        </p:spPr>
        <p:txBody>
          <a:bodyPr wrap="square" lIns="0" tIns="0" rIns="0" bIns="0" rtlCol="0" anchor="ctr"/>
          <a:lstStyle/>
          <a:p>
            <a:pPr algn="ctr" indent="0" marL="0">
              <a:buNone/>
            </a:pPr>
            <a:r>
              <a:rPr lang="ko-KR" altLang="en-US" sz="1300" dirty="0">
                <a:solidFill>
                  <a:srgbClr val="22201F"/>
                </a:solidFill>
                <a:latin typeface="Galmuri11" pitchFamily="34" charset="0"/>
                <a:ea typeface="Galmuri11" pitchFamily="34" charset="-122"/>
                <a:cs typeface="Galmuri11" pitchFamily="34" charset="-120"/>
              </a:rPr>
              <a:t>C  판정 처리</a:t>
            </a:r>
            <a:endParaRPr lang="ko-KR" sz="1300" dirty="0"/>
          </a:p>
        </p:txBody>
      </p:sp>
      <p:pic>
        <p:nvPicPr>
          <p:cNvPr id="53" name="Image 4" descr="preencoded.png">    </p:cNvPr>
          <p:cNvPicPr>
            <a:picLocks noChangeAspect="1"/>
          </p:cNvPicPr>
          <p:nvPr/>
        </p:nvPicPr>
        <p:blipFill>
          <a:blip r:embed="rId5"/>
          <a:stretch>
            <a:fillRect/>
          </a:stretch>
        </p:blipFill>
        <p:spPr>
          <a:xfrm>
            <a:off x="8953500" y="3648456"/>
            <a:ext cx="237744" cy="237744"/>
          </a:xfrm>
          <a:prstGeom prst="rect">
            <a:avLst/>
          </a:prstGeom>
        </p:spPr>
      </p:pic>
      <p:sp>
        <p:nvSpPr>
          <p:cNvPr id="54" name="Text 47"/>
          <p:cNvSpPr txBox="1"/>
          <p:nvPr/>
        </p:nvSpPr>
        <p:spPr>
          <a:xfrm>
            <a:off x="6275832" y="6126480"/>
            <a:ext cx="2615184" cy="274320"/>
          </a:xfrm>
          <a:prstGeom prst="rect">
            <a:avLst/>
          </a:prstGeom>
          <a:noFill/>
          <a:ln/>
        </p:spPr>
        <p:txBody>
          <a:bodyPr wrap="square" lIns="0" tIns="0" rIns="0" bIns="0" rtlCol="0" anchor="t"/>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다시 묻지 않고 처리 · 신고 선택</a:t>
            </a:r>
            <a:endParaRPr lang="ko-KR" sz="1200" dirty="0"/>
          </a:p>
        </p:txBody>
      </p:sp>
      <p:sp>
        <p:nvSpPr>
          <p:cNvPr id="55" name="Shape 48"/>
          <p:cNvSpPr/>
          <p:nvPr/>
        </p:nvSpPr>
        <p:spPr>
          <a:xfrm>
            <a:off x="6605016" y="1581912"/>
            <a:ext cx="2157984" cy="4572000"/>
          </a:xfrm>
          <a:prstGeom prst="rect">
            <a:avLst/>
          </a:prstGeom>
          <a:solidFill>
            <a:srgbClr val="0B0F1E"/>
          </a:solidFill>
          <a:ln/>
        </p:spPr>
      </p:sp>
      <p:sp>
        <p:nvSpPr>
          <p:cNvPr id="56" name="Shape 49"/>
          <p:cNvSpPr/>
          <p:nvPr/>
        </p:nvSpPr>
        <p:spPr>
          <a:xfrm>
            <a:off x="6504432" y="1481328"/>
            <a:ext cx="2157984" cy="4572000"/>
          </a:xfrm>
          <a:prstGeom prst="rect">
            <a:avLst/>
          </a:prstGeom>
          <a:solidFill>
            <a:srgbClr val="3A4E7A"/>
          </a:solidFill>
          <a:ln/>
        </p:spPr>
      </p:sp>
      <p:sp>
        <p:nvSpPr>
          <p:cNvPr id="57" name="Shape 50"/>
          <p:cNvSpPr/>
          <p:nvPr/>
        </p:nvSpPr>
        <p:spPr>
          <a:xfrm>
            <a:off x="6554724" y="1531620"/>
            <a:ext cx="2057400" cy="4471416"/>
          </a:xfrm>
          <a:prstGeom prst="rect">
            <a:avLst/>
          </a:prstGeom>
          <a:solidFill>
            <a:srgbClr val="060A15"/>
          </a:solidFill>
          <a:ln/>
        </p:spPr>
      </p:sp>
      <p:sp>
        <p:nvSpPr>
          <p:cNvPr id="58" name="Shape 51"/>
          <p:cNvSpPr/>
          <p:nvPr/>
        </p:nvSpPr>
        <p:spPr>
          <a:xfrm>
            <a:off x="6504432" y="1481328"/>
            <a:ext cx="50292" cy="50292"/>
          </a:xfrm>
          <a:prstGeom prst="rect">
            <a:avLst/>
          </a:prstGeom>
          <a:solidFill>
            <a:srgbClr val="0F1426"/>
          </a:solidFill>
          <a:ln/>
        </p:spPr>
      </p:sp>
      <p:sp>
        <p:nvSpPr>
          <p:cNvPr id="59" name="Shape 52"/>
          <p:cNvSpPr/>
          <p:nvPr/>
        </p:nvSpPr>
        <p:spPr>
          <a:xfrm>
            <a:off x="8612124" y="1481328"/>
            <a:ext cx="50292" cy="50292"/>
          </a:xfrm>
          <a:prstGeom prst="rect">
            <a:avLst/>
          </a:prstGeom>
          <a:solidFill>
            <a:srgbClr val="0F1426"/>
          </a:solidFill>
          <a:ln/>
        </p:spPr>
      </p:sp>
      <p:sp>
        <p:nvSpPr>
          <p:cNvPr id="60" name="Shape 53"/>
          <p:cNvSpPr/>
          <p:nvPr/>
        </p:nvSpPr>
        <p:spPr>
          <a:xfrm>
            <a:off x="6504432" y="6003036"/>
            <a:ext cx="50292" cy="50292"/>
          </a:xfrm>
          <a:prstGeom prst="rect">
            <a:avLst/>
          </a:prstGeom>
          <a:solidFill>
            <a:srgbClr val="0F1426"/>
          </a:solidFill>
          <a:ln/>
        </p:spPr>
      </p:sp>
      <p:sp>
        <p:nvSpPr>
          <p:cNvPr id="61" name="Shape 54"/>
          <p:cNvSpPr/>
          <p:nvPr/>
        </p:nvSpPr>
        <p:spPr>
          <a:xfrm>
            <a:off x="8612124" y="6003036"/>
            <a:ext cx="50292" cy="50292"/>
          </a:xfrm>
          <a:prstGeom prst="rect">
            <a:avLst/>
          </a:prstGeom>
          <a:solidFill>
            <a:srgbClr val="0F1426"/>
          </a:solidFill>
          <a:ln/>
        </p:spPr>
      </p:sp>
      <p:sp>
        <p:nvSpPr>
          <p:cNvPr id="62" name="Shape 55"/>
          <p:cNvSpPr/>
          <p:nvPr/>
        </p:nvSpPr>
        <p:spPr>
          <a:xfrm>
            <a:off x="7354824" y="1545336"/>
            <a:ext cx="457200" cy="45720"/>
          </a:xfrm>
          <a:prstGeom prst="rect">
            <a:avLst/>
          </a:prstGeom>
          <a:solidFill>
            <a:srgbClr val="3A4E7A"/>
          </a:solidFill>
          <a:ln/>
        </p:spPr>
      </p:sp>
      <p:pic>
        <p:nvPicPr>
          <p:cNvPr id="63" name="Image 5" descr="HTML 시제품 화면: 판정 처리">    </p:cNvPr>
          <p:cNvPicPr>
            <a:picLocks noChangeAspect="1"/>
          </p:cNvPicPr>
          <p:nvPr/>
        </p:nvPicPr>
        <p:blipFill>
          <a:blip r:embed="rId6"/>
          <a:stretch>
            <a:fillRect/>
          </a:stretch>
        </p:blipFill>
        <p:spPr>
          <a:xfrm>
            <a:off x="6617479" y="1636776"/>
            <a:ext cx="1931890" cy="4297680"/>
          </a:xfrm>
          <a:prstGeom prst="rect">
            <a:avLst/>
          </a:prstGeom>
        </p:spPr>
      </p:pic>
      <p:sp>
        <p:nvSpPr>
          <p:cNvPr id="64" name="Shape 56"/>
          <p:cNvSpPr/>
          <p:nvPr/>
        </p:nvSpPr>
        <p:spPr>
          <a:xfrm>
            <a:off x="9692640" y="1060704"/>
            <a:ext cx="1737360" cy="329184"/>
          </a:xfrm>
          <a:prstGeom prst="rect">
            <a:avLst/>
          </a:prstGeom>
          <a:solidFill>
            <a:srgbClr val="22201F"/>
          </a:solidFill>
          <a:ln/>
        </p:spPr>
      </p:sp>
      <p:sp>
        <p:nvSpPr>
          <p:cNvPr id="65" name="Shape 57"/>
          <p:cNvSpPr/>
          <p:nvPr/>
        </p:nvSpPr>
        <p:spPr>
          <a:xfrm>
            <a:off x="9742932" y="1110996"/>
            <a:ext cx="1636776" cy="228600"/>
          </a:xfrm>
          <a:prstGeom prst="rect">
            <a:avLst/>
          </a:prstGeom>
          <a:solidFill>
            <a:srgbClr val="45C7C1"/>
          </a:solidFill>
          <a:ln/>
        </p:spPr>
      </p:sp>
      <p:sp>
        <p:nvSpPr>
          <p:cNvPr id="66" name="Shape 58"/>
          <p:cNvSpPr/>
          <p:nvPr/>
        </p:nvSpPr>
        <p:spPr>
          <a:xfrm>
            <a:off x="9692640" y="1060704"/>
            <a:ext cx="50292" cy="50292"/>
          </a:xfrm>
          <a:prstGeom prst="rect">
            <a:avLst/>
          </a:prstGeom>
          <a:solidFill>
            <a:srgbClr val="0F1426"/>
          </a:solidFill>
          <a:ln/>
        </p:spPr>
      </p:sp>
      <p:sp>
        <p:nvSpPr>
          <p:cNvPr id="67" name="Shape 59"/>
          <p:cNvSpPr/>
          <p:nvPr/>
        </p:nvSpPr>
        <p:spPr>
          <a:xfrm>
            <a:off x="11379708" y="1060704"/>
            <a:ext cx="50292" cy="50292"/>
          </a:xfrm>
          <a:prstGeom prst="rect">
            <a:avLst/>
          </a:prstGeom>
          <a:solidFill>
            <a:srgbClr val="0F1426"/>
          </a:solidFill>
          <a:ln/>
        </p:spPr>
      </p:sp>
      <p:sp>
        <p:nvSpPr>
          <p:cNvPr id="68" name="Shape 60"/>
          <p:cNvSpPr/>
          <p:nvPr/>
        </p:nvSpPr>
        <p:spPr>
          <a:xfrm>
            <a:off x="9692640" y="1339596"/>
            <a:ext cx="50292" cy="50292"/>
          </a:xfrm>
          <a:prstGeom prst="rect">
            <a:avLst/>
          </a:prstGeom>
          <a:solidFill>
            <a:srgbClr val="0F1426"/>
          </a:solidFill>
          <a:ln/>
        </p:spPr>
      </p:sp>
      <p:sp>
        <p:nvSpPr>
          <p:cNvPr id="69" name="Shape 61"/>
          <p:cNvSpPr/>
          <p:nvPr/>
        </p:nvSpPr>
        <p:spPr>
          <a:xfrm>
            <a:off x="11379708" y="1339596"/>
            <a:ext cx="50292" cy="50292"/>
          </a:xfrm>
          <a:prstGeom prst="rect">
            <a:avLst/>
          </a:prstGeom>
          <a:solidFill>
            <a:srgbClr val="0F1426"/>
          </a:solidFill>
          <a:ln/>
        </p:spPr>
      </p:sp>
      <p:sp>
        <p:nvSpPr>
          <p:cNvPr id="70" name="Text 62"/>
          <p:cNvSpPr txBox="1"/>
          <p:nvPr/>
        </p:nvSpPr>
        <p:spPr>
          <a:xfrm>
            <a:off x="9692640" y="1060704"/>
            <a:ext cx="1737360" cy="329184"/>
          </a:xfrm>
          <a:prstGeom prst="rect">
            <a:avLst/>
          </a:prstGeom>
          <a:noFill/>
          <a:ln/>
        </p:spPr>
        <p:txBody>
          <a:bodyPr wrap="square" lIns="0" tIns="0" rIns="0" bIns="0" rtlCol="0" anchor="ctr"/>
          <a:lstStyle/>
          <a:p>
            <a:pPr algn="ctr" indent="0" marL="0">
              <a:buNone/>
            </a:pPr>
            <a:r>
              <a:rPr lang="ko-KR" altLang="en-US" sz="1300" dirty="0">
                <a:solidFill>
                  <a:srgbClr val="22201F"/>
                </a:solidFill>
                <a:latin typeface="Galmuri11" pitchFamily="34" charset="0"/>
                <a:ea typeface="Galmuri11" pitchFamily="34" charset="-122"/>
                <a:cs typeface="Galmuri11" pitchFamily="34" charset="-120"/>
              </a:rPr>
              <a:t>D  근무 결과</a:t>
            </a:r>
            <a:endParaRPr lang="ko-KR" sz="1300" dirty="0"/>
          </a:p>
        </p:txBody>
      </p:sp>
      <p:sp>
        <p:nvSpPr>
          <p:cNvPr id="71" name="Text 63"/>
          <p:cNvSpPr txBox="1"/>
          <p:nvPr/>
        </p:nvSpPr>
        <p:spPr>
          <a:xfrm>
            <a:off x="9253728" y="6126480"/>
            <a:ext cx="2615184" cy="274320"/>
          </a:xfrm>
          <a:prstGeom prst="rect">
            <a:avLst/>
          </a:prstGeom>
          <a:noFill/>
          <a:ln/>
        </p:spPr>
        <p:txBody>
          <a:bodyPr wrap="square" lIns="0" tIns="0" rIns="0" bIns="0" rtlCol="0" anchor="t"/>
          <a:lstStyle/>
          <a:p>
            <a:pPr algn="ctr" indent="0" marL="0">
              <a:buNone/>
            </a:pPr>
            <a:r>
              <a:rPr lang="ko-KR" altLang="en-US" sz="1200" dirty="0">
                <a:solidFill>
                  <a:srgbClr val="B9C6E2"/>
                </a:solidFill>
                <a:latin typeface="Galmuri11" pitchFamily="34" charset="0"/>
                <a:ea typeface="Galmuri11" pitchFamily="34" charset="-122"/>
                <a:cs typeface="Galmuri11" pitchFamily="34" charset="-120"/>
              </a:rPr>
              <a:t>정답·해설은 근무 후 공개</a:t>
            </a:r>
            <a:endParaRPr lang="ko-KR" sz="1200" dirty="0"/>
          </a:p>
        </p:txBody>
      </p:sp>
      <p:sp>
        <p:nvSpPr>
          <p:cNvPr id="72" name="Shape 64"/>
          <p:cNvSpPr/>
          <p:nvPr/>
        </p:nvSpPr>
        <p:spPr>
          <a:xfrm>
            <a:off x="9582912" y="1581912"/>
            <a:ext cx="2157984" cy="4572000"/>
          </a:xfrm>
          <a:prstGeom prst="rect">
            <a:avLst/>
          </a:prstGeom>
          <a:solidFill>
            <a:srgbClr val="0B0F1E"/>
          </a:solidFill>
          <a:ln/>
        </p:spPr>
      </p:sp>
      <p:sp>
        <p:nvSpPr>
          <p:cNvPr id="73" name="Shape 65"/>
          <p:cNvSpPr/>
          <p:nvPr/>
        </p:nvSpPr>
        <p:spPr>
          <a:xfrm>
            <a:off x="9482328" y="1481328"/>
            <a:ext cx="2157984" cy="4572000"/>
          </a:xfrm>
          <a:prstGeom prst="rect">
            <a:avLst/>
          </a:prstGeom>
          <a:solidFill>
            <a:srgbClr val="3A4E7A"/>
          </a:solidFill>
          <a:ln/>
        </p:spPr>
      </p:sp>
      <p:sp>
        <p:nvSpPr>
          <p:cNvPr id="74" name="Shape 66"/>
          <p:cNvSpPr/>
          <p:nvPr/>
        </p:nvSpPr>
        <p:spPr>
          <a:xfrm>
            <a:off x="9532620" y="1531620"/>
            <a:ext cx="2057400" cy="4471416"/>
          </a:xfrm>
          <a:prstGeom prst="rect">
            <a:avLst/>
          </a:prstGeom>
          <a:solidFill>
            <a:srgbClr val="060A15"/>
          </a:solidFill>
          <a:ln/>
        </p:spPr>
      </p:sp>
      <p:sp>
        <p:nvSpPr>
          <p:cNvPr id="75" name="Shape 67"/>
          <p:cNvSpPr/>
          <p:nvPr/>
        </p:nvSpPr>
        <p:spPr>
          <a:xfrm>
            <a:off x="9482328" y="1481328"/>
            <a:ext cx="50292" cy="50292"/>
          </a:xfrm>
          <a:prstGeom prst="rect">
            <a:avLst/>
          </a:prstGeom>
          <a:solidFill>
            <a:srgbClr val="0F1426"/>
          </a:solidFill>
          <a:ln/>
        </p:spPr>
      </p:sp>
      <p:sp>
        <p:nvSpPr>
          <p:cNvPr id="76" name="Shape 68"/>
          <p:cNvSpPr/>
          <p:nvPr/>
        </p:nvSpPr>
        <p:spPr>
          <a:xfrm>
            <a:off x="11590020" y="1481328"/>
            <a:ext cx="50292" cy="50292"/>
          </a:xfrm>
          <a:prstGeom prst="rect">
            <a:avLst/>
          </a:prstGeom>
          <a:solidFill>
            <a:srgbClr val="0F1426"/>
          </a:solidFill>
          <a:ln/>
        </p:spPr>
      </p:sp>
      <p:sp>
        <p:nvSpPr>
          <p:cNvPr id="77" name="Shape 69"/>
          <p:cNvSpPr/>
          <p:nvPr/>
        </p:nvSpPr>
        <p:spPr>
          <a:xfrm>
            <a:off x="9482328" y="6003036"/>
            <a:ext cx="50292" cy="50292"/>
          </a:xfrm>
          <a:prstGeom prst="rect">
            <a:avLst/>
          </a:prstGeom>
          <a:solidFill>
            <a:srgbClr val="0F1426"/>
          </a:solidFill>
          <a:ln/>
        </p:spPr>
      </p:sp>
      <p:sp>
        <p:nvSpPr>
          <p:cNvPr id="78" name="Shape 70"/>
          <p:cNvSpPr/>
          <p:nvPr/>
        </p:nvSpPr>
        <p:spPr>
          <a:xfrm>
            <a:off x="11590020" y="6003036"/>
            <a:ext cx="50292" cy="50292"/>
          </a:xfrm>
          <a:prstGeom prst="rect">
            <a:avLst/>
          </a:prstGeom>
          <a:solidFill>
            <a:srgbClr val="0F1426"/>
          </a:solidFill>
          <a:ln/>
        </p:spPr>
      </p:sp>
      <p:sp>
        <p:nvSpPr>
          <p:cNvPr id="79" name="Shape 71"/>
          <p:cNvSpPr/>
          <p:nvPr/>
        </p:nvSpPr>
        <p:spPr>
          <a:xfrm>
            <a:off x="10332720" y="1545336"/>
            <a:ext cx="457200" cy="45720"/>
          </a:xfrm>
          <a:prstGeom prst="rect">
            <a:avLst/>
          </a:prstGeom>
          <a:solidFill>
            <a:srgbClr val="3A4E7A"/>
          </a:solidFill>
          <a:ln/>
        </p:spPr>
      </p:sp>
      <p:pic>
        <p:nvPicPr>
          <p:cNvPr id="80" name="Image 6" descr="HTML 시제품 화면: 근무 결과">    </p:cNvPr>
          <p:cNvPicPr>
            <a:picLocks noChangeAspect="1"/>
          </p:cNvPicPr>
          <p:nvPr/>
        </p:nvPicPr>
        <p:blipFill>
          <a:blip r:embed="rId7"/>
          <a:stretch>
            <a:fillRect/>
          </a:stretch>
        </p:blipFill>
        <p:spPr>
          <a:xfrm>
            <a:off x="9595375" y="1636776"/>
            <a:ext cx="1931890" cy="4297680"/>
          </a:xfrm>
          <a:prstGeom prst="rect">
            <a:avLst/>
          </a:prstGeom>
        </p:spPr>
      </p:pic>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9184"/>
            <a:ext cx="11064240" cy="694944"/>
          </a:xfrm>
          <a:prstGeom prst="rect">
            <a:avLst/>
          </a:prstGeom>
          <a:noFill/>
          <a:ln/>
        </p:spPr>
        <p:txBody>
          <a:bodyPr wrap="square" lIns="0" tIns="0" rIns="0" bIns="0" rtlCol="0" anchor="ctr"/>
          <a:lstStyle/>
          <a:p>
            <a:pPr algn="l" indent="0" marL="0">
              <a:buNone/>
            </a:pPr>
            <a:r>
              <a:rPr lang="en-US" sz="3000" dirty="0">
                <a:solidFill>
                  <a:srgbClr val="FFFFFF"/>
                </a:solidFill>
                <a:latin typeface="Galmuri14" pitchFamily="34" charset="0"/>
                <a:ea typeface="Galmuri14" pitchFamily="34" charset="-122"/>
                <a:cs typeface="Galmuri14" pitchFamily="34" charset="-120"/>
              </a:rPr>
              <a:t>사건이 복잡해질수록 심사관도 성장한다</a:t>
            </a:r>
            <a:endParaRPr lang="en-US" sz="3000" dirty="0"/>
          </a:p>
        </p:txBody>
      </p:sp>
      <p:sp>
        <p:nvSpPr>
          <p:cNvPr id="3" name="Shape 1"/>
          <p:cNvSpPr/>
          <p:nvPr/>
        </p:nvSpPr>
        <p:spPr>
          <a:xfrm flipV="1">
            <a:off x="1851660" y="1636776"/>
            <a:ext cx="8485632" cy="603504"/>
          </a:xfrm>
          <a:prstGeom prst="line">
            <a:avLst/>
          </a:prstGeom>
          <a:noFill/>
          <a:ln w="25400">
            <a:solidFill>
              <a:srgbClr val="45C7C1"/>
            </a:solidFill>
            <a:prstDash val="sysDash"/>
            <a:tailEnd type="triangle"/>
          </a:ln>
        </p:spPr>
      </p:sp>
      <p:sp>
        <p:nvSpPr>
          <p:cNvPr id="4" name="level-0"/>
          <p:cNvSpPr/>
          <p:nvPr/>
        </p:nvSpPr>
        <p:spPr>
          <a:xfrm>
            <a:off x="548640" y="2240280"/>
            <a:ext cx="2606040" cy="2743200"/>
          </a:xfrm>
          <a:prstGeom prst="rect">
            <a:avLst/>
          </a:prstGeom>
          <a:solidFill>
            <a:srgbClr val="45C7C1"/>
          </a:solidFill>
          <a:ln/>
        </p:spPr>
      </p:sp>
      <p:sp>
        <p:nvSpPr>
          <p:cNvPr id="5" name="Shape 3"/>
          <p:cNvSpPr/>
          <p:nvPr/>
        </p:nvSpPr>
        <p:spPr>
          <a:xfrm>
            <a:off x="598932" y="2290572"/>
            <a:ext cx="2505456" cy="2642616"/>
          </a:xfrm>
          <a:prstGeom prst="rect">
            <a:avLst/>
          </a:prstGeom>
          <a:solidFill>
            <a:srgbClr val="1F2A4A"/>
          </a:solidFill>
          <a:ln/>
        </p:spPr>
      </p:sp>
      <p:sp>
        <p:nvSpPr>
          <p:cNvPr id="6" name="Shape 4"/>
          <p:cNvSpPr/>
          <p:nvPr/>
        </p:nvSpPr>
        <p:spPr>
          <a:xfrm>
            <a:off x="548640" y="2240280"/>
            <a:ext cx="50292" cy="50292"/>
          </a:xfrm>
          <a:prstGeom prst="rect">
            <a:avLst/>
          </a:prstGeom>
          <a:solidFill>
            <a:srgbClr val="0F1426"/>
          </a:solidFill>
          <a:ln/>
        </p:spPr>
      </p:sp>
      <p:sp>
        <p:nvSpPr>
          <p:cNvPr id="7" name="Shape 5"/>
          <p:cNvSpPr/>
          <p:nvPr/>
        </p:nvSpPr>
        <p:spPr>
          <a:xfrm>
            <a:off x="3104388" y="2240280"/>
            <a:ext cx="50292" cy="50292"/>
          </a:xfrm>
          <a:prstGeom prst="rect">
            <a:avLst/>
          </a:prstGeom>
          <a:solidFill>
            <a:srgbClr val="0F1426"/>
          </a:solidFill>
          <a:ln/>
        </p:spPr>
      </p:sp>
      <p:sp>
        <p:nvSpPr>
          <p:cNvPr id="8" name="Shape 6"/>
          <p:cNvSpPr/>
          <p:nvPr/>
        </p:nvSpPr>
        <p:spPr>
          <a:xfrm>
            <a:off x="548640" y="4933188"/>
            <a:ext cx="50292" cy="50292"/>
          </a:xfrm>
          <a:prstGeom prst="rect">
            <a:avLst/>
          </a:prstGeom>
          <a:solidFill>
            <a:srgbClr val="0F1426"/>
          </a:solidFill>
          <a:ln/>
        </p:spPr>
      </p:sp>
      <p:sp>
        <p:nvSpPr>
          <p:cNvPr id="9" name="Shape 7"/>
          <p:cNvSpPr/>
          <p:nvPr/>
        </p:nvSpPr>
        <p:spPr>
          <a:xfrm>
            <a:off x="3104388" y="4933188"/>
            <a:ext cx="50292" cy="50292"/>
          </a:xfrm>
          <a:prstGeom prst="rect">
            <a:avLst/>
          </a:prstGeom>
          <a:solidFill>
            <a:srgbClr val="0F1426"/>
          </a:solidFill>
          <a:ln/>
        </p:spPr>
      </p:sp>
      <p:sp>
        <p:nvSpPr>
          <p:cNvPr id="10" name="Shape 8"/>
          <p:cNvSpPr/>
          <p:nvPr/>
        </p:nvSpPr>
        <p:spPr>
          <a:xfrm>
            <a:off x="777240" y="2468880"/>
            <a:ext cx="658368" cy="658368"/>
          </a:xfrm>
          <a:prstGeom prst="rect">
            <a:avLst/>
          </a:prstGeom>
          <a:solidFill>
            <a:srgbClr val="22201F"/>
          </a:solidFill>
          <a:ln/>
        </p:spPr>
      </p:sp>
      <p:sp>
        <p:nvSpPr>
          <p:cNvPr id="11" name="Shape 9"/>
          <p:cNvSpPr/>
          <p:nvPr/>
        </p:nvSpPr>
        <p:spPr>
          <a:xfrm>
            <a:off x="827532" y="2519172"/>
            <a:ext cx="557784" cy="557784"/>
          </a:xfrm>
          <a:prstGeom prst="rect">
            <a:avLst/>
          </a:prstGeom>
          <a:solidFill>
            <a:srgbClr val="45C7C1"/>
          </a:solidFill>
          <a:ln/>
        </p:spPr>
      </p:sp>
      <p:sp>
        <p:nvSpPr>
          <p:cNvPr id="12" name="Shape 10"/>
          <p:cNvSpPr/>
          <p:nvPr/>
        </p:nvSpPr>
        <p:spPr>
          <a:xfrm>
            <a:off x="777240" y="2468880"/>
            <a:ext cx="50292" cy="50292"/>
          </a:xfrm>
          <a:prstGeom prst="rect">
            <a:avLst/>
          </a:prstGeom>
          <a:solidFill>
            <a:srgbClr val="1F2A4A"/>
          </a:solidFill>
          <a:ln/>
        </p:spPr>
      </p:sp>
      <p:sp>
        <p:nvSpPr>
          <p:cNvPr id="13" name="Shape 11"/>
          <p:cNvSpPr/>
          <p:nvPr/>
        </p:nvSpPr>
        <p:spPr>
          <a:xfrm>
            <a:off x="1385316" y="2468880"/>
            <a:ext cx="50292" cy="50292"/>
          </a:xfrm>
          <a:prstGeom prst="rect">
            <a:avLst/>
          </a:prstGeom>
          <a:solidFill>
            <a:srgbClr val="1F2A4A"/>
          </a:solidFill>
          <a:ln/>
        </p:spPr>
      </p:sp>
      <p:sp>
        <p:nvSpPr>
          <p:cNvPr id="14" name="Shape 12"/>
          <p:cNvSpPr/>
          <p:nvPr/>
        </p:nvSpPr>
        <p:spPr>
          <a:xfrm>
            <a:off x="777240" y="3076956"/>
            <a:ext cx="50292" cy="50292"/>
          </a:xfrm>
          <a:prstGeom prst="rect">
            <a:avLst/>
          </a:prstGeom>
          <a:solidFill>
            <a:srgbClr val="1F2A4A"/>
          </a:solidFill>
          <a:ln/>
        </p:spPr>
      </p:sp>
      <p:sp>
        <p:nvSpPr>
          <p:cNvPr id="15" name="Shape 13"/>
          <p:cNvSpPr/>
          <p:nvPr/>
        </p:nvSpPr>
        <p:spPr>
          <a:xfrm>
            <a:off x="1385316" y="3076956"/>
            <a:ext cx="50292" cy="50292"/>
          </a:xfrm>
          <a:prstGeom prst="rect">
            <a:avLst/>
          </a:prstGeom>
          <a:solidFill>
            <a:srgbClr val="1F2A4A"/>
          </a:solidFill>
          <a:ln/>
        </p:spPr>
      </p:sp>
      <p:pic>
        <p:nvPicPr>
          <p:cNvPr id="16" name="Image 0" descr="preencoded.png">    </p:cNvPr>
          <p:cNvPicPr>
            <a:picLocks noChangeAspect="1"/>
          </p:cNvPicPr>
          <p:nvPr/>
        </p:nvPicPr>
        <p:blipFill>
          <a:blip r:embed="rId1"/>
          <a:stretch>
            <a:fillRect/>
          </a:stretch>
        </p:blipFill>
        <p:spPr>
          <a:xfrm>
            <a:off x="922081" y="2613721"/>
            <a:ext cx="368686" cy="368686"/>
          </a:xfrm>
          <a:prstGeom prst="rect">
            <a:avLst/>
          </a:prstGeom>
        </p:spPr>
      </p:pic>
      <p:sp>
        <p:nvSpPr>
          <p:cNvPr id="17" name="Shape 14"/>
          <p:cNvSpPr/>
          <p:nvPr/>
        </p:nvSpPr>
        <p:spPr>
          <a:xfrm>
            <a:off x="1572768" y="2496312"/>
            <a:ext cx="713232" cy="292608"/>
          </a:xfrm>
          <a:prstGeom prst="rect">
            <a:avLst/>
          </a:prstGeom>
          <a:solidFill>
            <a:srgbClr val="22201F"/>
          </a:solidFill>
          <a:ln/>
        </p:spPr>
      </p:sp>
      <p:sp>
        <p:nvSpPr>
          <p:cNvPr id="18" name="Shape 15"/>
          <p:cNvSpPr/>
          <p:nvPr/>
        </p:nvSpPr>
        <p:spPr>
          <a:xfrm>
            <a:off x="1623060" y="2546604"/>
            <a:ext cx="612648" cy="192024"/>
          </a:xfrm>
          <a:prstGeom prst="rect">
            <a:avLst/>
          </a:prstGeom>
          <a:solidFill>
            <a:srgbClr val="45C7C1"/>
          </a:solidFill>
          <a:ln/>
        </p:spPr>
      </p:sp>
      <p:sp>
        <p:nvSpPr>
          <p:cNvPr id="19" name="Shape 16"/>
          <p:cNvSpPr/>
          <p:nvPr/>
        </p:nvSpPr>
        <p:spPr>
          <a:xfrm>
            <a:off x="1572768" y="2496312"/>
            <a:ext cx="50292" cy="50292"/>
          </a:xfrm>
          <a:prstGeom prst="rect">
            <a:avLst/>
          </a:prstGeom>
          <a:solidFill>
            <a:srgbClr val="1F2A4A"/>
          </a:solidFill>
          <a:ln/>
        </p:spPr>
      </p:sp>
      <p:sp>
        <p:nvSpPr>
          <p:cNvPr id="20" name="Shape 17"/>
          <p:cNvSpPr/>
          <p:nvPr/>
        </p:nvSpPr>
        <p:spPr>
          <a:xfrm>
            <a:off x="2235708" y="2496312"/>
            <a:ext cx="50292" cy="50292"/>
          </a:xfrm>
          <a:prstGeom prst="rect">
            <a:avLst/>
          </a:prstGeom>
          <a:solidFill>
            <a:srgbClr val="1F2A4A"/>
          </a:solidFill>
          <a:ln/>
        </p:spPr>
      </p:sp>
      <p:sp>
        <p:nvSpPr>
          <p:cNvPr id="21" name="Shape 18"/>
          <p:cNvSpPr/>
          <p:nvPr/>
        </p:nvSpPr>
        <p:spPr>
          <a:xfrm>
            <a:off x="1572768" y="2738628"/>
            <a:ext cx="50292" cy="50292"/>
          </a:xfrm>
          <a:prstGeom prst="rect">
            <a:avLst/>
          </a:prstGeom>
          <a:solidFill>
            <a:srgbClr val="1F2A4A"/>
          </a:solidFill>
          <a:ln/>
        </p:spPr>
      </p:sp>
      <p:sp>
        <p:nvSpPr>
          <p:cNvPr id="22" name="Shape 19"/>
          <p:cNvSpPr/>
          <p:nvPr/>
        </p:nvSpPr>
        <p:spPr>
          <a:xfrm>
            <a:off x="2235708" y="2738628"/>
            <a:ext cx="50292" cy="50292"/>
          </a:xfrm>
          <a:prstGeom prst="rect">
            <a:avLst/>
          </a:prstGeom>
          <a:solidFill>
            <a:srgbClr val="1F2A4A"/>
          </a:solidFill>
          <a:ln/>
        </p:spPr>
      </p:sp>
      <p:sp>
        <p:nvSpPr>
          <p:cNvPr id="23" name="Text 20"/>
          <p:cNvSpPr txBox="1"/>
          <p:nvPr/>
        </p:nvSpPr>
        <p:spPr>
          <a:xfrm>
            <a:off x="1572768" y="2496312"/>
            <a:ext cx="713232" cy="292608"/>
          </a:xfrm>
          <a:prstGeom prst="rect">
            <a:avLst/>
          </a:prstGeom>
          <a:noFill/>
          <a:ln/>
        </p:spPr>
        <p:txBody>
          <a:bodyPr wrap="square" lIns="0" tIns="0" rIns="0" bIns="0" rtlCol="0" anchor="ctr"/>
          <a:lstStyle/>
          <a:p>
            <a:pPr algn="ctr" indent="0" marL="0">
              <a:buNone/>
            </a:pPr>
            <a:r>
              <a:rPr lang="ko-KR" altLang="en-US" sz="1200" dirty="0">
                <a:solidFill>
                  <a:srgbClr val="22201F"/>
                </a:solidFill>
                <a:latin typeface="Galmuri11" pitchFamily="34" charset="0"/>
                <a:ea typeface="Galmuri11" pitchFamily="34" charset="-122"/>
                <a:cs typeface="Galmuri11" pitchFamily="34" charset="-120"/>
              </a:rPr>
              <a:t>초급</a:t>
            </a:r>
            <a:endParaRPr lang="ko-KR" sz="1200" dirty="0"/>
          </a:p>
        </p:txBody>
      </p:sp>
      <p:sp>
        <p:nvSpPr>
          <p:cNvPr id="24" name="Text 21"/>
          <p:cNvSpPr txBox="1"/>
          <p:nvPr/>
        </p:nvSpPr>
        <p:spPr>
          <a:xfrm>
            <a:off x="1572768" y="2825496"/>
            <a:ext cx="1554480" cy="320040"/>
          </a:xfrm>
          <a:prstGeom prst="rect">
            <a:avLst/>
          </a:prstGeom>
          <a:noFill/>
          <a:ln/>
        </p:spPr>
        <p:txBody>
          <a:bodyPr wrap="square" lIns="0" tIns="0" rIns="0" bIns="0" rtlCol="0" anchor="t"/>
          <a:lstStyle/>
          <a:p>
            <a:pPr indent="0" marL="0">
              <a:buNone/>
            </a:pPr>
            <a:r>
              <a:rPr lang="ko-KR" altLang="en-US" sz="1500" dirty="0">
                <a:solidFill>
                  <a:srgbClr val="FFFFFF"/>
                </a:solidFill>
                <a:latin typeface="Galmuri14" pitchFamily="34" charset="0"/>
                <a:ea typeface="Galmuri14" pitchFamily="34" charset="-122"/>
                <a:cs typeface="Galmuri14" pitchFamily="34" charset="-120"/>
              </a:rPr>
              <a:t>견습 심사관</a:t>
            </a:r>
            <a:endParaRPr lang="ko-KR" sz="1500" dirty="0"/>
          </a:p>
        </p:txBody>
      </p:sp>
      <p:sp>
        <p:nvSpPr>
          <p:cNvPr id="25" name="Text 22"/>
          <p:cNvSpPr txBox="1"/>
          <p:nvPr/>
        </p:nvSpPr>
        <p:spPr>
          <a:xfrm>
            <a:off x="777240" y="3264408"/>
            <a:ext cx="2240280" cy="365760"/>
          </a:xfrm>
          <a:prstGeom prst="rect">
            <a:avLst/>
          </a:prstGeom>
          <a:noFill/>
          <a:ln/>
        </p:spPr>
        <p:txBody>
          <a:bodyPr wrap="square" lIns="0" tIns="0" rIns="0" bIns="0" rtlCol="0" anchor="t"/>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단일 정보 불일치 발견</a:t>
            </a:r>
            <a:endParaRPr lang="ko-KR" sz="1500" dirty="0"/>
          </a:p>
        </p:txBody>
      </p:sp>
      <p:sp>
        <p:nvSpPr>
          <p:cNvPr id="26" name="Text 23"/>
          <p:cNvSpPr txBox="1"/>
          <p:nvPr/>
        </p:nvSpPr>
        <p:spPr>
          <a:xfrm>
            <a:off x="777240" y="3721608"/>
            <a:ext cx="1371600" cy="201168"/>
          </a:xfrm>
          <a:prstGeom prst="rect">
            <a:avLst/>
          </a:prstGeom>
          <a:noFill/>
          <a:ln/>
        </p:spPr>
        <p:txBody>
          <a:bodyPr wrap="square" lIns="0" tIns="0" rIns="0" bIns="0" rtlCol="0" anchor="t"/>
          <a:lstStyle/>
          <a:p>
            <a:pPr indent="0" marL="0">
              <a:buNone/>
            </a:pPr>
            <a:r>
              <a:rPr lang="ko-KR" altLang="en-US" sz="1100" dirty="0">
                <a:solidFill>
                  <a:srgbClr val="45C7C1"/>
                </a:solidFill>
                <a:latin typeface="Galmuri11" pitchFamily="34" charset="0"/>
                <a:ea typeface="Galmuri11" pitchFamily="34" charset="-122"/>
                <a:cs typeface="Galmuri11" pitchFamily="34" charset="-120"/>
              </a:rPr>
              <a:t>예시 사건</a:t>
            </a:r>
            <a:endParaRPr lang="ko-KR" sz="1100" dirty="0"/>
          </a:p>
        </p:txBody>
      </p:sp>
      <p:sp>
        <p:nvSpPr>
          <p:cNvPr id="27" name="Text 24"/>
          <p:cNvSpPr txBox="1"/>
          <p:nvPr/>
        </p:nvSpPr>
        <p:spPr>
          <a:xfrm>
            <a:off x="777240" y="3931920"/>
            <a:ext cx="2240280" cy="292608"/>
          </a:xfrm>
          <a:prstGeom prst="rect">
            <a:avLst/>
          </a:prstGeom>
          <a:noFill/>
          <a:ln/>
        </p:spPr>
        <p:txBody>
          <a:bodyPr wrap="square" lIns="0" tIns="0" rIns="0" bIns="0" rtlCol="0" anchor="t"/>
          <a:lstStyle/>
          <a:p>
            <a:pPr indent="0" marL="0">
              <a:buNone/>
            </a:pPr>
            <a:r>
              <a:rPr lang="ko-KR" altLang="en-US" sz="1300" dirty="0">
                <a:solidFill>
                  <a:srgbClr val="B9C6E2"/>
                </a:solidFill>
                <a:latin typeface="맑은 고딕" pitchFamily="34" charset="0"/>
                <a:ea typeface="맑은 고딕" pitchFamily="34" charset="-122"/>
                <a:cs typeface="맑은 고딕" pitchFamily="34" charset="-120"/>
              </a:rPr>
              <a:t>모둠 과제 공유 대상 확인</a:t>
            </a:r>
            <a:endParaRPr lang="ko-KR" sz="1300" dirty="0"/>
          </a:p>
        </p:txBody>
      </p:sp>
      <p:sp>
        <p:nvSpPr>
          <p:cNvPr id="28" name="Text 25"/>
          <p:cNvSpPr txBox="1"/>
          <p:nvPr/>
        </p:nvSpPr>
        <p:spPr>
          <a:xfrm>
            <a:off x="777240" y="4315968"/>
            <a:ext cx="914400" cy="201168"/>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해금</a:t>
            </a:r>
            <a:endParaRPr lang="ko-KR" sz="1100" dirty="0"/>
          </a:p>
        </p:txBody>
      </p:sp>
      <p:sp>
        <p:nvSpPr>
          <p:cNvPr id="29" name="Text 26"/>
          <p:cNvSpPr txBox="1"/>
          <p:nvPr/>
        </p:nvSpPr>
        <p:spPr>
          <a:xfrm>
            <a:off x="777240" y="4526280"/>
            <a:ext cx="2240280" cy="411480"/>
          </a:xfrm>
          <a:prstGeom prst="rect">
            <a:avLst/>
          </a:prstGeom>
          <a:noFill/>
          <a:ln/>
        </p:spPr>
        <p:txBody>
          <a:bodyPr wrap="square" lIns="0" tIns="0" rIns="0" bIns="0" rtlCol="0" anchor="t"/>
          <a:lstStyle/>
          <a:p>
            <a:pPr indent="0" marL="0">
              <a:buNone/>
            </a:pPr>
            <a:r>
              <a:rPr lang="ko-KR" altLang="en-US" sz="1200" b="1" dirty="0">
                <a:solidFill>
                  <a:srgbClr val="FFFFFF"/>
                </a:solidFill>
                <a:latin typeface="맑은 고딕" pitchFamily="34" charset="0"/>
                <a:ea typeface="맑은 고딕" pitchFamily="34" charset="-122"/>
                <a:cs typeface="맑은 고딕" pitchFamily="34" charset="-120"/>
              </a:rPr>
              <a:t>돋보기 대조 · 의심 깃발</a:t>
            </a:r>
            <a:endParaRPr lang="ko-KR" sz="1200" dirty="0"/>
          </a:p>
        </p:txBody>
      </p:sp>
      <p:sp>
        <p:nvSpPr>
          <p:cNvPr id="30" name="level-1"/>
          <p:cNvSpPr/>
          <p:nvPr/>
        </p:nvSpPr>
        <p:spPr>
          <a:xfrm>
            <a:off x="3377184" y="2039112"/>
            <a:ext cx="2606040" cy="2944368"/>
          </a:xfrm>
          <a:prstGeom prst="rect">
            <a:avLst/>
          </a:prstGeom>
          <a:solidFill>
            <a:srgbClr val="6FD3E0"/>
          </a:solidFill>
          <a:ln/>
        </p:spPr>
      </p:sp>
      <p:sp>
        <p:nvSpPr>
          <p:cNvPr id="31" name="Shape 28"/>
          <p:cNvSpPr/>
          <p:nvPr/>
        </p:nvSpPr>
        <p:spPr>
          <a:xfrm>
            <a:off x="3427476" y="2089404"/>
            <a:ext cx="2505456" cy="2843784"/>
          </a:xfrm>
          <a:prstGeom prst="rect">
            <a:avLst/>
          </a:prstGeom>
          <a:solidFill>
            <a:srgbClr val="1F2A4A"/>
          </a:solidFill>
          <a:ln/>
        </p:spPr>
      </p:sp>
      <p:sp>
        <p:nvSpPr>
          <p:cNvPr id="32" name="Shape 29"/>
          <p:cNvSpPr/>
          <p:nvPr/>
        </p:nvSpPr>
        <p:spPr>
          <a:xfrm>
            <a:off x="3377184" y="2039112"/>
            <a:ext cx="50292" cy="50292"/>
          </a:xfrm>
          <a:prstGeom prst="rect">
            <a:avLst/>
          </a:prstGeom>
          <a:solidFill>
            <a:srgbClr val="0F1426"/>
          </a:solidFill>
          <a:ln/>
        </p:spPr>
      </p:sp>
      <p:sp>
        <p:nvSpPr>
          <p:cNvPr id="33" name="Shape 30"/>
          <p:cNvSpPr/>
          <p:nvPr/>
        </p:nvSpPr>
        <p:spPr>
          <a:xfrm>
            <a:off x="5932932" y="2039112"/>
            <a:ext cx="50292" cy="50292"/>
          </a:xfrm>
          <a:prstGeom prst="rect">
            <a:avLst/>
          </a:prstGeom>
          <a:solidFill>
            <a:srgbClr val="0F1426"/>
          </a:solidFill>
          <a:ln/>
        </p:spPr>
      </p:sp>
      <p:sp>
        <p:nvSpPr>
          <p:cNvPr id="34" name="Shape 31"/>
          <p:cNvSpPr/>
          <p:nvPr/>
        </p:nvSpPr>
        <p:spPr>
          <a:xfrm>
            <a:off x="3377184" y="4933188"/>
            <a:ext cx="50292" cy="50292"/>
          </a:xfrm>
          <a:prstGeom prst="rect">
            <a:avLst/>
          </a:prstGeom>
          <a:solidFill>
            <a:srgbClr val="0F1426"/>
          </a:solidFill>
          <a:ln/>
        </p:spPr>
      </p:sp>
      <p:sp>
        <p:nvSpPr>
          <p:cNvPr id="35" name="Shape 32"/>
          <p:cNvSpPr/>
          <p:nvPr/>
        </p:nvSpPr>
        <p:spPr>
          <a:xfrm>
            <a:off x="5932932" y="4933188"/>
            <a:ext cx="50292" cy="50292"/>
          </a:xfrm>
          <a:prstGeom prst="rect">
            <a:avLst/>
          </a:prstGeom>
          <a:solidFill>
            <a:srgbClr val="0F1426"/>
          </a:solidFill>
          <a:ln/>
        </p:spPr>
      </p:sp>
      <p:sp>
        <p:nvSpPr>
          <p:cNvPr id="36" name="Shape 33"/>
          <p:cNvSpPr/>
          <p:nvPr/>
        </p:nvSpPr>
        <p:spPr>
          <a:xfrm>
            <a:off x="3605784" y="2267712"/>
            <a:ext cx="658368" cy="658368"/>
          </a:xfrm>
          <a:prstGeom prst="rect">
            <a:avLst/>
          </a:prstGeom>
          <a:solidFill>
            <a:srgbClr val="22201F"/>
          </a:solidFill>
          <a:ln/>
        </p:spPr>
      </p:sp>
      <p:sp>
        <p:nvSpPr>
          <p:cNvPr id="37" name="Shape 34"/>
          <p:cNvSpPr/>
          <p:nvPr/>
        </p:nvSpPr>
        <p:spPr>
          <a:xfrm>
            <a:off x="3656076" y="2318004"/>
            <a:ext cx="557784" cy="557784"/>
          </a:xfrm>
          <a:prstGeom prst="rect">
            <a:avLst/>
          </a:prstGeom>
          <a:solidFill>
            <a:srgbClr val="6FD3E0"/>
          </a:solidFill>
          <a:ln/>
        </p:spPr>
      </p:sp>
      <p:sp>
        <p:nvSpPr>
          <p:cNvPr id="38" name="Shape 35"/>
          <p:cNvSpPr/>
          <p:nvPr/>
        </p:nvSpPr>
        <p:spPr>
          <a:xfrm>
            <a:off x="3605784" y="2267712"/>
            <a:ext cx="50292" cy="50292"/>
          </a:xfrm>
          <a:prstGeom prst="rect">
            <a:avLst/>
          </a:prstGeom>
          <a:solidFill>
            <a:srgbClr val="1F2A4A"/>
          </a:solidFill>
          <a:ln/>
        </p:spPr>
      </p:sp>
      <p:sp>
        <p:nvSpPr>
          <p:cNvPr id="39" name="Shape 36"/>
          <p:cNvSpPr/>
          <p:nvPr/>
        </p:nvSpPr>
        <p:spPr>
          <a:xfrm>
            <a:off x="4213860" y="2267712"/>
            <a:ext cx="50292" cy="50292"/>
          </a:xfrm>
          <a:prstGeom prst="rect">
            <a:avLst/>
          </a:prstGeom>
          <a:solidFill>
            <a:srgbClr val="1F2A4A"/>
          </a:solidFill>
          <a:ln/>
        </p:spPr>
      </p:sp>
      <p:sp>
        <p:nvSpPr>
          <p:cNvPr id="40" name="Shape 37"/>
          <p:cNvSpPr/>
          <p:nvPr/>
        </p:nvSpPr>
        <p:spPr>
          <a:xfrm>
            <a:off x="3605784" y="2875788"/>
            <a:ext cx="50292" cy="50292"/>
          </a:xfrm>
          <a:prstGeom prst="rect">
            <a:avLst/>
          </a:prstGeom>
          <a:solidFill>
            <a:srgbClr val="1F2A4A"/>
          </a:solidFill>
          <a:ln/>
        </p:spPr>
      </p:sp>
      <p:sp>
        <p:nvSpPr>
          <p:cNvPr id="41" name="Shape 38"/>
          <p:cNvSpPr/>
          <p:nvPr/>
        </p:nvSpPr>
        <p:spPr>
          <a:xfrm>
            <a:off x="4213860" y="2875788"/>
            <a:ext cx="50292" cy="50292"/>
          </a:xfrm>
          <a:prstGeom prst="rect">
            <a:avLst/>
          </a:prstGeom>
          <a:solidFill>
            <a:srgbClr val="1F2A4A"/>
          </a:solidFill>
          <a:ln/>
        </p:spPr>
      </p:sp>
      <p:pic>
        <p:nvPicPr>
          <p:cNvPr id="42" name="Image 1" descr="preencoded.png">    </p:cNvPr>
          <p:cNvPicPr>
            <a:picLocks noChangeAspect="1"/>
          </p:cNvPicPr>
          <p:nvPr/>
        </p:nvPicPr>
        <p:blipFill>
          <a:blip r:embed="rId2"/>
          <a:stretch>
            <a:fillRect/>
          </a:stretch>
        </p:blipFill>
        <p:spPr>
          <a:xfrm>
            <a:off x="3750625" y="2412553"/>
            <a:ext cx="368686" cy="368686"/>
          </a:xfrm>
          <a:prstGeom prst="rect">
            <a:avLst/>
          </a:prstGeom>
        </p:spPr>
      </p:pic>
      <p:sp>
        <p:nvSpPr>
          <p:cNvPr id="43" name="Shape 39"/>
          <p:cNvSpPr/>
          <p:nvPr/>
        </p:nvSpPr>
        <p:spPr>
          <a:xfrm>
            <a:off x="4401312" y="2295144"/>
            <a:ext cx="713232" cy="292608"/>
          </a:xfrm>
          <a:prstGeom prst="rect">
            <a:avLst/>
          </a:prstGeom>
          <a:solidFill>
            <a:srgbClr val="22201F"/>
          </a:solidFill>
          <a:ln/>
        </p:spPr>
      </p:sp>
      <p:sp>
        <p:nvSpPr>
          <p:cNvPr id="44" name="Shape 40"/>
          <p:cNvSpPr/>
          <p:nvPr/>
        </p:nvSpPr>
        <p:spPr>
          <a:xfrm>
            <a:off x="4451604" y="2345436"/>
            <a:ext cx="612648" cy="192024"/>
          </a:xfrm>
          <a:prstGeom prst="rect">
            <a:avLst/>
          </a:prstGeom>
          <a:solidFill>
            <a:srgbClr val="6FD3E0"/>
          </a:solidFill>
          <a:ln/>
        </p:spPr>
      </p:sp>
      <p:sp>
        <p:nvSpPr>
          <p:cNvPr id="45" name="Shape 41"/>
          <p:cNvSpPr/>
          <p:nvPr/>
        </p:nvSpPr>
        <p:spPr>
          <a:xfrm>
            <a:off x="4401312" y="2295144"/>
            <a:ext cx="50292" cy="50292"/>
          </a:xfrm>
          <a:prstGeom prst="rect">
            <a:avLst/>
          </a:prstGeom>
          <a:solidFill>
            <a:srgbClr val="1F2A4A"/>
          </a:solidFill>
          <a:ln/>
        </p:spPr>
      </p:sp>
      <p:sp>
        <p:nvSpPr>
          <p:cNvPr id="46" name="Shape 42"/>
          <p:cNvSpPr/>
          <p:nvPr/>
        </p:nvSpPr>
        <p:spPr>
          <a:xfrm>
            <a:off x="5064252" y="2295144"/>
            <a:ext cx="50292" cy="50292"/>
          </a:xfrm>
          <a:prstGeom prst="rect">
            <a:avLst/>
          </a:prstGeom>
          <a:solidFill>
            <a:srgbClr val="1F2A4A"/>
          </a:solidFill>
          <a:ln/>
        </p:spPr>
      </p:sp>
      <p:sp>
        <p:nvSpPr>
          <p:cNvPr id="47" name="Shape 43"/>
          <p:cNvSpPr/>
          <p:nvPr/>
        </p:nvSpPr>
        <p:spPr>
          <a:xfrm>
            <a:off x="4401312" y="2537460"/>
            <a:ext cx="50292" cy="50292"/>
          </a:xfrm>
          <a:prstGeom prst="rect">
            <a:avLst/>
          </a:prstGeom>
          <a:solidFill>
            <a:srgbClr val="1F2A4A"/>
          </a:solidFill>
          <a:ln/>
        </p:spPr>
      </p:sp>
      <p:sp>
        <p:nvSpPr>
          <p:cNvPr id="48" name="Shape 44"/>
          <p:cNvSpPr/>
          <p:nvPr/>
        </p:nvSpPr>
        <p:spPr>
          <a:xfrm>
            <a:off x="5064252" y="2537460"/>
            <a:ext cx="50292" cy="50292"/>
          </a:xfrm>
          <a:prstGeom prst="rect">
            <a:avLst/>
          </a:prstGeom>
          <a:solidFill>
            <a:srgbClr val="1F2A4A"/>
          </a:solidFill>
          <a:ln/>
        </p:spPr>
      </p:sp>
      <p:sp>
        <p:nvSpPr>
          <p:cNvPr id="49" name="Text 45"/>
          <p:cNvSpPr txBox="1"/>
          <p:nvPr/>
        </p:nvSpPr>
        <p:spPr>
          <a:xfrm>
            <a:off x="4401312" y="2295144"/>
            <a:ext cx="713232" cy="292608"/>
          </a:xfrm>
          <a:prstGeom prst="rect">
            <a:avLst/>
          </a:prstGeom>
          <a:noFill/>
          <a:ln/>
        </p:spPr>
        <p:txBody>
          <a:bodyPr wrap="square" lIns="0" tIns="0" rIns="0" bIns="0" rtlCol="0" anchor="ctr"/>
          <a:lstStyle/>
          <a:p>
            <a:pPr algn="ctr" indent="0" marL="0">
              <a:buNone/>
            </a:pPr>
            <a:r>
              <a:rPr lang="ko-KR" altLang="en-US" sz="1200" dirty="0">
                <a:solidFill>
                  <a:srgbClr val="22201F"/>
                </a:solidFill>
                <a:latin typeface="Galmuri11" pitchFamily="34" charset="0"/>
                <a:ea typeface="Galmuri11" pitchFamily="34" charset="-122"/>
                <a:cs typeface="Galmuri11" pitchFamily="34" charset="-120"/>
              </a:rPr>
              <a:t>중급</a:t>
            </a:r>
            <a:endParaRPr lang="ko-KR" sz="1200" dirty="0"/>
          </a:p>
        </p:txBody>
      </p:sp>
      <p:sp>
        <p:nvSpPr>
          <p:cNvPr id="50" name="Text 46"/>
          <p:cNvSpPr txBox="1"/>
          <p:nvPr/>
        </p:nvSpPr>
        <p:spPr>
          <a:xfrm>
            <a:off x="4401312" y="2624328"/>
            <a:ext cx="1554480" cy="320040"/>
          </a:xfrm>
          <a:prstGeom prst="rect">
            <a:avLst/>
          </a:prstGeom>
          <a:noFill/>
          <a:ln/>
        </p:spPr>
        <p:txBody>
          <a:bodyPr wrap="square" lIns="0" tIns="0" rIns="0" bIns="0" rtlCol="0" anchor="t"/>
          <a:lstStyle/>
          <a:p>
            <a:pPr indent="0" marL="0">
              <a:buNone/>
            </a:pPr>
            <a:r>
              <a:rPr lang="ko-KR" altLang="en-US" sz="1500" dirty="0">
                <a:solidFill>
                  <a:srgbClr val="FFFFFF"/>
                </a:solidFill>
                <a:latin typeface="Galmuri14" pitchFamily="34" charset="0"/>
                <a:ea typeface="Galmuri14" pitchFamily="34" charset="-122"/>
                <a:cs typeface="Galmuri14" pitchFamily="34" charset="-120"/>
              </a:rPr>
              <a:t>정식 심사관</a:t>
            </a:r>
            <a:endParaRPr lang="ko-KR" sz="1500" dirty="0"/>
          </a:p>
        </p:txBody>
      </p:sp>
      <p:sp>
        <p:nvSpPr>
          <p:cNvPr id="51" name="Text 47"/>
          <p:cNvSpPr txBox="1"/>
          <p:nvPr/>
        </p:nvSpPr>
        <p:spPr>
          <a:xfrm>
            <a:off x="3605784" y="3063240"/>
            <a:ext cx="2240280" cy="365760"/>
          </a:xfrm>
          <a:prstGeom prst="rect">
            <a:avLst/>
          </a:prstGeom>
          <a:noFill/>
          <a:ln/>
        </p:spPr>
        <p:txBody>
          <a:bodyPr wrap="square" lIns="0" tIns="0" rIns="0" bIns="0" rtlCol="0" anchor="t"/>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두 개 이상 문서 대조</a:t>
            </a:r>
            <a:endParaRPr lang="ko-KR" sz="1500" dirty="0"/>
          </a:p>
        </p:txBody>
      </p:sp>
      <p:sp>
        <p:nvSpPr>
          <p:cNvPr id="52" name="Text 48"/>
          <p:cNvSpPr txBox="1"/>
          <p:nvPr/>
        </p:nvSpPr>
        <p:spPr>
          <a:xfrm>
            <a:off x="3605784" y="3520440"/>
            <a:ext cx="1371600" cy="201168"/>
          </a:xfrm>
          <a:prstGeom prst="rect">
            <a:avLst/>
          </a:prstGeom>
          <a:noFill/>
          <a:ln/>
        </p:spPr>
        <p:txBody>
          <a:bodyPr wrap="square" lIns="0" tIns="0" rIns="0" bIns="0" rtlCol="0" anchor="t"/>
          <a:lstStyle/>
          <a:p>
            <a:pPr indent="0" marL="0">
              <a:buNone/>
            </a:pPr>
            <a:r>
              <a:rPr lang="ko-KR" altLang="en-US" sz="1100" dirty="0">
                <a:solidFill>
                  <a:srgbClr val="45C7C1"/>
                </a:solidFill>
                <a:latin typeface="Galmuri11" pitchFamily="34" charset="0"/>
                <a:ea typeface="Galmuri11" pitchFamily="34" charset="-122"/>
                <a:cs typeface="Galmuri11" pitchFamily="34" charset="-120"/>
              </a:rPr>
              <a:t>예시 사건</a:t>
            </a:r>
            <a:endParaRPr lang="ko-KR" sz="1100" dirty="0"/>
          </a:p>
        </p:txBody>
      </p:sp>
      <p:sp>
        <p:nvSpPr>
          <p:cNvPr id="53" name="Text 49"/>
          <p:cNvSpPr txBox="1"/>
          <p:nvPr/>
        </p:nvSpPr>
        <p:spPr>
          <a:xfrm>
            <a:off x="3605784" y="3730752"/>
            <a:ext cx="2240280" cy="292608"/>
          </a:xfrm>
          <a:prstGeom prst="rect">
            <a:avLst/>
          </a:prstGeom>
          <a:noFill/>
          <a:ln/>
        </p:spPr>
        <p:txBody>
          <a:bodyPr wrap="square" lIns="0" tIns="0" rIns="0" bIns="0" rtlCol="0" anchor="t"/>
          <a:lstStyle/>
          <a:p>
            <a:pPr indent="0" marL="0">
              <a:buNone/>
            </a:pPr>
            <a:r>
              <a:rPr lang="ko-KR" altLang="en-US" sz="1300" dirty="0">
                <a:solidFill>
                  <a:srgbClr val="B9C6E2"/>
                </a:solidFill>
                <a:latin typeface="맑은 고딕" pitchFamily="34" charset="0"/>
                <a:ea typeface="맑은 고딕" pitchFamily="34" charset="-122"/>
                <a:cs typeface="맑은 고딕" pitchFamily="34" charset="-120"/>
              </a:rPr>
              <a:t>가짜 택배 문자·이중 확장자</a:t>
            </a:r>
            <a:endParaRPr lang="ko-KR" sz="1300" dirty="0"/>
          </a:p>
        </p:txBody>
      </p:sp>
      <p:sp>
        <p:nvSpPr>
          <p:cNvPr id="54" name="Text 50"/>
          <p:cNvSpPr txBox="1"/>
          <p:nvPr/>
        </p:nvSpPr>
        <p:spPr>
          <a:xfrm>
            <a:off x="3605784" y="4114800"/>
            <a:ext cx="914400" cy="201168"/>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해금</a:t>
            </a:r>
            <a:endParaRPr lang="ko-KR" sz="1100" dirty="0"/>
          </a:p>
        </p:txBody>
      </p:sp>
      <p:sp>
        <p:nvSpPr>
          <p:cNvPr id="55" name="Text 51"/>
          <p:cNvSpPr txBox="1"/>
          <p:nvPr/>
        </p:nvSpPr>
        <p:spPr>
          <a:xfrm>
            <a:off x="3605784" y="4325112"/>
            <a:ext cx="2240280" cy="411480"/>
          </a:xfrm>
          <a:prstGeom prst="rect">
            <a:avLst/>
          </a:prstGeom>
          <a:noFill/>
          <a:ln/>
        </p:spPr>
        <p:txBody>
          <a:bodyPr wrap="square" lIns="0" tIns="0" rIns="0" bIns="0" rtlCol="0" anchor="t"/>
          <a:lstStyle/>
          <a:p>
            <a:pPr indent="0" marL="0">
              <a:buNone/>
            </a:pPr>
            <a:r>
              <a:rPr lang="ko-KR" altLang="en-US" sz="1200" b="1" dirty="0">
                <a:solidFill>
                  <a:srgbClr val="FFFFFF"/>
                </a:solidFill>
                <a:latin typeface="맑은 고딕" pitchFamily="34" charset="0"/>
                <a:ea typeface="맑은 고딕" pitchFamily="34" charset="-122"/>
                <a:cs typeface="맑은 고딕" pitchFamily="34" charset="-120"/>
              </a:rPr>
              <a:t>내 기록 · 파일 정보 · 자료 조회</a:t>
            </a:r>
            <a:endParaRPr lang="ko-KR" sz="1200" dirty="0"/>
          </a:p>
        </p:txBody>
      </p:sp>
      <p:sp>
        <p:nvSpPr>
          <p:cNvPr id="56" name="level-2"/>
          <p:cNvSpPr/>
          <p:nvPr/>
        </p:nvSpPr>
        <p:spPr>
          <a:xfrm>
            <a:off x="6205728" y="1837944"/>
            <a:ext cx="2606040" cy="3145536"/>
          </a:xfrm>
          <a:prstGeom prst="rect">
            <a:avLst/>
          </a:prstGeom>
          <a:solidFill>
            <a:srgbClr val="7F9CC9"/>
          </a:solidFill>
          <a:ln/>
        </p:spPr>
      </p:sp>
      <p:sp>
        <p:nvSpPr>
          <p:cNvPr id="57" name="Shape 53"/>
          <p:cNvSpPr/>
          <p:nvPr/>
        </p:nvSpPr>
        <p:spPr>
          <a:xfrm>
            <a:off x="6256020" y="1888236"/>
            <a:ext cx="2505456" cy="3044952"/>
          </a:xfrm>
          <a:prstGeom prst="rect">
            <a:avLst/>
          </a:prstGeom>
          <a:solidFill>
            <a:srgbClr val="1F2A4A"/>
          </a:solidFill>
          <a:ln/>
        </p:spPr>
      </p:sp>
      <p:sp>
        <p:nvSpPr>
          <p:cNvPr id="58" name="Shape 54"/>
          <p:cNvSpPr/>
          <p:nvPr/>
        </p:nvSpPr>
        <p:spPr>
          <a:xfrm>
            <a:off x="6205728" y="1837944"/>
            <a:ext cx="50292" cy="50292"/>
          </a:xfrm>
          <a:prstGeom prst="rect">
            <a:avLst/>
          </a:prstGeom>
          <a:solidFill>
            <a:srgbClr val="0F1426"/>
          </a:solidFill>
          <a:ln/>
        </p:spPr>
      </p:sp>
      <p:sp>
        <p:nvSpPr>
          <p:cNvPr id="59" name="Shape 55"/>
          <p:cNvSpPr/>
          <p:nvPr/>
        </p:nvSpPr>
        <p:spPr>
          <a:xfrm>
            <a:off x="8761476" y="1837944"/>
            <a:ext cx="50292" cy="50292"/>
          </a:xfrm>
          <a:prstGeom prst="rect">
            <a:avLst/>
          </a:prstGeom>
          <a:solidFill>
            <a:srgbClr val="0F1426"/>
          </a:solidFill>
          <a:ln/>
        </p:spPr>
      </p:sp>
      <p:sp>
        <p:nvSpPr>
          <p:cNvPr id="60" name="Shape 56"/>
          <p:cNvSpPr/>
          <p:nvPr/>
        </p:nvSpPr>
        <p:spPr>
          <a:xfrm>
            <a:off x="6205728" y="4933188"/>
            <a:ext cx="50292" cy="50292"/>
          </a:xfrm>
          <a:prstGeom prst="rect">
            <a:avLst/>
          </a:prstGeom>
          <a:solidFill>
            <a:srgbClr val="0F1426"/>
          </a:solidFill>
          <a:ln/>
        </p:spPr>
      </p:sp>
      <p:sp>
        <p:nvSpPr>
          <p:cNvPr id="61" name="Shape 57"/>
          <p:cNvSpPr/>
          <p:nvPr/>
        </p:nvSpPr>
        <p:spPr>
          <a:xfrm>
            <a:off x="8761476" y="4933188"/>
            <a:ext cx="50292" cy="50292"/>
          </a:xfrm>
          <a:prstGeom prst="rect">
            <a:avLst/>
          </a:prstGeom>
          <a:solidFill>
            <a:srgbClr val="0F1426"/>
          </a:solidFill>
          <a:ln/>
        </p:spPr>
      </p:sp>
      <p:sp>
        <p:nvSpPr>
          <p:cNvPr id="62" name="Shape 58"/>
          <p:cNvSpPr/>
          <p:nvPr/>
        </p:nvSpPr>
        <p:spPr>
          <a:xfrm>
            <a:off x="6434328" y="2066544"/>
            <a:ext cx="658368" cy="658368"/>
          </a:xfrm>
          <a:prstGeom prst="rect">
            <a:avLst/>
          </a:prstGeom>
          <a:solidFill>
            <a:srgbClr val="22201F"/>
          </a:solidFill>
          <a:ln/>
        </p:spPr>
      </p:sp>
      <p:sp>
        <p:nvSpPr>
          <p:cNvPr id="63" name="Shape 59"/>
          <p:cNvSpPr/>
          <p:nvPr/>
        </p:nvSpPr>
        <p:spPr>
          <a:xfrm>
            <a:off x="6484620" y="2116836"/>
            <a:ext cx="557784" cy="557784"/>
          </a:xfrm>
          <a:prstGeom prst="rect">
            <a:avLst/>
          </a:prstGeom>
          <a:solidFill>
            <a:srgbClr val="7F9CC9"/>
          </a:solidFill>
          <a:ln/>
        </p:spPr>
      </p:sp>
      <p:sp>
        <p:nvSpPr>
          <p:cNvPr id="64" name="Shape 60"/>
          <p:cNvSpPr/>
          <p:nvPr/>
        </p:nvSpPr>
        <p:spPr>
          <a:xfrm>
            <a:off x="6434328" y="2066544"/>
            <a:ext cx="50292" cy="50292"/>
          </a:xfrm>
          <a:prstGeom prst="rect">
            <a:avLst/>
          </a:prstGeom>
          <a:solidFill>
            <a:srgbClr val="1F2A4A"/>
          </a:solidFill>
          <a:ln/>
        </p:spPr>
      </p:sp>
      <p:sp>
        <p:nvSpPr>
          <p:cNvPr id="65" name="Shape 61"/>
          <p:cNvSpPr/>
          <p:nvPr/>
        </p:nvSpPr>
        <p:spPr>
          <a:xfrm>
            <a:off x="7042404" y="2066544"/>
            <a:ext cx="50292" cy="50292"/>
          </a:xfrm>
          <a:prstGeom prst="rect">
            <a:avLst/>
          </a:prstGeom>
          <a:solidFill>
            <a:srgbClr val="1F2A4A"/>
          </a:solidFill>
          <a:ln/>
        </p:spPr>
      </p:sp>
      <p:sp>
        <p:nvSpPr>
          <p:cNvPr id="66" name="Shape 62"/>
          <p:cNvSpPr/>
          <p:nvPr/>
        </p:nvSpPr>
        <p:spPr>
          <a:xfrm>
            <a:off x="6434328" y="2674620"/>
            <a:ext cx="50292" cy="50292"/>
          </a:xfrm>
          <a:prstGeom prst="rect">
            <a:avLst/>
          </a:prstGeom>
          <a:solidFill>
            <a:srgbClr val="1F2A4A"/>
          </a:solidFill>
          <a:ln/>
        </p:spPr>
      </p:sp>
      <p:sp>
        <p:nvSpPr>
          <p:cNvPr id="67" name="Shape 63"/>
          <p:cNvSpPr/>
          <p:nvPr/>
        </p:nvSpPr>
        <p:spPr>
          <a:xfrm>
            <a:off x="7042404" y="2674620"/>
            <a:ext cx="50292" cy="50292"/>
          </a:xfrm>
          <a:prstGeom prst="rect">
            <a:avLst/>
          </a:prstGeom>
          <a:solidFill>
            <a:srgbClr val="1F2A4A"/>
          </a:solidFill>
          <a:ln/>
        </p:spPr>
      </p:sp>
      <p:pic>
        <p:nvPicPr>
          <p:cNvPr id="68" name="Image 2" descr="preencoded.png">    </p:cNvPr>
          <p:cNvPicPr>
            <a:picLocks noChangeAspect="1"/>
          </p:cNvPicPr>
          <p:nvPr/>
        </p:nvPicPr>
        <p:blipFill>
          <a:blip r:embed="rId3"/>
          <a:stretch>
            <a:fillRect/>
          </a:stretch>
        </p:blipFill>
        <p:spPr>
          <a:xfrm>
            <a:off x="6579169" y="2211385"/>
            <a:ext cx="368686" cy="368686"/>
          </a:xfrm>
          <a:prstGeom prst="rect">
            <a:avLst/>
          </a:prstGeom>
        </p:spPr>
      </p:pic>
      <p:sp>
        <p:nvSpPr>
          <p:cNvPr id="69" name="Shape 64"/>
          <p:cNvSpPr/>
          <p:nvPr/>
        </p:nvSpPr>
        <p:spPr>
          <a:xfrm>
            <a:off x="7229856" y="2093976"/>
            <a:ext cx="713232" cy="292608"/>
          </a:xfrm>
          <a:prstGeom prst="rect">
            <a:avLst/>
          </a:prstGeom>
          <a:solidFill>
            <a:srgbClr val="22201F"/>
          </a:solidFill>
          <a:ln/>
        </p:spPr>
      </p:sp>
      <p:sp>
        <p:nvSpPr>
          <p:cNvPr id="70" name="Shape 65"/>
          <p:cNvSpPr/>
          <p:nvPr/>
        </p:nvSpPr>
        <p:spPr>
          <a:xfrm>
            <a:off x="7280148" y="2144268"/>
            <a:ext cx="612648" cy="192024"/>
          </a:xfrm>
          <a:prstGeom prst="rect">
            <a:avLst/>
          </a:prstGeom>
          <a:solidFill>
            <a:srgbClr val="7F9CC9"/>
          </a:solidFill>
          <a:ln/>
        </p:spPr>
      </p:sp>
      <p:sp>
        <p:nvSpPr>
          <p:cNvPr id="71" name="Shape 66"/>
          <p:cNvSpPr/>
          <p:nvPr/>
        </p:nvSpPr>
        <p:spPr>
          <a:xfrm>
            <a:off x="7229856" y="2093976"/>
            <a:ext cx="50292" cy="50292"/>
          </a:xfrm>
          <a:prstGeom prst="rect">
            <a:avLst/>
          </a:prstGeom>
          <a:solidFill>
            <a:srgbClr val="1F2A4A"/>
          </a:solidFill>
          <a:ln/>
        </p:spPr>
      </p:sp>
      <p:sp>
        <p:nvSpPr>
          <p:cNvPr id="72" name="Shape 67"/>
          <p:cNvSpPr/>
          <p:nvPr/>
        </p:nvSpPr>
        <p:spPr>
          <a:xfrm>
            <a:off x="7892796" y="2093976"/>
            <a:ext cx="50292" cy="50292"/>
          </a:xfrm>
          <a:prstGeom prst="rect">
            <a:avLst/>
          </a:prstGeom>
          <a:solidFill>
            <a:srgbClr val="1F2A4A"/>
          </a:solidFill>
          <a:ln/>
        </p:spPr>
      </p:sp>
      <p:sp>
        <p:nvSpPr>
          <p:cNvPr id="73" name="Shape 68"/>
          <p:cNvSpPr/>
          <p:nvPr/>
        </p:nvSpPr>
        <p:spPr>
          <a:xfrm>
            <a:off x="7229856" y="2336292"/>
            <a:ext cx="50292" cy="50292"/>
          </a:xfrm>
          <a:prstGeom prst="rect">
            <a:avLst/>
          </a:prstGeom>
          <a:solidFill>
            <a:srgbClr val="1F2A4A"/>
          </a:solidFill>
          <a:ln/>
        </p:spPr>
      </p:sp>
      <p:sp>
        <p:nvSpPr>
          <p:cNvPr id="74" name="Shape 69"/>
          <p:cNvSpPr/>
          <p:nvPr/>
        </p:nvSpPr>
        <p:spPr>
          <a:xfrm>
            <a:off x="7892796" y="2336292"/>
            <a:ext cx="50292" cy="50292"/>
          </a:xfrm>
          <a:prstGeom prst="rect">
            <a:avLst/>
          </a:prstGeom>
          <a:solidFill>
            <a:srgbClr val="1F2A4A"/>
          </a:solidFill>
          <a:ln/>
        </p:spPr>
      </p:sp>
      <p:sp>
        <p:nvSpPr>
          <p:cNvPr id="75" name="Text 70"/>
          <p:cNvSpPr txBox="1"/>
          <p:nvPr/>
        </p:nvSpPr>
        <p:spPr>
          <a:xfrm>
            <a:off x="7229856" y="2093976"/>
            <a:ext cx="713232" cy="292608"/>
          </a:xfrm>
          <a:prstGeom prst="rect">
            <a:avLst/>
          </a:prstGeom>
          <a:noFill/>
          <a:ln/>
        </p:spPr>
        <p:txBody>
          <a:bodyPr wrap="square" lIns="0" tIns="0" rIns="0" bIns="0" rtlCol="0" anchor="ctr"/>
          <a:lstStyle/>
          <a:p>
            <a:pPr algn="ctr" indent="0" marL="0">
              <a:buNone/>
            </a:pPr>
            <a:r>
              <a:rPr lang="ko-KR" altLang="en-US" sz="1200" dirty="0">
                <a:solidFill>
                  <a:srgbClr val="22201F"/>
                </a:solidFill>
                <a:latin typeface="Galmuri11" pitchFamily="34" charset="0"/>
                <a:ea typeface="Galmuri11" pitchFamily="34" charset="-122"/>
                <a:cs typeface="Galmuri11" pitchFamily="34" charset="-120"/>
              </a:rPr>
              <a:t>고급</a:t>
            </a:r>
            <a:endParaRPr lang="ko-KR" sz="1200" dirty="0"/>
          </a:p>
        </p:txBody>
      </p:sp>
      <p:sp>
        <p:nvSpPr>
          <p:cNvPr id="76" name="Text 71"/>
          <p:cNvSpPr txBox="1"/>
          <p:nvPr/>
        </p:nvSpPr>
        <p:spPr>
          <a:xfrm>
            <a:off x="7229856" y="2423160"/>
            <a:ext cx="1554480" cy="320040"/>
          </a:xfrm>
          <a:prstGeom prst="rect">
            <a:avLst/>
          </a:prstGeom>
          <a:noFill/>
          <a:ln/>
        </p:spPr>
        <p:txBody>
          <a:bodyPr wrap="square" lIns="0" tIns="0" rIns="0" bIns="0" rtlCol="0" anchor="t"/>
          <a:lstStyle/>
          <a:p>
            <a:pPr indent="0" marL="0">
              <a:buNone/>
            </a:pPr>
            <a:r>
              <a:rPr lang="ko-KR" altLang="en-US" sz="1500" dirty="0">
                <a:solidFill>
                  <a:srgbClr val="FFFFFF"/>
                </a:solidFill>
                <a:latin typeface="Galmuri14" pitchFamily="34" charset="0"/>
                <a:ea typeface="Galmuri14" pitchFamily="34" charset="-122"/>
                <a:cs typeface="Galmuri14" pitchFamily="34" charset="-120"/>
              </a:rPr>
              <a:t>선임 심사관</a:t>
            </a:r>
            <a:endParaRPr lang="ko-KR" sz="1500" dirty="0"/>
          </a:p>
        </p:txBody>
      </p:sp>
      <p:sp>
        <p:nvSpPr>
          <p:cNvPr id="77" name="Text 72"/>
          <p:cNvSpPr txBox="1"/>
          <p:nvPr/>
        </p:nvSpPr>
        <p:spPr>
          <a:xfrm>
            <a:off x="6434328" y="2862072"/>
            <a:ext cx="2240280" cy="365760"/>
          </a:xfrm>
          <a:prstGeom prst="rect">
            <a:avLst/>
          </a:prstGeom>
          <a:noFill/>
          <a:ln/>
        </p:spPr>
        <p:txBody>
          <a:bodyPr wrap="square" lIns="0" tIns="0" rIns="0" bIns="0" rtlCol="0" anchor="t"/>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여러 규칙·근거 종합 판정</a:t>
            </a:r>
            <a:endParaRPr lang="ko-KR" sz="1500" dirty="0"/>
          </a:p>
        </p:txBody>
      </p:sp>
      <p:sp>
        <p:nvSpPr>
          <p:cNvPr id="78" name="Text 73"/>
          <p:cNvSpPr txBox="1"/>
          <p:nvPr/>
        </p:nvSpPr>
        <p:spPr>
          <a:xfrm>
            <a:off x="6434328" y="3319272"/>
            <a:ext cx="1371600" cy="201168"/>
          </a:xfrm>
          <a:prstGeom prst="rect">
            <a:avLst/>
          </a:prstGeom>
          <a:noFill/>
          <a:ln/>
        </p:spPr>
        <p:txBody>
          <a:bodyPr wrap="square" lIns="0" tIns="0" rIns="0" bIns="0" rtlCol="0" anchor="t"/>
          <a:lstStyle/>
          <a:p>
            <a:pPr indent="0" marL="0">
              <a:buNone/>
            </a:pPr>
            <a:r>
              <a:rPr lang="ko-KR" altLang="en-US" sz="1100" dirty="0">
                <a:solidFill>
                  <a:srgbClr val="45C7C1"/>
                </a:solidFill>
                <a:latin typeface="Galmuri11" pitchFamily="34" charset="0"/>
                <a:ea typeface="Galmuri11" pitchFamily="34" charset="-122"/>
                <a:cs typeface="Galmuri11" pitchFamily="34" charset="-120"/>
              </a:rPr>
              <a:t>예시 사건</a:t>
            </a:r>
            <a:endParaRPr lang="ko-KR" sz="1100" dirty="0"/>
          </a:p>
        </p:txBody>
      </p:sp>
      <p:sp>
        <p:nvSpPr>
          <p:cNvPr id="79" name="Text 74"/>
          <p:cNvSpPr txBox="1"/>
          <p:nvPr/>
        </p:nvSpPr>
        <p:spPr>
          <a:xfrm>
            <a:off x="6434328" y="3529584"/>
            <a:ext cx="2240280" cy="292608"/>
          </a:xfrm>
          <a:prstGeom prst="rect">
            <a:avLst/>
          </a:prstGeom>
          <a:noFill/>
          <a:ln/>
        </p:spPr>
        <p:txBody>
          <a:bodyPr wrap="square" lIns="0" tIns="0" rIns="0" bIns="0" rtlCol="0" anchor="t"/>
          <a:lstStyle/>
          <a:p>
            <a:pPr indent="0" marL="0">
              <a:buNone/>
            </a:pPr>
            <a:r>
              <a:rPr lang="ko-KR" altLang="en-US" sz="1300" dirty="0">
                <a:solidFill>
                  <a:srgbClr val="B9C6E2"/>
                </a:solidFill>
                <a:latin typeface="맑은 고딕" pitchFamily="34" charset="0"/>
                <a:ea typeface="맑은 고딕" pitchFamily="34" charset="-122"/>
                <a:cs typeface="맑은 고딕" pitchFamily="34" charset="-120"/>
              </a:rPr>
              <a:t>손녀를 사칭한 새 번호</a:t>
            </a:r>
            <a:endParaRPr lang="ko-KR" sz="1300" dirty="0"/>
          </a:p>
        </p:txBody>
      </p:sp>
      <p:sp>
        <p:nvSpPr>
          <p:cNvPr id="80" name="Text 75"/>
          <p:cNvSpPr txBox="1"/>
          <p:nvPr/>
        </p:nvSpPr>
        <p:spPr>
          <a:xfrm>
            <a:off x="6434328" y="3913632"/>
            <a:ext cx="914400" cy="201168"/>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해금</a:t>
            </a:r>
            <a:endParaRPr lang="ko-KR" sz="1100" dirty="0"/>
          </a:p>
        </p:txBody>
      </p:sp>
      <p:sp>
        <p:nvSpPr>
          <p:cNvPr id="81" name="Text 76"/>
          <p:cNvSpPr txBox="1"/>
          <p:nvPr/>
        </p:nvSpPr>
        <p:spPr>
          <a:xfrm>
            <a:off x="6434328" y="4123944"/>
            <a:ext cx="2240280" cy="411480"/>
          </a:xfrm>
          <a:prstGeom prst="rect">
            <a:avLst/>
          </a:prstGeom>
          <a:noFill/>
          <a:ln/>
        </p:spPr>
        <p:txBody>
          <a:bodyPr wrap="square" lIns="0" tIns="0" rIns="0" bIns="0" rtlCol="0" anchor="t"/>
          <a:lstStyle/>
          <a:p>
            <a:pPr indent="0" marL="0">
              <a:buNone/>
            </a:pPr>
            <a:r>
              <a:rPr lang="ko-KR" altLang="en-US" sz="1200" b="1" dirty="0">
                <a:solidFill>
                  <a:srgbClr val="FFFFFF"/>
                </a:solidFill>
                <a:latin typeface="맑은 고딕" pitchFamily="34" charset="0"/>
                <a:ea typeface="맑은 고딕" pitchFamily="34" charset="-122"/>
                <a:cs typeface="맑은 고딕" pitchFamily="34" charset="-120"/>
              </a:rPr>
              <a:t>근거 선택</a:t>
            </a:r>
            <a:endParaRPr lang="ko-KR" sz="1200" dirty="0"/>
          </a:p>
        </p:txBody>
      </p:sp>
      <p:sp>
        <p:nvSpPr>
          <p:cNvPr id="82" name="level-3"/>
          <p:cNvSpPr/>
          <p:nvPr/>
        </p:nvSpPr>
        <p:spPr>
          <a:xfrm>
            <a:off x="9034272" y="1636776"/>
            <a:ext cx="2606040" cy="3346704"/>
          </a:xfrm>
          <a:prstGeom prst="rect">
            <a:avLst/>
          </a:prstGeom>
          <a:solidFill>
            <a:srgbClr val="F7D84A"/>
          </a:solidFill>
          <a:ln/>
        </p:spPr>
      </p:sp>
      <p:sp>
        <p:nvSpPr>
          <p:cNvPr id="83" name="Shape 78"/>
          <p:cNvSpPr/>
          <p:nvPr/>
        </p:nvSpPr>
        <p:spPr>
          <a:xfrm>
            <a:off x="9084564" y="1687068"/>
            <a:ext cx="2505456" cy="3246120"/>
          </a:xfrm>
          <a:prstGeom prst="rect">
            <a:avLst/>
          </a:prstGeom>
          <a:solidFill>
            <a:srgbClr val="1F2A4A"/>
          </a:solidFill>
          <a:ln/>
        </p:spPr>
      </p:sp>
      <p:sp>
        <p:nvSpPr>
          <p:cNvPr id="84" name="Shape 79"/>
          <p:cNvSpPr/>
          <p:nvPr/>
        </p:nvSpPr>
        <p:spPr>
          <a:xfrm>
            <a:off x="9034272" y="1636776"/>
            <a:ext cx="50292" cy="50292"/>
          </a:xfrm>
          <a:prstGeom prst="rect">
            <a:avLst/>
          </a:prstGeom>
          <a:solidFill>
            <a:srgbClr val="0F1426"/>
          </a:solidFill>
          <a:ln/>
        </p:spPr>
      </p:sp>
      <p:sp>
        <p:nvSpPr>
          <p:cNvPr id="85" name="Shape 80"/>
          <p:cNvSpPr/>
          <p:nvPr/>
        </p:nvSpPr>
        <p:spPr>
          <a:xfrm>
            <a:off x="11590020" y="1636776"/>
            <a:ext cx="50292" cy="50292"/>
          </a:xfrm>
          <a:prstGeom prst="rect">
            <a:avLst/>
          </a:prstGeom>
          <a:solidFill>
            <a:srgbClr val="0F1426"/>
          </a:solidFill>
          <a:ln/>
        </p:spPr>
      </p:sp>
      <p:sp>
        <p:nvSpPr>
          <p:cNvPr id="86" name="Shape 81"/>
          <p:cNvSpPr/>
          <p:nvPr/>
        </p:nvSpPr>
        <p:spPr>
          <a:xfrm>
            <a:off x="9034272" y="4933188"/>
            <a:ext cx="50292" cy="50292"/>
          </a:xfrm>
          <a:prstGeom prst="rect">
            <a:avLst/>
          </a:prstGeom>
          <a:solidFill>
            <a:srgbClr val="0F1426"/>
          </a:solidFill>
          <a:ln/>
        </p:spPr>
      </p:sp>
      <p:sp>
        <p:nvSpPr>
          <p:cNvPr id="87" name="Shape 82"/>
          <p:cNvSpPr/>
          <p:nvPr/>
        </p:nvSpPr>
        <p:spPr>
          <a:xfrm>
            <a:off x="11590020" y="4933188"/>
            <a:ext cx="50292" cy="50292"/>
          </a:xfrm>
          <a:prstGeom prst="rect">
            <a:avLst/>
          </a:prstGeom>
          <a:solidFill>
            <a:srgbClr val="0F1426"/>
          </a:solidFill>
          <a:ln/>
        </p:spPr>
      </p:sp>
      <p:sp>
        <p:nvSpPr>
          <p:cNvPr id="88" name="Shape 83"/>
          <p:cNvSpPr/>
          <p:nvPr/>
        </p:nvSpPr>
        <p:spPr>
          <a:xfrm>
            <a:off x="9262872" y="1865376"/>
            <a:ext cx="658368" cy="658368"/>
          </a:xfrm>
          <a:prstGeom prst="rect">
            <a:avLst/>
          </a:prstGeom>
          <a:solidFill>
            <a:srgbClr val="22201F"/>
          </a:solidFill>
          <a:ln/>
        </p:spPr>
      </p:sp>
      <p:sp>
        <p:nvSpPr>
          <p:cNvPr id="89" name="Shape 84"/>
          <p:cNvSpPr/>
          <p:nvPr/>
        </p:nvSpPr>
        <p:spPr>
          <a:xfrm>
            <a:off x="9313164" y="1915668"/>
            <a:ext cx="557784" cy="557784"/>
          </a:xfrm>
          <a:prstGeom prst="rect">
            <a:avLst/>
          </a:prstGeom>
          <a:solidFill>
            <a:srgbClr val="F7D84A"/>
          </a:solidFill>
          <a:ln/>
        </p:spPr>
      </p:sp>
      <p:sp>
        <p:nvSpPr>
          <p:cNvPr id="90" name="Shape 85"/>
          <p:cNvSpPr/>
          <p:nvPr/>
        </p:nvSpPr>
        <p:spPr>
          <a:xfrm>
            <a:off x="9262872" y="1865376"/>
            <a:ext cx="50292" cy="50292"/>
          </a:xfrm>
          <a:prstGeom prst="rect">
            <a:avLst/>
          </a:prstGeom>
          <a:solidFill>
            <a:srgbClr val="1F2A4A"/>
          </a:solidFill>
          <a:ln/>
        </p:spPr>
      </p:sp>
      <p:sp>
        <p:nvSpPr>
          <p:cNvPr id="91" name="Shape 86"/>
          <p:cNvSpPr/>
          <p:nvPr/>
        </p:nvSpPr>
        <p:spPr>
          <a:xfrm>
            <a:off x="9870948" y="1865376"/>
            <a:ext cx="50292" cy="50292"/>
          </a:xfrm>
          <a:prstGeom prst="rect">
            <a:avLst/>
          </a:prstGeom>
          <a:solidFill>
            <a:srgbClr val="1F2A4A"/>
          </a:solidFill>
          <a:ln/>
        </p:spPr>
      </p:sp>
      <p:sp>
        <p:nvSpPr>
          <p:cNvPr id="92" name="Shape 87"/>
          <p:cNvSpPr/>
          <p:nvPr/>
        </p:nvSpPr>
        <p:spPr>
          <a:xfrm>
            <a:off x="9262872" y="2473452"/>
            <a:ext cx="50292" cy="50292"/>
          </a:xfrm>
          <a:prstGeom prst="rect">
            <a:avLst/>
          </a:prstGeom>
          <a:solidFill>
            <a:srgbClr val="1F2A4A"/>
          </a:solidFill>
          <a:ln/>
        </p:spPr>
      </p:sp>
      <p:sp>
        <p:nvSpPr>
          <p:cNvPr id="93" name="Shape 88"/>
          <p:cNvSpPr/>
          <p:nvPr/>
        </p:nvSpPr>
        <p:spPr>
          <a:xfrm>
            <a:off x="9870948" y="2473452"/>
            <a:ext cx="50292" cy="50292"/>
          </a:xfrm>
          <a:prstGeom prst="rect">
            <a:avLst/>
          </a:prstGeom>
          <a:solidFill>
            <a:srgbClr val="1F2A4A"/>
          </a:solidFill>
          <a:ln/>
        </p:spPr>
      </p:sp>
      <p:pic>
        <p:nvPicPr>
          <p:cNvPr id="94" name="Image 3" descr="preencoded.png">    </p:cNvPr>
          <p:cNvPicPr>
            <a:picLocks noChangeAspect="1"/>
          </p:cNvPicPr>
          <p:nvPr/>
        </p:nvPicPr>
        <p:blipFill>
          <a:blip r:embed="rId4"/>
          <a:stretch>
            <a:fillRect/>
          </a:stretch>
        </p:blipFill>
        <p:spPr>
          <a:xfrm>
            <a:off x="9407713" y="2010217"/>
            <a:ext cx="368686" cy="368686"/>
          </a:xfrm>
          <a:prstGeom prst="rect">
            <a:avLst/>
          </a:prstGeom>
        </p:spPr>
      </p:pic>
      <p:sp>
        <p:nvSpPr>
          <p:cNvPr id="95" name="Shape 89"/>
          <p:cNvSpPr/>
          <p:nvPr/>
        </p:nvSpPr>
        <p:spPr>
          <a:xfrm>
            <a:off x="10058400" y="1892808"/>
            <a:ext cx="713232" cy="292608"/>
          </a:xfrm>
          <a:prstGeom prst="rect">
            <a:avLst/>
          </a:prstGeom>
          <a:solidFill>
            <a:srgbClr val="22201F"/>
          </a:solidFill>
          <a:ln/>
        </p:spPr>
      </p:sp>
      <p:sp>
        <p:nvSpPr>
          <p:cNvPr id="96" name="Shape 90"/>
          <p:cNvSpPr/>
          <p:nvPr/>
        </p:nvSpPr>
        <p:spPr>
          <a:xfrm>
            <a:off x="10108692" y="1943100"/>
            <a:ext cx="612648" cy="192024"/>
          </a:xfrm>
          <a:prstGeom prst="rect">
            <a:avLst/>
          </a:prstGeom>
          <a:solidFill>
            <a:srgbClr val="F7D84A"/>
          </a:solidFill>
          <a:ln/>
        </p:spPr>
      </p:sp>
      <p:sp>
        <p:nvSpPr>
          <p:cNvPr id="97" name="Shape 91"/>
          <p:cNvSpPr/>
          <p:nvPr/>
        </p:nvSpPr>
        <p:spPr>
          <a:xfrm>
            <a:off x="10058400" y="1892808"/>
            <a:ext cx="50292" cy="50292"/>
          </a:xfrm>
          <a:prstGeom prst="rect">
            <a:avLst/>
          </a:prstGeom>
          <a:solidFill>
            <a:srgbClr val="1F2A4A"/>
          </a:solidFill>
          <a:ln/>
        </p:spPr>
      </p:sp>
      <p:sp>
        <p:nvSpPr>
          <p:cNvPr id="98" name="Shape 92"/>
          <p:cNvSpPr/>
          <p:nvPr/>
        </p:nvSpPr>
        <p:spPr>
          <a:xfrm>
            <a:off x="10721340" y="1892808"/>
            <a:ext cx="50292" cy="50292"/>
          </a:xfrm>
          <a:prstGeom prst="rect">
            <a:avLst/>
          </a:prstGeom>
          <a:solidFill>
            <a:srgbClr val="1F2A4A"/>
          </a:solidFill>
          <a:ln/>
        </p:spPr>
      </p:sp>
      <p:sp>
        <p:nvSpPr>
          <p:cNvPr id="99" name="Shape 93"/>
          <p:cNvSpPr/>
          <p:nvPr/>
        </p:nvSpPr>
        <p:spPr>
          <a:xfrm>
            <a:off x="10058400" y="2135124"/>
            <a:ext cx="50292" cy="50292"/>
          </a:xfrm>
          <a:prstGeom prst="rect">
            <a:avLst/>
          </a:prstGeom>
          <a:solidFill>
            <a:srgbClr val="1F2A4A"/>
          </a:solidFill>
          <a:ln/>
        </p:spPr>
      </p:sp>
      <p:sp>
        <p:nvSpPr>
          <p:cNvPr id="100" name="Shape 94"/>
          <p:cNvSpPr/>
          <p:nvPr/>
        </p:nvSpPr>
        <p:spPr>
          <a:xfrm>
            <a:off x="10721340" y="2135124"/>
            <a:ext cx="50292" cy="50292"/>
          </a:xfrm>
          <a:prstGeom prst="rect">
            <a:avLst/>
          </a:prstGeom>
          <a:solidFill>
            <a:srgbClr val="1F2A4A"/>
          </a:solidFill>
          <a:ln/>
        </p:spPr>
      </p:sp>
      <p:sp>
        <p:nvSpPr>
          <p:cNvPr id="101" name="Text 95"/>
          <p:cNvSpPr txBox="1"/>
          <p:nvPr/>
        </p:nvSpPr>
        <p:spPr>
          <a:xfrm>
            <a:off x="10058400" y="1892808"/>
            <a:ext cx="713232" cy="292608"/>
          </a:xfrm>
          <a:prstGeom prst="rect">
            <a:avLst/>
          </a:prstGeom>
          <a:noFill/>
          <a:ln/>
        </p:spPr>
        <p:txBody>
          <a:bodyPr wrap="square" lIns="0" tIns="0" rIns="0" bIns="0" rtlCol="0" anchor="ctr"/>
          <a:lstStyle/>
          <a:p>
            <a:pPr algn="ctr" indent="0" marL="0">
              <a:buNone/>
            </a:pPr>
            <a:r>
              <a:rPr lang="ko-KR" altLang="en-US" sz="1200" dirty="0">
                <a:solidFill>
                  <a:srgbClr val="22201F"/>
                </a:solidFill>
                <a:latin typeface="Galmuri11" pitchFamily="34" charset="0"/>
                <a:ea typeface="Galmuri11" pitchFamily="34" charset="-122"/>
                <a:cs typeface="Galmuri11" pitchFamily="34" charset="-120"/>
              </a:rPr>
              <a:t>심화</a:t>
            </a:r>
            <a:endParaRPr lang="ko-KR" sz="1200" dirty="0"/>
          </a:p>
        </p:txBody>
      </p:sp>
      <p:sp>
        <p:nvSpPr>
          <p:cNvPr id="102" name="Text 96"/>
          <p:cNvSpPr txBox="1"/>
          <p:nvPr/>
        </p:nvSpPr>
        <p:spPr>
          <a:xfrm>
            <a:off x="10058400" y="2221992"/>
            <a:ext cx="1554480" cy="320040"/>
          </a:xfrm>
          <a:prstGeom prst="rect">
            <a:avLst/>
          </a:prstGeom>
          <a:noFill/>
          <a:ln/>
        </p:spPr>
        <p:txBody>
          <a:bodyPr wrap="square" lIns="0" tIns="0" rIns="0" bIns="0" rtlCol="0" anchor="t"/>
          <a:lstStyle/>
          <a:p>
            <a:pPr indent="0" marL="0">
              <a:buNone/>
            </a:pPr>
            <a:r>
              <a:rPr lang="ko-KR" altLang="en-US" sz="1500" dirty="0">
                <a:solidFill>
                  <a:srgbClr val="FFFFFF"/>
                </a:solidFill>
                <a:latin typeface="Galmuri14" pitchFamily="34" charset="0"/>
                <a:ea typeface="Galmuri14" pitchFamily="34" charset="-122"/>
                <a:cs typeface="Galmuri14" pitchFamily="34" charset="-120"/>
              </a:rPr>
              <a:t>책임 심사관</a:t>
            </a:r>
            <a:endParaRPr lang="ko-KR" sz="1500" dirty="0"/>
          </a:p>
        </p:txBody>
      </p:sp>
      <p:sp>
        <p:nvSpPr>
          <p:cNvPr id="103" name="Text 97"/>
          <p:cNvSpPr txBox="1"/>
          <p:nvPr/>
        </p:nvSpPr>
        <p:spPr>
          <a:xfrm>
            <a:off x="9262872" y="2660904"/>
            <a:ext cx="2240280" cy="365760"/>
          </a:xfrm>
          <a:prstGeom prst="rect">
            <a:avLst/>
          </a:prstGeom>
          <a:noFill/>
          <a:ln/>
        </p:spPr>
        <p:txBody>
          <a:bodyPr wrap="square" lIns="0" tIns="0" rIns="0" bIns="0" rtlCol="0" anchor="t"/>
          <a:lstStyle/>
          <a:p>
            <a:pPr indent="0" marL="0">
              <a:buNone/>
            </a:pPr>
            <a:r>
              <a:rPr lang="ko-KR" altLang="en-US" sz="1500" b="1" dirty="0">
                <a:solidFill>
                  <a:srgbClr val="FFFFFF"/>
                </a:solidFill>
                <a:latin typeface="맑은 고딕" pitchFamily="34" charset="0"/>
                <a:ea typeface="맑은 고딕" pitchFamily="34" charset="-122"/>
                <a:cs typeface="맑은 고딕" pitchFamily="34" charset="-120"/>
              </a:rPr>
              <a:t>긴급·사칭·불완전 정보</a:t>
            </a:r>
            <a:endParaRPr lang="ko-KR" sz="1500" dirty="0"/>
          </a:p>
        </p:txBody>
      </p:sp>
      <p:sp>
        <p:nvSpPr>
          <p:cNvPr id="104" name="Text 98"/>
          <p:cNvSpPr txBox="1"/>
          <p:nvPr/>
        </p:nvSpPr>
        <p:spPr>
          <a:xfrm>
            <a:off x="9262872" y="3118104"/>
            <a:ext cx="1371600" cy="201168"/>
          </a:xfrm>
          <a:prstGeom prst="rect">
            <a:avLst/>
          </a:prstGeom>
          <a:noFill/>
          <a:ln/>
        </p:spPr>
        <p:txBody>
          <a:bodyPr wrap="square" lIns="0" tIns="0" rIns="0" bIns="0" rtlCol="0" anchor="t"/>
          <a:lstStyle/>
          <a:p>
            <a:pPr indent="0" marL="0">
              <a:buNone/>
            </a:pPr>
            <a:r>
              <a:rPr lang="ko-KR" altLang="en-US" sz="1100" dirty="0">
                <a:solidFill>
                  <a:srgbClr val="45C7C1"/>
                </a:solidFill>
                <a:latin typeface="Galmuri11" pitchFamily="34" charset="0"/>
                <a:ea typeface="Galmuri11" pitchFamily="34" charset="-122"/>
                <a:cs typeface="Galmuri11" pitchFamily="34" charset="-120"/>
              </a:rPr>
              <a:t>예시 사건</a:t>
            </a:r>
            <a:endParaRPr lang="ko-KR" sz="1100" dirty="0"/>
          </a:p>
        </p:txBody>
      </p:sp>
      <p:sp>
        <p:nvSpPr>
          <p:cNvPr id="105" name="Text 99"/>
          <p:cNvSpPr txBox="1"/>
          <p:nvPr/>
        </p:nvSpPr>
        <p:spPr>
          <a:xfrm>
            <a:off x="9262872" y="3328416"/>
            <a:ext cx="2240280" cy="292608"/>
          </a:xfrm>
          <a:prstGeom prst="rect">
            <a:avLst/>
          </a:prstGeom>
          <a:noFill/>
          <a:ln/>
        </p:spPr>
        <p:txBody>
          <a:bodyPr wrap="square" lIns="0" tIns="0" rIns="0" bIns="0" rtlCol="0" anchor="t"/>
          <a:lstStyle/>
          <a:p>
            <a:pPr indent="0" marL="0">
              <a:buNone/>
            </a:pPr>
            <a:r>
              <a:rPr lang="ko-KR" altLang="en-US" sz="1300" dirty="0">
                <a:solidFill>
                  <a:srgbClr val="B9C6E2"/>
                </a:solidFill>
                <a:latin typeface="맑은 고딕" pitchFamily="34" charset="0"/>
                <a:ea typeface="맑은 고딕" pitchFamily="34" charset="-122"/>
                <a:cs typeface="맑은 고딕" pitchFamily="34" charset="-120"/>
              </a:rPr>
              <a:t>‘선생님’의 긴급 권한 요청</a:t>
            </a:r>
            <a:endParaRPr lang="ko-KR" sz="1300" dirty="0"/>
          </a:p>
        </p:txBody>
      </p:sp>
      <p:sp>
        <p:nvSpPr>
          <p:cNvPr id="106" name="Text 100"/>
          <p:cNvSpPr txBox="1"/>
          <p:nvPr/>
        </p:nvSpPr>
        <p:spPr>
          <a:xfrm>
            <a:off x="9262872" y="3712464"/>
            <a:ext cx="914400" cy="201168"/>
          </a:xfrm>
          <a:prstGeom prst="rect">
            <a:avLst/>
          </a:prstGeom>
          <a:noFill/>
          <a:ln/>
        </p:spPr>
        <p:txBody>
          <a:bodyPr wrap="square" lIns="0" tIns="0" rIns="0" bIns="0" rtlCol="0" anchor="t"/>
          <a:lstStyle/>
          <a:p>
            <a:pPr indent="0" marL="0">
              <a:buNone/>
            </a:pPr>
            <a:r>
              <a:rPr lang="ko-KR" altLang="en-US" sz="1100" dirty="0">
                <a:solidFill>
                  <a:srgbClr val="F7D84A"/>
                </a:solidFill>
                <a:latin typeface="Galmuri11" pitchFamily="34" charset="0"/>
                <a:ea typeface="Galmuri11" pitchFamily="34" charset="-122"/>
                <a:cs typeface="Galmuri11" pitchFamily="34" charset="-120"/>
              </a:rPr>
              <a:t>해금</a:t>
            </a:r>
            <a:endParaRPr lang="ko-KR" sz="1100" dirty="0"/>
          </a:p>
        </p:txBody>
      </p:sp>
      <p:sp>
        <p:nvSpPr>
          <p:cNvPr id="107" name="Text 101"/>
          <p:cNvSpPr txBox="1"/>
          <p:nvPr/>
        </p:nvSpPr>
        <p:spPr>
          <a:xfrm>
            <a:off x="9262872" y="3922776"/>
            <a:ext cx="2240280" cy="411480"/>
          </a:xfrm>
          <a:prstGeom prst="rect">
            <a:avLst/>
          </a:prstGeom>
          <a:noFill/>
          <a:ln/>
        </p:spPr>
        <p:txBody>
          <a:bodyPr wrap="square" lIns="0" tIns="0" rIns="0" bIns="0" rtlCol="0" anchor="t"/>
          <a:lstStyle/>
          <a:p>
            <a:pPr indent="0" marL="0">
              <a:buNone/>
            </a:pPr>
            <a:r>
              <a:rPr lang="ko-KR" altLang="en-US" sz="1200" b="1" dirty="0">
                <a:solidFill>
                  <a:srgbClr val="FFFFFF"/>
                </a:solidFill>
                <a:latin typeface="맑은 고딕" pitchFamily="34" charset="0"/>
                <a:ea typeface="맑은 고딕" pitchFamily="34" charset="-122"/>
                <a:cs typeface="맑은 고딕" pitchFamily="34" charset="-120"/>
              </a:rPr>
              <a:t>2단계 판정 · 경로별 다른 답</a:t>
            </a:r>
            <a:endParaRPr lang="ko-KR" sz="1200" dirty="0"/>
          </a:p>
        </p:txBody>
      </p:sp>
      <p:sp>
        <p:nvSpPr>
          <p:cNvPr id="108" name="Shape 102"/>
          <p:cNvSpPr/>
          <p:nvPr/>
        </p:nvSpPr>
        <p:spPr>
          <a:xfrm>
            <a:off x="548640" y="5212080"/>
            <a:ext cx="11091672" cy="1097280"/>
          </a:xfrm>
          <a:prstGeom prst="rect">
            <a:avLst/>
          </a:prstGeom>
          <a:solidFill>
            <a:srgbClr val="3A4E7A"/>
          </a:solidFill>
          <a:ln/>
        </p:spPr>
      </p:sp>
      <p:sp>
        <p:nvSpPr>
          <p:cNvPr id="109" name="Shape 103"/>
          <p:cNvSpPr/>
          <p:nvPr/>
        </p:nvSpPr>
        <p:spPr>
          <a:xfrm>
            <a:off x="598932" y="5262372"/>
            <a:ext cx="10991088" cy="996696"/>
          </a:xfrm>
          <a:prstGeom prst="rect">
            <a:avLst/>
          </a:prstGeom>
          <a:solidFill>
            <a:srgbClr val="0B0F1E"/>
          </a:solidFill>
          <a:ln/>
        </p:spPr>
      </p:sp>
      <p:sp>
        <p:nvSpPr>
          <p:cNvPr id="110" name="Shape 104"/>
          <p:cNvSpPr/>
          <p:nvPr/>
        </p:nvSpPr>
        <p:spPr>
          <a:xfrm>
            <a:off x="548640" y="5212080"/>
            <a:ext cx="50292" cy="50292"/>
          </a:xfrm>
          <a:prstGeom prst="rect">
            <a:avLst/>
          </a:prstGeom>
          <a:solidFill>
            <a:srgbClr val="0F1426"/>
          </a:solidFill>
          <a:ln/>
        </p:spPr>
      </p:sp>
      <p:sp>
        <p:nvSpPr>
          <p:cNvPr id="111" name="Shape 105"/>
          <p:cNvSpPr/>
          <p:nvPr/>
        </p:nvSpPr>
        <p:spPr>
          <a:xfrm>
            <a:off x="11590020" y="5212080"/>
            <a:ext cx="50292" cy="50292"/>
          </a:xfrm>
          <a:prstGeom prst="rect">
            <a:avLst/>
          </a:prstGeom>
          <a:solidFill>
            <a:srgbClr val="0F1426"/>
          </a:solidFill>
          <a:ln/>
        </p:spPr>
      </p:sp>
      <p:sp>
        <p:nvSpPr>
          <p:cNvPr id="112" name="Shape 106"/>
          <p:cNvSpPr/>
          <p:nvPr/>
        </p:nvSpPr>
        <p:spPr>
          <a:xfrm>
            <a:off x="548640" y="6259068"/>
            <a:ext cx="50292" cy="50292"/>
          </a:xfrm>
          <a:prstGeom prst="rect">
            <a:avLst/>
          </a:prstGeom>
          <a:solidFill>
            <a:srgbClr val="0F1426"/>
          </a:solidFill>
          <a:ln/>
        </p:spPr>
      </p:sp>
      <p:sp>
        <p:nvSpPr>
          <p:cNvPr id="113" name="Shape 107"/>
          <p:cNvSpPr/>
          <p:nvPr/>
        </p:nvSpPr>
        <p:spPr>
          <a:xfrm>
            <a:off x="11590020" y="6259068"/>
            <a:ext cx="50292" cy="50292"/>
          </a:xfrm>
          <a:prstGeom prst="rect">
            <a:avLst/>
          </a:prstGeom>
          <a:solidFill>
            <a:srgbClr val="0F1426"/>
          </a:solidFill>
          <a:ln/>
        </p:spPr>
      </p:sp>
      <p:sp>
        <p:nvSpPr>
          <p:cNvPr id="114" name="Shape 108"/>
          <p:cNvSpPr/>
          <p:nvPr/>
        </p:nvSpPr>
        <p:spPr>
          <a:xfrm>
            <a:off x="1106424" y="5321808"/>
            <a:ext cx="502920" cy="502920"/>
          </a:xfrm>
          <a:prstGeom prst="rect">
            <a:avLst/>
          </a:prstGeom>
          <a:solidFill>
            <a:srgbClr val="3A4E7A"/>
          </a:solidFill>
          <a:ln/>
        </p:spPr>
      </p:sp>
      <p:sp>
        <p:nvSpPr>
          <p:cNvPr id="115" name="Shape 109"/>
          <p:cNvSpPr/>
          <p:nvPr/>
        </p:nvSpPr>
        <p:spPr>
          <a:xfrm>
            <a:off x="1156716" y="5372100"/>
            <a:ext cx="402336" cy="402336"/>
          </a:xfrm>
          <a:prstGeom prst="rect">
            <a:avLst/>
          </a:prstGeom>
          <a:solidFill>
            <a:srgbClr val="1F2A4A"/>
          </a:solidFill>
          <a:ln/>
        </p:spPr>
      </p:sp>
      <p:sp>
        <p:nvSpPr>
          <p:cNvPr id="116" name="Shape 110"/>
          <p:cNvSpPr/>
          <p:nvPr/>
        </p:nvSpPr>
        <p:spPr>
          <a:xfrm>
            <a:off x="1106424" y="5321808"/>
            <a:ext cx="50292" cy="50292"/>
          </a:xfrm>
          <a:prstGeom prst="rect">
            <a:avLst/>
          </a:prstGeom>
          <a:solidFill>
            <a:srgbClr val="0B0F1E"/>
          </a:solidFill>
          <a:ln/>
        </p:spPr>
      </p:sp>
      <p:sp>
        <p:nvSpPr>
          <p:cNvPr id="117" name="Shape 111"/>
          <p:cNvSpPr/>
          <p:nvPr/>
        </p:nvSpPr>
        <p:spPr>
          <a:xfrm>
            <a:off x="1559052" y="5321808"/>
            <a:ext cx="50292" cy="50292"/>
          </a:xfrm>
          <a:prstGeom prst="rect">
            <a:avLst/>
          </a:prstGeom>
          <a:solidFill>
            <a:srgbClr val="0B0F1E"/>
          </a:solidFill>
          <a:ln/>
        </p:spPr>
      </p:sp>
      <p:sp>
        <p:nvSpPr>
          <p:cNvPr id="118" name="Shape 112"/>
          <p:cNvSpPr/>
          <p:nvPr/>
        </p:nvSpPr>
        <p:spPr>
          <a:xfrm>
            <a:off x="1106424" y="5774436"/>
            <a:ext cx="50292" cy="50292"/>
          </a:xfrm>
          <a:prstGeom prst="rect">
            <a:avLst/>
          </a:prstGeom>
          <a:solidFill>
            <a:srgbClr val="0B0F1E"/>
          </a:solidFill>
          <a:ln/>
        </p:spPr>
      </p:sp>
      <p:sp>
        <p:nvSpPr>
          <p:cNvPr id="119" name="Shape 113"/>
          <p:cNvSpPr/>
          <p:nvPr/>
        </p:nvSpPr>
        <p:spPr>
          <a:xfrm>
            <a:off x="1559052" y="5774436"/>
            <a:ext cx="50292" cy="50292"/>
          </a:xfrm>
          <a:prstGeom prst="rect">
            <a:avLst/>
          </a:prstGeom>
          <a:solidFill>
            <a:srgbClr val="0B0F1E"/>
          </a:solidFill>
          <a:ln/>
        </p:spPr>
      </p:sp>
      <p:pic>
        <p:nvPicPr>
          <p:cNvPr id="120" name="Image 4" descr="preencoded.png">    </p:cNvPr>
          <p:cNvPicPr>
            <a:picLocks noChangeAspect="1"/>
          </p:cNvPicPr>
          <p:nvPr/>
        </p:nvPicPr>
        <p:blipFill>
          <a:blip r:embed="rId5"/>
          <a:stretch>
            <a:fillRect/>
          </a:stretch>
        </p:blipFill>
        <p:spPr>
          <a:xfrm>
            <a:off x="1217066" y="5432450"/>
            <a:ext cx="281635" cy="281635"/>
          </a:xfrm>
          <a:prstGeom prst="rect">
            <a:avLst/>
          </a:prstGeom>
        </p:spPr>
      </p:pic>
      <p:sp>
        <p:nvSpPr>
          <p:cNvPr id="121" name="Text 114"/>
          <p:cNvSpPr txBox="1"/>
          <p:nvPr/>
        </p:nvSpPr>
        <p:spPr>
          <a:xfrm>
            <a:off x="731520" y="5897880"/>
            <a:ext cx="1243584" cy="274320"/>
          </a:xfrm>
          <a:prstGeom prst="rect">
            <a:avLst/>
          </a:prstGeom>
          <a:noFill/>
          <a:ln/>
        </p:spPr>
        <p:txBody>
          <a:bodyPr wrap="square" lIns="0" tIns="0" rIns="0" bIns="0" rtlCol="0" anchor="t"/>
          <a:lstStyle/>
          <a:p>
            <a:pPr algn="ctr" indent="0" marL="0">
              <a:buNone/>
            </a:pPr>
            <a:r>
              <a:rPr lang="ko-KR" altLang="en-US" sz="1150" dirty="0">
                <a:solidFill>
                  <a:srgbClr val="FFFFFF"/>
                </a:solidFill>
                <a:latin typeface="Galmuri11" pitchFamily="34" charset="0"/>
                <a:ea typeface="Galmuri11" pitchFamily="34" charset="-122"/>
                <a:cs typeface="Galmuri11" pitchFamily="34" charset="-120"/>
              </a:rPr>
              <a:t>심사관 등급</a:t>
            </a:r>
            <a:endParaRPr lang="ko-KR" sz="1150" dirty="0"/>
          </a:p>
        </p:txBody>
      </p:sp>
      <p:sp>
        <p:nvSpPr>
          <p:cNvPr id="122" name="Shape 115"/>
          <p:cNvSpPr/>
          <p:nvPr/>
        </p:nvSpPr>
        <p:spPr>
          <a:xfrm>
            <a:off x="2404872" y="5321808"/>
            <a:ext cx="502920" cy="502920"/>
          </a:xfrm>
          <a:prstGeom prst="rect">
            <a:avLst/>
          </a:prstGeom>
          <a:solidFill>
            <a:srgbClr val="3A4E7A"/>
          </a:solidFill>
          <a:ln/>
        </p:spPr>
      </p:sp>
      <p:sp>
        <p:nvSpPr>
          <p:cNvPr id="123" name="Shape 116"/>
          <p:cNvSpPr/>
          <p:nvPr/>
        </p:nvSpPr>
        <p:spPr>
          <a:xfrm>
            <a:off x="2455164" y="5372100"/>
            <a:ext cx="402336" cy="402336"/>
          </a:xfrm>
          <a:prstGeom prst="rect">
            <a:avLst/>
          </a:prstGeom>
          <a:solidFill>
            <a:srgbClr val="1F2A4A"/>
          </a:solidFill>
          <a:ln/>
        </p:spPr>
      </p:sp>
      <p:sp>
        <p:nvSpPr>
          <p:cNvPr id="124" name="Shape 117"/>
          <p:cNvSpPr/>
          <p:nvPr/>
        </p:nvSpPr>
        <p:spPr>
          <a:xfrm>
            <a:off x="2404872" y="5321808"/>
            <a:ext cx="50292" cy="50292"/>
          </a:xfrm>
          <a:prstGeom prst="rect">
            <a:avLst/>
          </a:prstGeom>
          <a:solidFill>
            <a:srgbClr val="0B0F1E"/>
          </a:solidFill>
          <a:ln/>
        </p:spPr>
      </p:sp>
      <p:sp>
        <p:nvSpPr>
          <p:cNvPr id="125" name="Shape 118"/>
          <p:cNvSpPr/>
          <p:nvPr/>
        </p:nvSpPr>
        <p:spPr>
          <a:xfrm>
            <a:off x="2857500" y="5321808"/>
            <a:ext cx="50292" cy="50292"/>
          </a:xfrm>
          <a:prstGeom prst="rect">
            <a:avLst/>
          </a:prstGeom>
          <a:solidFill>
            <a:srgbClr val="0B0F1E"/>
          </a:solidFill>
          <a:ln/>
        </p:spPr>
      </p:sp>
      <p:sp>
        <p:nvSpPr>
          <p:cNvPr id="126" name="Shape 119"/>
          <p:cNvSpPr/>
          <p:nvPr/>
        </p:nvSpPr>
        <p:spPr>
          <a:xfrm>
            <a:off x="2404872" y="5774436"/>
            <a:ext cx="50292" cy="50292"/>
          </a:xfrm>
          <a:prstGeom prst="rect">
            <a:avLst/>
          </a:prstGeom>
          <a:solidFill>
            <a:srgbClr val="0B0F1E"/>
          </a:solidFill>
          <a:ln/>
        </p:spPr>
      </p:sp>
      <p:sp>
        <p:nvSpPr>
          <p:cNvPr id="127" name="Shape 120"/>
          <p:cNvSpPr/>
          <p:nvPr/>
        </p:nvSpPr>
        <p:spPr>
          <a:xfrm>
            <a:off x="2857500" y="5774436"/>
            <a:ext cx="50292" cy="50292"/>
          </a:xfrm>
          <a:prstGeom prst="rect">
            <a:avLst/>
          </a:prstGeom>
          <a:solidFill>
            <a:srgbClr val="0B0F1E"/>
          </a:solidFill>
          <a:ln/>
        </p:spPr>
      </p:sp>
      <p:pic>
        <p:nvPicPr>
          <p:cNvPr id="128" name="Image 5" descr="preencoded.png">    </p:cNvPr>
          <p:cNvPicPr>
            <a:picLocks noChangeAspect="1"/>
          </p:cNvPicPr>
          <p:nvPr/>
        </p:nvPicPr>
        <p:blipFill>
          <a:blip r:embed="rId6"/>
          <a:stretch>
            <a:fillRect/>
          </a:stretch>
        </p:blipFill>
        <p:spPr>
          <a:xfrm>
            <a:off x="2515514" y="5432450"/>
            <a:ext cx="281635" cy="281635"/>
          </a:xfrm>
          <a:prstGeom prst="rect">
            <a:avLst/>
          </a:prstGeom>
        </p:spPr>
      </p:pic>
      <p:sp>
        <p:nvSpPr>
          <p:cNvPr id="129" name="Text 121"/>
          <p:cNvSpPr txBox="1"/>
          <p:nvPr/>
        </p:nvSpPr>
        <p:spPr>
          <a:xfrm>
            <a:off x="2029968" y="5897880"/>
            <a:ext cx="1243584" cy="274320"/>
          </a:xfrm>
          <a:prstGeom prst="rect">
            <a:avLst/>
          </a:prstGeom>
          <a:noFill/>
          <a:ln/>
        </p:spPr>
        <p:txBody>
          <a:bodyPr wrap="square" lIns="0" tIns="0" rIns="0" bIns="0" rtlCol="0" anchor="t"/>
          <a:lstStyle/>
          <a:p>
            <a:pPr algn="ctr" indent="0" marL="0">
              <a:buNone/>
            </a:pPr>
            <a:r>
              <a:rPr lang="ko-KR" altLang="en-US" sz="1150" dirty="0">
                <a:solidFill>
                  <a:srgbClr val="FFFFFF"/>
                </a:solidFill>
                <a:latin typeface="Galmuri11" pitchFamily="34" charset="0"/>
                <a:ea typeface="Galmuri11" pitchFamily="34" charset="-122"/>
                <a:cs typeface="Galmuri11" pitchFamily="34" charset="-120"/>
              </a:rPr>
              <a:t>신규 보안 도구</a:t>
            </a:r>
            <a:endParaRPr lang="ko-KR" sz="1150" dirty="0"/>
          </a:p>
        </p:txBody>
      </p:sp>
      <p:sp>
        <p:nvSpPr>
          <p:cNvPr id="130" name="Shape 122"/>
          <p:cNvSpPr/>
          <p:nvPr/>
        </p:nvSpPr>
        <p:spPr>
          <a:xfrm>
            <a:off x="3703320" y="5321808"/>
            <a:ext cx="502920" cy="502920"/>
          </a:xfrm>
          <a:prstGeom prst="rect">
            <a:avLst/>
          </a:prstGeom>
          <a:solidFill>
            <a:srgbClr val="3A4E7A"/>
          </a:solidFill>
          <a:ln/>
        </p:spPr>
      </p:sp>
      <p:sp>
        <p:nvSpPr>
          <p:cNvPr id="131" name="Shape 123"/>
          <p:cNvSpPr/>
          <p:nvPr/>
        </p:nvSpPr>
        <p:spPr>
          <a:xfrm>
            <a:off x="3753612" y="5372100"/>
            <a:ext cx="402336" cy="402336"/>
          </a:xfrm>
          <a:prstGeom prst="rect">
            <a:avLst/>
          </a:prstGeom>
          <a:solidFill>
            <a:srgbClr val="1F2A4A"/>
          </a:solidFill>
          <a:ln/>
        </p:spPr>
      </p:sp>
      <p:sp>
        <p:nvSpPr>
          <p:cNvPr id="132" name="Shape 124"/>
          <p:cNvSpPr/>
          <p:nvPr/>
        </p:nvSpPr>
        <p:spPr>
          <a:xfrm>
            <a:off x="3703320" y="5321808"/>
            <a:ext cx="50292" cy="50292"/>
          </a:xfrm>
          <a:prstGeom prst="rect">
            <a:avLst/>
          </a:prstGeom>
          <a:solidFill>
            <a:srgbClr val="0B0F1E"/>
          </a:solidFill>
          <a:ln/>
        </p:spPr>
      </p:sp>
      <p:sp>
        <p:nvSpPr>
          <p:cNvPr id="133" name="Shape 125"/>
          <p:cNvSpPr/>
          <p:nvPr/>
        </p:nvSpPr>
        <p:spPr>
          <a:xfrm>
            <a:off x="4155948" y="5321808"/>
            <a:ext cx="50292" cy="50292"/>
          </a:xfrm>
          <a:prstGeom prst="rect">
            <a:avLst/>
          </a:prstGeom>
          <a:solidFill>
            <a:srgbClr val="0B0F1E"/>
          </a:solidFill>
          <a:ln/>
        </p:spPr>
      </p:sp>
      <p:sp>
        <p:nvSpPr>
          <p:cNvPr id="134" name="Shape 126"/>
          <p:cNvSpPr/>
          <p:nvPr/>
        </p:nvSpPr>
        <p:spPr>
          <a:xfrm>
            <a:off x="3703320" y="5774436"/>
            <a:ext cx="50292" cy="50292"/>
          </a:xfrm>
          <a:prstGeom prst="rect">
            <a:avLst/>
          </a:prstGeom>
          <a:solidFill>
            <a:srgbClr val="0B0F1E"/>
          </a:solidFill>
          <a:ln/>
        </p:spPr>
      </p:sp>
      <p:sp>
        <p:nvSpPr>
          <p:cNvPr id="135" name="Shape 127"/>
          <p:cNvSpPr/>
          <p:nvPr/>
        </p:nvSpPr>
        <p:spPr>
          <a:xfrm>
            <a:off x="4155948" y="5774436"/>
            <a:ext cx="50292" cy="50292"/>
          </a:xfrm>
          <a:prstGeom prst="rect">
            <a:avLst/>
          </a:prstGeom>
          <a:solidFill>
            <a:srgbClr val="0B0F1E"/>
          </a:solidFill>
          <a:ln/>
        </p:spPr>
      </p:sp>
      <p:pic>
        <p:nvPicPr>
          <p:cNvPr id="136" name="Image 6" descr="preencoded.png">    </p:cNvPr>
          <p:cNvPicPr>
            <a:picLocks noChangeAspect="1"/>
          </p:cNvPicPr>
          <p:nvPr/>
        </p:nvPicPr>
        <p:blipFill>
          <a:blip r:embed="rId7"/>
          <a:stretch>
            <a:fillRect/>
          </a:stretch>
        </p:blipFill>
        <p:spPr>
          <a:xfrm>
            <a:off x="3813962" y="5432450"/>
            <a:ext cx="281635" cy="281635"/>
          </a:xfrm>
          <a:prstGeom prst="rect">
            <a:avLst/>
          </a:prstGeom>
        </p:spPr>
      </p:pic>
      <p:sp>
        <p:nvSpPr>
          <p:cNvPr id="137" name="Text 128"/>
          <p:cNvSpPr txBox="1"/>
          <p:nvPr/>
        </p:nvSpPr>
        <p:spPr>
          <a:xfrm>
            <a:off x="3328416" y="5897880"/>
            <a:ext cx="1243584" cy="274320"/>
          </a:xfrm>
          <a:prstGeom prst="rect">
            <a:avLst/>
          </a:prstGeom>
          <a:noFill/>
          <a:ln/>
        </p:spPr>
        <p:txBody>
          <a:bodyPr wrap="square" lIns="0" tIns="0" rIns="0" bIns="0" rtlCol="0" anchor="t"/>
          <a:lstStyle/>
          <a:p>
            <a:pPr algn="ctr" indent="0" marL="0">
              <a:buNone/>
            </a:pPr>
            <a:r>
              <a:rPr lang="ko-KR" altLang="en-US" sz="1150" dirty="0">
                <a:solidFill>
                  <a:srgbClr val="FFFFFF"/>
                </a:solidFill>
                <a:latin typeface="Galmuri11" pitchFamily="34" charset="0"/>
                <a:ea typeface="Galmuri11" pitchFamily="34" charset="-122"/>
                <a:cs typeface="Galmuri11" pitchFamily="34" charset="-120"/>
              </a:rPr>
              <a:t>가상 배지</a:t>
            </a:r>
            <a:endParaRPr lang="ko-KR" sz="1150" dirty="0"/>
          </a:p>
        </p:txBody>
      </p:sp>
      <p:sp>
        <p:nvSpPr>
          <p:cNvPr id="138" name="Shape 129"/>
          <p:cNvSpPr/>
          <p:nvPr/>
        </p:nvSpPr>
        <p:spPr>
          <a:xfrm>
            <a:off x="5001768" y="5321808"/>
            <a:ext cx="502920" cy="502920"/>
          </a:xfrm>
          <a:prstGeom prst="rect">
            <a:avLst/>
          </a:prstGeom>
          <a:solidFill>
            <a:srgbClr val="3A4E7A"/>
          </a:solidFill>
          <a:ln/>
        </p:spPr>
      </p:sp>
      <p:sp>
        <p:nvSpPr>
          <p:cNvPr id="139" name="Shape 130"/>
          <p:cNvSpPr/>
          <p:nvPr/>
        </p:nvSpPr>
        <p:spPr>
          <a:xfrm>
            <a:off x="5052060" y="5372100"/>
            <a:ext cx="402336" cy="402336"/>
          </a:xfrm>
          <a:prstGeom prst="rect">
            <a:avLst/>
          </a:prstGeom>
          <a:solidFill>
            <a:srgbClr val="1F2A4A"/>
          </a:solidFill>
          <a:ln/>
        </p:spPr>
      </p:sp>
      <p:sp>
        <p:nvSpPr>
          <p:cNvPr id="140" name="Shape 131"/>
          <p:cNvSpPr/>
          <p:nvPr/>
        </p:nvSpPr>
        <p:spPr>
          <a:xfrm>
            <a:off x="5001768" y="5321808"/>
            <a:ext cx="50292" cy="50292"/>
          </a:xfrm>
          <a:prstGeom prst="rect">
            <a:avLst/>
          </a:prstGeom>
          <a:solidFill>
            <a:srgbClr val="0B0F1E"/>
          </a:solidFill>
          <a:ln/>
        </p:spPr>
      </p:sp>
      <p:sp>
        <p:nvSpPr>
          <p:cNvPr id="141" name="Shape 132"/>
          <p:cNvSpPr/>
          <p:nvPr/>
        </p:nvSpPr>
        <p:spPr>
          <a:xfrm>
            <a:off x="5454396" y="5321808"/>
            <a:ext cx="50292" cy="50292"/>
          </a:xfrm>
          <a:prstGeom prst="rect">
            <a:avLst/>
          </a:prstGeom>
          <a:solidFill>
            <a:srgbClr val="0B0F1E"/>
          </a:solidFill>
          <a:ln/>
        </p:spPr>
      </p:sp>
      <p:sp>
        <p:nvSpPr>
          <p:cNvPr id="142" name="Shape 133"/>
          <p:cNvSpPr/>
          <p:nvPr/>
        </p:nvSpPr>
        <p:spPr>
          <a:xfrm>
            <a:off x="5001768" y="5774436"/>
            <a:ext cx="50292" cy="50292"/>
          </a:xfrm>
          <a:prstGeom prst="rect">
            <a:avLst/>
          </a:prstGeom>
          <a:solidFill>
            <a:srgbClr val="0B0F1E"/>
          </a:solidFill>
          <a:ln/>
        </p:spPr>
      </p:sp>
      <p:sp>
        <p:nvSpPr>
          <p:cNvPr id="143" name="Shape 134"/>
          <p:cNvSpPr/>
          <p:nvPr/>
        </p:nvSpPr>
        <p:spPr>
          <a:xfrm>
            <a:off x="5454396" y="5774436"/>
            <a:ext cx="50292" cy="50292"/>
          </a:xfrm>
          <a:prstGeom prst="rect">
            <a:avLst/>
          </a:prstGeom>
          <a:solidFill>
            <a:srgbClr val="0B0F1E"/>
          </a:solidFill>
          <a:ln/>
        </p:spPr>
      </p:sp>
      <p:pic>
        <p:nvPicPr>
          <p:cNvPr id="144" name="Image 7" descr="preencoded.png">    </p:cNvPr>
          <p:cNvPicPr>
            <a:picLocks noChangeAspect="1"/>
          </p:cNvPicPr>
          <p:nvPr/>
        </p:nvPicPr>
        <p:blipFill>
          <a:blip r:embed="rId8"/>
          <a:stretch>
            <a:fillRect/>
          </a:stretch>
        </p:blipFill>
        <p:spPr>
          <a:xfrm>
            <a:off x="5112410" y="5432450"/>
            <a:ext cx="281635" cy="281635"/>
          </a:xfrm>
          <a:prstGeom prst="rect">
            <a:avLst/>
          </a:prstGeom>
        </p:spPr>
      </p:pic>
      <p:sp>
        <p:nvSpPr>
          <p:cNvPr id="145" name="Text 135"/>
          <p:cNvSpPr txBox="1"/>
          <p:nvPr/>
        </p:nvSpPr>
        <p:spPr>
          <a:xfrm>
            <a:off x="4626864" y="5897880"/>
            <a:ext cx="1243584" cy="274320"/>
          </a:xfrm>
          <a:prstGeom prst="rect">
            <a:avLst/>
          </a:prstGeom>
          <a:noFill/>
          <a:ln/>
        </p:spPr>
        <p:txBody>
          <a:bodyPr wrap="square" lIns="0" tIns="0" rIns="0" bIns="0" rtlCol="0" anchor="t"/>
          <a:lstStyle/>
          <a:p>
            <a:pPr algn="ctr" indent="0" marL="0">
              <a:buNone/>
            </a:pPr>
            <a:r>
              <a:rPr lang="ko-KR" altLang="en-US" sz="1150" dirty="0">
                <a:solidFill>
                  <a:srgbClr val="FFFFFF"/>
                </a:solidFill>
                <a:latin typeface="Galmuri11" pitchFamily="34" charset="0"/>
                <a:ea typeface="Galmuri11" pitchFamily="34" charset="-122"/>
                <a:cs typeface="Galmuri11" pitchFamily="34" charset="-120"/>
              </a:rPr>
              <a:t>챕터 진행도</a:t>
            </a:r>
            <a:endParaRPr lang="ko-KR" sz="1150" dirty="0"/>
          </a:p>
        </p:txBody>
      </p:sp>
      <p:sp>
        <p:nvSpPr>
          <p:cNvPr id="146" name="Shape 136"/>
          <p:cNvSpPr/>
          <p:nvPr/>
        </p:nvSpPr>
        <p:spPr>
          <a:xfrm>
            <a:off x="6300216" y="5321808"/>
            <a:ext cx="502920" cy="502920"/>
          </a:xfrm>
          <a:prstGeom prst="rect">
            <a:avLst/>
          </a:prstGeom>
          <a:solidFill>
            <a:srgbClr val="3A4E7A"/>
          </a:solidFill>
          <a:ln/>
        </p:spPr>
      </p:sp>
      <p:sp>
        <p:nvSpPr>
          <p:cNvPr id="147" name="Shape 137"/>
          <p:cNvSpPr/>
          <p:nvPr/>
        </p:nvSpPr>
        <p:spPr>
          <a:xfrm>
            <a:off x="6350508" y="5372100"/>
            <a:ext cx="402336" cy="402336"/>
          </a:xfrm>
          <a:prstGeom prst="rect">
            <a:avLst/>
          </a:prstGeom>
          <a:solidFill>
            <a:srgbClr val="1F2A4A"/>
          </a:solidFill>
          <a:ln/>
        </p:spPr>
      </p:sp>
      <p:sp>
        <p:nvSpPr>
          <p:cNvPr id="148" name="Shape 138"/>
          <p:cNvSpPr/>
          <p:nvPr/>
        </p:nvSpPr>
        <p:spPr>
          <a:xfrm>
            <a:off x="6300216" y="5321808"/>
            <a:ext cx="50292" cy="50292"/>
          </a:xfrm>
          <a:prstGeom prst="rect">
            <a:avLst/>
          </a:prstGeom>
          <a:solidFill>
            <a:srgbClr val="0B0F1E"/>
          </a:solidFill>
          <a:ln/>
        </p:spPr>
      </p:sp>
      <p:sp>
        <p:nvSpPr>
          <p:cNvPr id="149" name="Shape 139"/>
          <p:cNvSpPr/>
          <p:nvPr/>
        </p:nvSpPr>
        <p:spPr>
          <a:xfrm>
            <a:off x="6752844" y="5321808"/>
            <a:ext cx="50292" cy="50292"/>
          </a:xfrm>
          <a:prstGeom prst="rect">
            <a:avLst/>
          </a:prstGeom>
          <a:solidFill>
            <a:srgbClr val="0B0F1E"/>
          </a:solidFill>
          <a:ln/>
        </p:spPr>
      </p:sp>
      <p:sp>
        <p:nvSpPr>
          <p:cNvPr id="150" name="Shape 140"/>
          <p:cNvSpPr/>
          <p:nvPr/>
        </p:nvSpPr>
        <p:spPr>
          <a:xfrm>
            <a:off x="6300216" y="5774436"/>
            <a:ext cx="50292" cy="50292"/>
          </a:xfrm>
          <a:prstGeom prst="rect">
            <a:avLst/>
          </a:prstGeom>
          <a:solidFill>
            <a:srgbClr val="0B0F1E"/>
          </a:solidFill>
          <a:ln/>
        </p:spPr>
      </p:sp>
      <p:sp>
        <p:nvSpPr>
          <p:cNvPr id="151" name="Shape 141"/>
          <p:cNvSpPr/>
          <p:nvPr/>
        </p:nvSpPr>
        <p:spPr>
          <a:xfrm>
            <a:off x="6752844" y="5774436"/>
            <a:ext cx="50292" cy="50292"/>
          </a:xfrm>
          <a:prstGeom prst="rect">
            <a:avLst/>
          </a:prstGeom>
          <a:solidFill>
            <a:srgbClr val="0B0F1E"/>
          </a:solidFill>
          <a:ln/>
        </p:spPr>
      </p:sp>
      <p:pic>
        <p:nvPicPr>
          <p:cNvPr id="152" name="Image 8" descr="preencoded.png">    </p:cNvPr>
          <p:cNvPicPr>
            <a:picLocks noChangeAspect="1"/>
          </p:cNvPicPr>
          <p:nvPr/>
        </p:nvPicPr>
        <p:blipFill>
          <a:blip r:embed="rId9"/>
          <a:stretch>
            <a:fillRect/>
          </a:stretch>
        </p:blipFill>
        <p:spPr>
          <a:xfrm>
            <a:off x="6410858" y="5432450"/>
            <a:ext cx="281635" cy="281635"/>
          </a:xfrm>
          <a:prstGeom prst="rect">
            <a:avLst/>
          </a:prstGeom>
        </p:spPr>
      </p:pic>
      <p:sp>
        <p:nvSpPr>
          <p:cNvPr id="153" name="Text 142"/>
          <p:cNvSpPr txBox="1"/>
          <p:nvPr/>
        </p:nvSpPr>
        <p:spPr>
          <a:xfrm>
            <a:off x="5925312" y="5897880"/>
            <a:ext cx="1243584" cy="274320"/>
          </a:xfrm>
          <a:prstGeom prst="rect">
            <a:avLst/>
          </a:prstGeom>
          <a:noFill/>
          <a:ln/>
        </p:spPr>
        <p:txBody>
          <a:bodyPr wrap="square" lIns="0" tIns="0" rIns="0" bIns="0" rtlCol="0" anchor="t"/>
          <a:lstStyle/>
          <a:p>
            <a:pPr algn="ctr" indent="0" marL="0">
              <a:buNone/>
            </a:pPr>
            <a:r>
              <a:rPr lang="ko-KR" altLang="en-US" sz="1150" dirty="0">
                <a:solidFill>
                  <a:srgbClr val="FFFFFF"/>
                </a:solidFill>
                <a:latin typeface="Galmuri11" pitchFamily="34" charset="0"/>
                <a:ea typeface="Galmuri11" pitchFamily="34" charset="-122"/>
                <a:cs typeface="Galmuri11" pitchFamily="34" charset="-120"/>
              </a:rPr>
              <a:t>틀린 규칙 복습</a:t>
            </a:r>
            <a:endParaRPr lang="ko-KR" sz="1150" dirty="0"/>
          </a:p>
        </p:txBody>
      </p:sp>
      <p:sp>
        <p:nvSpPr>
          <p:cNvPr id="154" name="Shape 143"/>
          <p:cNvSpPr/>
          <p:nvPr/>
        </p:nvSpPr>
        <p:spPr>
          <a:xfrm>
            <a:off x="7269480" y="5321808"/>
            <a:ext cx="4251960" cy="877824"/>
          </a:xfrm>
          <a:prstGeom prst="rect">
            <a:avLst/>
          </a:prstGeom>
          <a:solidFill>
            <a:srgbClr val="3A4E7A"/>
          </a:solidFill>
          <a:ln/>
        </p:spPr>
      </p:sp>
      <p:sp>
        <p:nvSpPr>
          <p:cNvPr id="155" name="Shape 144"/>
          <p:cNvSpPr/>
          <p:nvPr/>
        </p:nvSpPr>
        <p:spPr>
          <a:xfrm>
            <a:off x="7319772" y="5372100"/>
            <a:ext cx="4151376" cy="777240"/>
          </a:xfrm>
          <a:prstGeom prst="rect">
            <a:avLst/>
          </a:prstGeom>
          <a:solidFill>
            <a:srgbClr val="1F2A4A"/>
          </a:solidFill>
          <a:ln/>
        </p:spPr>
      </p:sp>
      <p:sp>
        <p:nvSpPr>
          <p:cNvPr id="156" name="Shape 145"/>
          <p:cNvSpPr/>
          <p:nvPr/>
        </p:nvSpPr>
        <p:spPr>
          <a:xfrm>
            <a:off x="7269480" y="5321808"/>
            <a:ext cx="50292" cy="50292"/>
          </a:xfrm>
          <a:prstGeom prst="rect">
            <a:avLst/>
          </a:prstGeom>
          <a:solidFill>
            <a:srgbClr val="0B0F1E"/>
          </a:solidFill>
          <a:ln/>
        </p:spPr>
      </p:sp>
      <p:sp>
        <p:nvSpPr>
          <p:cNvPr id="157" name="Shape 146"/>
          <p:cNvSpPr/>
          <p:nvPr/>
        </p:nvSpPr>
        <p:spPr>
          <a:xfrm>
            <a:off x="11471148" y="5321808"/>
            <a:ext cx="50292" cy="50292"/>
          </a:xfrm>
          <a:prstGeom prst="rect">
            <a:avLst/>
          </a:prstGeom>
          <a:solidFill>
            <a:srgbClr val="0B0F1E"/>
          </a:solidFill>
          <a:ln/>
        </p:spPr>
      </p:sp>
      <p:sp>
        <p:nvSpPr>
          <p:cNvPr id="158" name="Shape 147"/>
          <p:cNvSpPr/>
          <p:nvPr/>
        </p:nvSpPr>
        <p:spPr>
          <a:xfrm>
            <a:off x="7269480" y="6149340"/>
            <a:ext cx="50292" cy="50292"/>
          </a:xfrm>
          <a:prstGeom prst="rect">
            <a:avLst/>
          </a:prstGeom>
          <a:solidFill>
            <a:srgbClr val="0B0F1E"/>
          </a:solidFill>
          <a:ln/>
        </p:spPr>
      </p:sp>
      <p:sp>
        <p:nvSpPr>
          <p:cNvPr id="159" name="Shape 148"/>
          <p:cNvSpPr/>
          <p:nvPr/>
        </p:nvSpPr>
        <p:spPr>
          <a:xfrm>
            <a:off x="11471148" y="6149340"/>
            <a:ext cx="50292" cy="50292"/>
          </a:xfrm>
          <a:prstGeom prst="rect">
            <a:avLst/>
          </a:prstGeom>
          <a:solidFill>
            <a:srgbClr val="0B0F1E"/>
          </a:solidFill>
          <a:ln/>
        </p:spPr>
      </p:sp>
      <p:sp>
        <p:nvSpPr>
          <p:cNvPr id="160" name="Text 149"/>
          <p:cNvSpPr txBox="1"/>
          <p:nvPr/>
        </p:nvSpPr>
        <p:spPr>
          <a:xfrm>
            <a:off x="7406640" y="5321808"/>
            <a:ext cx="4069080" cy="877824"/>
          </a:xfrm>
          <a:prstGeom prst="rect">
            <a:avLst/>
          </a:prstGeom>
          <a:noFill/>
          <a:ln/>
        </p:spPr>
        <p:txBody>
          <a:bodyPr wrap="square" lIns="0" tIns="0" rIns="0" bIns="0" rtlCol="0" anchor="ctr"/>
          <a:lstStyle/>
          <a:p>
            <a:pPr indent="0" marL="0">
              <a:buNone/>
            </a:pPr>
            <a:r>
              <a:rPr lang="ko-KR" altLang="en-US" sz="1250" b="1" dirty="0">
                <a:solidFill>
                  <a:srgbClr val="45C7C1"/>
                </a:solidFill>
                <a:latin typeface="Galmuri11" pitchFamily="34" charset="0"/>
                <a:ea typeface="Galmuri11" pitchFamily="34" charset="-122"/>
                <a:cs typeface="Galmuri11" pitchFamily="34" charset="-120"/>
              </a:rPr>
              <a:t>결과 공개  </a:t>
            </a:r>
            <a:pPr indent="0" marL="0">
              <a:buNone/>
            </a:pPr>
            <a:r>
              <a:rPr lang="ko-KR" altLang="en-US" sz="1250" dirty="0">
                <a:solidFill>
                  <a:srgbClr val="FFFFFF"/>
                </a:solidFill>
                <a:latin typeface="맑은 고딕" pitchFamily="34" charset="0"/>
                <a:ea typeface="맑은 고딕" pitchFamily="34" charset="-122"/>
                <a:cs typeface="맑은 고딕" pitchFamily="34" charset="-120"/>
              </a:rPr>
              <a:t>판정 결과는 근무 끝난 뒤 한꺼번에</a:t>
            </a:r>
            <a:endParaRPr lang="ko-KR" sz="1250" dirty="0"/>
          </a:p>
          <a:p>
            <a:pPr indent="0" marL="0">
              <a:buNone/>
            </a:pPr>
            <a:r>
              <a:rPr lang="ko-KR" altLang="en-US" sz="1250" b="1" dirty="0">
                <a:solidFill>
                  <a:srgbClr val="E0503C"/>
                </a:solidFill>
                <a:latin typeface="Galmuri11" pitchFamily="34" charset="0"/>
                <a:ea typeface="Galmuri11" pitchFamily="34" charset="-122"/>
                <a:cs typeface="Galmuri11" pitchFamily="34" charset="-120"/>
              </a:rPr>
              <a:t>실패하면  </a:t>
            </a:r>
            <a:pPr indent="0" marL="0">
              <a:buNone/>
            </a:pPr>
            <a:r>
              <a:rPr lang="ko-KR" altLang="en-US" sz="1250" dirty="0">
                <a:solidFill>
                  <a:srgbClr val="FFFFFF"/>
                </a:solidFill>
                <a:latin typeface="맑은 고딕" pitchFamily="34" charset="0"/>
                <a:ea typeface="맑은 고딕" pitchFamily="34" charset="-122"/>
                <a:cs typeface="맑은 고딕" pitchFamily="34" charset="-120"/>
              </a:rPr>
              <a:t>보안 사고·미달 → 결과 보고 처음부터</a:t>
            </a:r>
            <a:endParaRPr lang="ko-KR" sz="125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9184"/>
            <a:ext cx="11064240" cy="694944"/>
          </a:xfrm>
          <a:prstGeom prst="rect">
            <a:avLst/>
          </a:prstGeom>
          <a:noFill/>
          <a:ln/>
        </p:spPr>
        <p:txBody>
          <a:bodyPr wrap="square" lIns="0" tIns="0" rIns="0" bIns="0" rtlCol="0" anchor="ctr"/>
          <a:lstStyle/>
          <a:p>
            <a:pPr algn="l" indent="0" marL="0">
              <a:buNone/>
            </a:pPr>
            <a:r>
              <a:rPr lang="en-US" sz="3000" dirty="0">
                <a:solidFill>
                  <a:srgbClr val="FFFFFF"/>
                </a:solidFill>
                <a:latin typeface="Galmuri14" pitchFamily="34" charset="0"/>
                <a:ea typeface="Galmuri14" pitchFamily="34" charset="-122"/>
                <a:cs typeface="Galmuri14" pitchFamily="34" charset="-120"/>
              </a:rPr>
              <a:t>하나의 게임 시스템, 두 가지 비주얼 테마</a:t>
            </a:r>
            <a:endParaRPr lang="en-US" sz="3000" dirty="0"/>
          </a:p>
        </p:txBody>
      </p:sp>
      <p:sp>
        <p:nvSpPr>
          <p:cNvPr id="3" name="Shape 1"/>
          <p:cNvSpPr/>
          <p:nvPr/>
        </p:nvSpPr>
        <p:spPr>
          <a:xfrm>
            <a:off x="649224" y="1271016"/>
            <a:ext cx="1691640" cy="3611880"/>
          </a:xfrm>
          <a:prstGeom prst="rect">
            <a:avLst/>
          </a:prstGeom>
          <a:solidFill>
            <a:srgbClr val="0B0F1E"/>
          </a:solidFill>
          <a:ln/>
        </p:spPr>
      </p:sp>
      <p:sp>
        <p:nvSpPr>
          <p:cNvPr id="4" name="Shape 2"/>
          <p:cNvSpPr/>
          <p:nvPr/>
        </p:nvSpPr>
        <p:spPr>
          <a:xfrm>
            <a:off x="548640" y="1170432"/>
            <a:ext cx="1691640" cy="3611880"/>
          </a:xfrm>
          <a:prstGeom prst="rect">
            <a:avLst/>
          </a:prstGeom>
          <a:solidFill>
            <a:srgbClr val="3A4E7A"/>
          </a:solidFill>
          <a:ln/>
        </p:spPr>
      </p:sp>
      <p:sp>
        <p:nvSpPr>
          <p:cNvPr id="5" name="Shape 3"/>
          <p:cNvSpPr/>
          <p:nvPr/>
        </p:nvSpPr>
        <p:spPr>
          <a:xfrm>
            <a:off x="598932" y="1220724"/>
            <a:ext cx="1591056" cy="3511296"/>
          </a:xfrm>
          <a:prstGeom prst="rect">
            <a:avLst/>
          </a:prstGeom>
          <a:solidFill>
            <a:srgbClr val="060A15"/>
          </a:solidFill>
          <a:ln/>
        </p:spPr>
      </p:sp>
      <p:sp>
        <p:nvSpPr>
          <p:cNvPr id="6" name="Shape 4"/>
          <p:cNvSpPr/>
          <p:nvPr/>
        </p:nvSpPr>
        <p:spPr>
          <a:xfrm>
            <a:off x="548640" y="1170432"/>
            <a:ext cx="50292" cy="50292"/>
          </a:xfrm>
          <a:prstGeom prst="rect">
            <a:avLst/>
          </a:prstGeom>
          <a:solidFill>
            <a:srgbClr val="0F1426"/>
          </a:solidFill>
          <a:ln/>
        </p:spPr>
      </p:sp>
      <p:sp>
        <p:nvSpPr>
          <p:cNvPr id="7" name="Shape 5"/>
          <p:cNvSpPr/>
          <p:nvPr/>
        </p:nvSpPr>
        <p:spPr>
          <a:xfrm>
            <a:off x="2189988" y="1170432"/>
            <a:ext cx="50292" cy="50292"/>
          </a:xfrm>
          <a:prstGeom prst="rect">
            <a:avLst/>
          </a:prstGeom>
          <a:solidFill>
            <a:srgbClr val="0F1426"/>
          </a:solidFill>
          <a:ln/>
        </p:spPr>
      </p:sp>
      <p:sp>
        <p:nvSpPr>
          <p:cNvPr id="8" name="Shape 6"/>
          <p:cNvSpPr/>
          <p:nvPr/>
        </p:nvSpPr>
        <p:spPr>
          <a:xfrm>
            <a:off x="548640" y="4732020"/>
            <a:ext cx="50292" cy="50292"/>
          </a:xfrm>
          <a:prstGeom prst="rect">
            <a:avLst/>
          </a:prstGeom>
          <a:solidFill>
            <a:srgbClr val="0F1426"/>
          </a:solidFill>
          <a:ln/>
        </p:spPr>
      </p:sp>
      <p:sp>
        <p:nvSpPr>
          <p:cNvPr id="9" name="Shape 7"/>
          <p:cNvSpPr/>
          <p:nvPr/>
        </p:nvSpPr>
        <p:spPr>
          <a:xfrm>
            <a:off x="2189988" y="4732020"/>
            <a:ext cx="50292" cy="50292"/>
          </a:xfrm>
          <a:prstGeom prst="rect">
            <a:avLst/>
          </a:prstGeom>
          <a:solidFill>
            <a:srgbClr val="0F1426"/>
          </a:solidFill>
          <a:ln/>
        </p:spPr>
      </p:sp>
      <p:sp>
        <p:nvSpPr>
          <p:cNvPr id="10" name="Shape 8"/>
          <p:cNvSpPr/>
          <p:nvPr/>
        </p:nvSpPr>
        <p:spPr>
          <a:xfrm>
            <a:off x="1165860" y="1234440"/>
            <a:ext cx="457200" cy="45720"/>
          </a:xfrm>
          <a:prstGeom prst="rect">
            <a:avLst/>
          </a:prstGeom>
          <a:solidFill>
            <a:srgbClr val="3A4E7A"/>
          </a:solidFill>
          <a:ln/>
        </p:spPr>
      </p:sp>
      <p:pic>
        <p:nvPicPr>
          <p:cNvPr id="11" name="Image 0" descr="도트 테마 HTML 시제품 첫 화면">    </p:cNvPr>
          <p:cNvPicPr>
            <a:picLocks noChangeAspect="1"/>
          </p:cNvPicPr>
          <p:nvPr/>
        </p:nvPicPr>
        <p:blipFill>
          <a:blip r:embed="rId1"/>
          <a:stretch>
            <a:fillRect/>
          </a:stretch>
        </p:blipFill>
        <p:spPr>
          <a:xfrm>
            <a:off x="644311" y="1325880"/>
            <a:ext cx="1500297" cy="3337560"/>
          </a:xfrm>
          <a:prstGeom prst="rect">
            <a:avLst/>
          </a:prstGeom>
        </p:spPr>
      </p:pic>
      <p:sp>
        <p:nvSpPr>
          <p:cNvPr id="12" name="Text 9"/>
          <p:cNvSpPr txBox="1"/>
          <p:nvPr/>
        </p:nvSpPr>
        <p:spPr>
          <a:xfrm>
            <a:off x="2423160" y="1207008"/>
            <a:ext cx="2377440" cy="274320"/>
          </a:xfrm>
          <a:prstGeom prst="rect">
            <a:avLst/>
          </a:prstGeom>
          <a:noFill/>
          <a:ln/>
        </p:spPr>
        <p:txBody>
          <a:bodyPr wrap="square" lIns="0" tIns="0" rIns="0" bIns="0" rtlCol="0" anchor="t"/>
          <a:lstStyle/>
          <a:p>
            <a:pPr indent="0" marL="0">
              <a:buNone/>
            </a:pPr>
            <a:r>
              <a:rPr lang="ko-KR" altLang="en-US" sz="1300" dirty="0">
                <a:solidFill>
                  <a:srgbClr val="F7D84A"/>
                </a:solidFill>
                <a:latin typeface="Galmuri14" pitchFamily="34" charset="0"/>
                <a:ea typeface="Galmuri14" pitchFamily="34" charset="-122"/>
                <a:cs typeface="Galmuri14" pitchFamily="34" charset="-120"/>
              </a:rPr>
              <a:t>B안 · 기본 시안</a:t>
            </a:r>
            <a:endParaRPr lang="ko-KR" sz="1300" dirty="0"/>
          </a:p>
        </p:txBody>
      </p:sp>
      <p:sp>
        <p:nvSpPr>
          <p:cNvPr id="13" name="Text 10"/>
          <p:cNvSpPr txBox="1"/>
          <p:nvPr/>
        </p:nvSpPr>
        <p:spPr>
          <a:xfrm>
            <a:off x="2423160" y="1499616"/>
            <a:ext cx="2377440" cy="411480"/>
          </a:xfrm>
          <a:prstGeom prst="rect">
            <a:avLst/>
          </a:prstGeom>
          <a:noFill/>
          <a:ln/>
        </p:spPr>
        <p:txBody>
          <a:bodyPr wrap="square" lIns="0" tIns="0" rIns="0" bIns="0" rtlCol="0" anchor="t"/>
          <a:lstStyle/>
          <a:p>
            <a:pPr indent="0" marL="0">
              <a:buNone/>
            </a:pPr>
            <a:r>
              <a:rPr lang="ko-KR" altLang="en-US" sz="2100" dirty="0">
                <a:solidFill>
                  <a:srgbClr val="FFFFFF"/>
                </a:solidFill>
                <a:latin typeface="Galmuri14" pitchFamily="34" charset="0"/>
                <a:ea typeface="Galmuri14" pitchFamily="34" charset="-122"/>
                <a:cs typeface="Galmuri14" pitchFamily="34" charset="-120"/>
              </a:rPr>
              <a:t>2D 도트 스타일</a:t>
            </a:r>
            <a:endParaRPr lang="ko-KR" sz="2100" dirty="0"/>
          </a:p>
        </p:txBody>
      </p:sp>
      <p:sp>
        <p:nvSpPr>
          <p:cNvPr id="14" name="Text 11"/>
          <p:cNvSpPr txBox="1"/>
          <p:nvPr/>
        </p:nvSpPr>
        <p:spPr>
          <a:xfrm>
            <a:off x="2423160" y="2011680"/>
            <a:ext cx="2286000" cy="1188720"/>
          </a:xfrm>
          <a:prstGeom prst="rect">
            <a:avLst/>
          </a:prstGeom>
          <a:noFill/>
          <a:ln/>
        </p:spPr>
        <p:txBody>
          <a:bodyPr wrap="square" lIns="0" tIns="0" rIns="0" bIns="0" rtlCol="0" anchor="t"/>
          <a:lstStyle/>
          <a:p>
            <a:pPr marL="177800" indent="-177800">
              <a:spcAft>
                <a:spcPts val="600"/>
              </a:spcAft>
              <a:buSzPct val="100000"/>
              <a:buChar char="•"/>
            </a:pPr>
            <a:r>
              <a:rPr lang="ko-KR" altLang="en-US" sz="1450" dirty="0">
                <a:solidFill>
                  <a:srgbClr val="B9C6E2"/>
                </a:solidFill>
                <a:latin typeface="맑은 고딕" pitchFamily="34" charset="0"/>
                <a:ea typeface="맑은 고딕" pitchFamily="34" charset="-122"/>
                <a:cs typeface="맑은 고딕" pitchFamily="34" charset="-120"/>
              </a:rPr>
              <a:t>픽셀 기반 보안 센터</a:t>
            </a:r>
            <a:endParaRPr lang="ko-KR" sz="1450" dirty="0"/>
          </a:p>
          <a:p>
            <a:pPr marL="177800" indent="-177800">
              <a:spcAft>
                <a:spcPts val="600"/>
              </a:spcAft>
              <a:buSzPct val="100000"/>
              <a:buChar char="•"/>
            </a:pPr>
            <a:r>
              <a:rPr lang="ko-KR" altLang="en-US" sz="1450" dirty="0">
                <a:solidFill>
                  <a:srgbClr val="B9C6E2"/>
                </a:solidFill>
                <a:latin typeface="맑은 고딕" pitchFamily="34" charset="0"/>
                <a:ea typeface="맑은 고딕" pitchFamily="34" charset="-122"/>
                <a:cs typeface="맑은 고딕" pitchFamily="34" charset="-120"/>
              </a:rPr>
              <a:t>도트 보안관과 AI 조수 도트</a:t>
            </a:r>
            <a:endParaRPr lang="ko-KR" sz="1450" dirty="0"/>
          </a:p>
          <a:p>
            <a:pPr marL="177800" indent="-177800">
              <a:spcAft>
                <a:spcPts val="600"/>
              </a:spcAft>
              <a:buSzPct val="100000"/>
              <a:buChar char="•"/>
            </a:pPr>
            <a:r>
              <a:rPr lang="ko-KR" altLang="en-US" sz="1450" dirty="0">
                <a:solidFill>
                  <a:srgbClr val="B9C6E2"/>
                </a:solidFill>
                <a:latin typeface="맑은 고딕" pitchFamily="34" charset="0"/>
                <a:ea typeface="맑은 고딕" pitchFamily="34" charset="-122"/>
                <a:cs typeface="맑은 고딕" pitchFamily="34" charset="-120"/>
              </a:rPr>
              <a:t>아케이드 버튼·종이 서류</a:t>
            </a:r>
            <a:endParaRPr lang="ko-KR" sz="1450" dirty="0"/>
          </a:p>
        </p:txBody>
      </p:sp>
      <p:sp>
        <p:nvSpPr>
          <p:cNvPr id="15" name="Text 12"/>
          <p:cNvSpPr txBox="1"/>
          <p:nvPr/>
        </p:nvSpPr>
        <p:spPr>
          <a:xfrm>
            <a:off x="2423160" y="3291840"/>
            <a:ext cx="2286000" cy="274320"/>
          </a:xfrm>
          <a:prstGeom prst="rect">
            <a:avLst/>
          </a:prstGeom>
          <a:noFill/>
          <a:ln/>
        </p:spPr>
        <p:txBody>
          <a:bodyPr wrap="square" lIns="0" tIns="0" rIns="0" bIns="0" rtlCol="0" anchor="t"/>
          <a:lstStyle/>
          <a:p>
            <a:pPr indent="0" marL="0">
              <a:buNone/>
            </a:pPr>
            <a:r>
              <a:rPr lang="ko-KR" altLang="en-US" sz="1200" dirty="0">
                <a:solidFill>
                  <a:srgbClr val="3FBF6F"/>
                </a:solidFill>
                <a:latin typeface="Galmuri11" pitchFamily="34" charset="0"/>
                <a:ea typeface="Galmuri11" pitchFamily="34" charset="-122"/>
                <a:cs typeface="Galmuri11" pitchFamily="34" charset="-120"/>
              </a:rPr>
              <a:t>HTML 시제품으로 구현 완료</a:t>
            </a:r>
            <a:endParaRPr lang="ko-KR" sz="1200" dirty="0"/>
          </a:p>
        </p:txBody>
      </p:sp>
      <p:sp>
        <p:nvSpPr>
          <p:cNvPr id="16" name="Shape 13"/>
          <p:cNvSpPr/>
          <p:nvPr/>
        </p:nvSpPr>
        <p:spPr>
          <a:xfrm>
            <a:off x="4818888" y="1170432"/>
            <a:ext cx="2560320" cy="3611880"/>
          </a:xfrm>
          <a:prstGeom prst="rect">
            <a:avLst/>
          </a:prstGeom>
          <a:solidFill>
            <a:srgbClr val="45C7C1"/>
          </a:solidFill>
          <a:ln/>
        </p:spPr>
      </p:sp>
      <p:sp>
        <p:nvSpPr>
          <p:cNvPr id="17" name="Shape 14"/>
          <p:cNvSpPr/>
          <p:nvPr/>
        </p:nvSpPr>
        <p:spPr>
          <a:xfrm>
            <a:off x="4869180" y="1220724"/>
            <a:ext cx="2459736" cy="3511296"/>
          </a:xfrm>
          <a:prstGeom prst="rect">
            <a:avLst/>
          </a:prstGeom>
          <a:solidFill>
            <a:srgbClr val="0B0F1E"/>
          </a:solidFill>
          <a:ln/>
        </p:spPr>
      </p:sp>
      <p:sp>
        <p:nvSpPr>
          <p:cNvPr id="18" name="Shape 15"/>
          <p:cNvSpPr/>
          <p:nvPr/>
        </p:nvSpPr>
        <p:spPr>
          <a:xfrm>
            <a:off x="4818888" y="1170432"/>
            <a:ext cx="50292" cy="50292"/>
          </a:xfrm>
          <a:prstGeom prst="rect">
            <a:avLst/>
          </a:prstGeom>
          <a:solidFill>
            <a:srgbClr val="0F1426"/>
          </a:solidFill>
          <a:ln/>
        </p:spPr>
      </p:sp>
      <p:sp>
        <p:nvSpPr>
          <p:cNvPr id="19" name="Shape 16"/>
          <p:cNvSpPr/>
          <p:nvPr/>
        </p:nvSpPr>
        <p:spPr>
          <a:xfrm>
            <a:off x="7328916" y="1170432"/>
            <a:ext cx="50292" cy="50292"/>
          </a:xfrm>
          <a:prstGeom prst="rect">
            <a:avLst/>
          </a:prstGeom>
          <a:solidFill>
            <a:srgbClr val="0F1426"/>
          </a:solidFill>
          <a:ln/>
        </p:spPr>
      </p:sp>
      <p:sp>
        <p:nvSpPr>
          <p:cNvPr id="20" name="Shape 17"/>
          <p:cNvSpPr/>
          <p:nvPr/>
        </p:nvSpPr>
        <p:spPr>
          <a:xfrm>
            <a:off x="4818888" y="4732020"/>
            <a:ext cx="50292" cy="50292"/>
          </a:xfrm>
          <a:prstGeom prst="rect">
            <a:avLst/>
          </a:prstGeom>
          <a:solidFill>
            <a:srgbClr val="0F1426"/>
          </a:solidFill>
          <a:ln/>
        </p:spPr>
      </p:sp>
      <p:sp>
        <p:nvSpPr>
          <p:cNvPr id="21" name="Shape 18"/>
          <p:cNvSpPr/>
          <p:nvPr/>
        </p:nvSpPr>
        <p:spPr>
          <a:xfrm>
            <a:off x="7328916" y="4732020"/>
            <a:ext cx="50292" cy="50292"/>
          </a:xfrm>
          <a:prstGeom prst="rect">
            <a:avLst/>
          </a:prstGeom>
          <a:solidFill>
            <a:srgbClr val="0F1426"/>
          </a:solidFill>
          <a:ln/>
        </p:spPr>
      </p:sp>
      <p:sp>
        <p:nvSpPr>
          <p:cNvPr id="22" name="Text 19"/>
          <p:cNvSpPr txBox="1"/>
          <p:nvPr/>
        </p:nvSpPr>
        <p:spPr>
          <a:xfrm>
            <a:off x="4818888" y="1298448"/>
            <a:ext cx="2560320" cy="329184"/>
          </a:xfrm>
          <a:prstGeom prst="rect">
            <a:avLst/>
          </a:prstGeom>
          <a:noFill/>
          <a:ln/>
        </p:spPr>
        <p:txBody>
          <a:bodyPr wrap="square" lIns="0" tIns="0" rIns="0" bIns="0" rtlCol="0" anchor="t"/>
          <a:lstStyle/>
          <a:p>
            <a:pPr algn="ctr" indent="0" marL="0">
              <a:buNone/>
            </a:pPr>
            <a:r>
              <a:rPr lang="ko-KR" altLang="en-US" sz="1500" dirty="0">
                <a:solidFill>
                  <a:srgbClr val="45C7C1"/>
                </a:solidFill>
                <a:latin typeface="Galmuri14" pitchFamily="34" charset="0"/>
                <a:ea typeface="Galmuri14" pitchFamily="34" charset="-122"/>
                <a:cs typeface="Galmuri14" pitchFamily="34" charset="-120"/>
              </a:rPr>
              <a:t>공유하는 시스템</a:t>
            </a:r>
            <a:endParaRPr lang="ko-KR" sz="1500" dirty="0"/>
          </a:p>
        </p:txBody>
      </p:sp>
      <p:sp>
        <p:nvSpPr>
          <p:cNvPr id="23" name="Shape 20"/>
          <p:cNvSpPr/>
          <p:nvPr/>
        </p:nvSpPr>
        <p:spPr>
          <a:xfrm>
            <a:off x="5029200" y="1810512"/>
            <a:ext cx="2139696" cy="530352"/>
          </a:xfrm>
          <a:prstGeom prst="rect">
            <a:avLst/>
          </a:prstGeom>
          <a:solidFill>
            <a:srgbClr val="3A4E7A"/>
          </a:solidFill>
          <a:ln/>
        </p:spPr>
      </p:sp>
      <p:sp>
        <p:nvSpPr>
          <p:cNvPr id="24" name="Shape 21"/>
          <p:cNvSpPr/>
          <p:nvPr/>
        </p:nvSpPr>
        <p:spPr>
          <a:xfrm>
            <a:off x="5079492" y="1860804"/>
            <a:ext cx="2039112" cy="429768"/>
          </a:xfrm>
          <a:prstGeom prst="rect">
            <a:avLst/>
          </a:prstGeom>
          <a:solidFill>
            <a:srgbClr val="1F2A4A"/>
          </a:solidFill>
          <a:ln/>
        </p:spPr>
      </p:sp>
      <p:sp>
        <p:nvSpPr>
          <p:cNvPr id="25" name="Shape 22"/>
          <p:cNvSpPr/>
          <p:nvPr/>
        </p:nvSpPr>
        <p:spPr>
          <a:xfrm>
            <a:off x="5029200" y="1810512"/>
            <a:ext cx="50292" cy="50292"/>
          </a:xfrm>
          <a:prstGeom prst="rect">
            <a:avLst/>
          </a:prstGeom>
          <a:solidFill>
            <a:srgbClr val="0B0F1E"/>
          </a:solidFill>
          <a:ln/>
        </p:spPr>
      </p:sp>
      <p:sp>
        <p:nvSpPr>
          <p:cNvPr id="26" name="Shape 23"/>
          <p:cNvSpPr/>
          <p:nvPr/>
        </p:nvSpPr>
        <p:spPr>
          <a:xfrm>
            <a:off x="7118604" y="1810512"/>
            <a:ext cx="50292" cy="50292"/>
          </a:xfrm>
          <a:prstGeom prst="rect">
            <a:avLst/>
          </a:prstGeom>
          <a:solidFill>
            <a:srgbClr val="0B0F1E"/>
          </a:solidFill>
          <a:ln/>
        </p:spPr>
      </p:sp>
      <p:sp>
        <p:nvSpPr>
          <p:cNvPr id="27" name="Shape 24"/>
          <p:cNvSpPr/>
          <p:nvPr/>
        </p:nvSpPr>
        <p:spPr>
          <a:xfrm>
            <a:off x="5029200" y="2290572"/>
            <a:ext cx="50292" cy="50292"/>
          </a:xfrm>
          <a:prstGeom prst="rect">
            <a:avLst/>
          </a:prstGeom>
          <a:solidFill>
            <a:srgbClr val="0B0F1E"/>
          </a:solidFill>
          <a:ln/>
        </p:spPr>
      </p:sp>
      <p:sp>
        <p:nvSpPr>
          <p:cNvPr id="28" name="Shape 25"/>
          <p:cNvSpPr/>
          <p:nvPr/>
        </p:nvSpPr>
        <p:spPr>
          <a:xfrm>
            <a:off x="7118604" y="2290572"/>
            <a:ext cx="50292" cy="50292"/>
          </a:xfrm>
          <a:prstGeom prst="rect">
            <a:avLst/>
          </a:prstGeom>
          <a:solidFill>
            <a:srgbClr val="0B0F1E"/>
          </a:solidFill>
          <a:ln/>
        </p:spPr>
      </p:sp>
      <p:pic>
        <p:nvPicPr>
          <p:cNvPr id="29" name="Image 1" descr="preencoded.png">    </p:cNvPr>
          <p:cNvPicPr>
            <a:picLocks noChangeAspect="1"/>
          </p:cNvPicPr>
          <p:nvPr/>
        </p:nvPicPr>
        <p:blipFill>
          <a:blip r:embed="rId2"/>
          <a:stretch>
            <a:fillRect/>
          </a:stretch>
        </p:blipFill>
        <p:spPr>
          <a:xfrm>
            <a:off x="5175504" y="1938528"/>
            <a:ext cx="274320" cy="274320"/>
          </a:xfrm>
          <a:prstGeom prst="rect">
            <a:avLst/>
          </a:prstGeom>
        </p:spPr>
      </p:pic>
      <p:sp>
        <p:nvSpPr>
          <p:cNvPr id="30" name="Text 26"/>
          <p:cNvSpPr txBox="1"/>
          <p:nvPr/>
        </p:nvSpPr>
        <p:spPr>
          <a:xfrm>
            <a:off x="5577840" y="1810512"/>
            <a:ext cx="1554480" cy="530352"/>
          </a:xfrm>
          <a:prstGeom prst="rect">
            <a:avLst/>
          </a:prstGeom>
          <a:noFill/>
          <a:ln/>
        </p:spPr>
        <p:txBody>
          <a:bodyPr wrap="square" lIns="0" tIns="0" rIns="0" bIns="0" rtlCol="0" anchor="ctr"/>
          <a:lstStyle/>
          <a:p>
            <a:pPr indent="0" marL="0">
              <a:buNone/>
            </a:pPr>
            <a:r>
              <a:rPr lang="ko-KR" altLang="en-US" sz="1400" dirty="0">
                <a:solidFill>
                  <a:srgbClr val="FFFFFF"/>
                </a:solidFill>
                <a:latin typeface="Galmuri11" pitchFamily="34" charset="0"/>
                <a:ea typeface="Galmuri11" pitchFamily="34" charset="-122"/>
                <a:cs typeface="Galmuri11" pitchFamily="34" charset="-120"/>
              </a:rPr>
              <a:t>사례 데이터</a:t>
            </a:r>
            <a:endParaRPr lang="ko-KR" sz="1400" dirty="0"/>
          </a:p>
        </p:txBody>
      </p:sp>
      <p:sp>
        <p:nvSpPr>
          <p:cNvPr id="31" name="Shape 27"/>
          <p:cNvSpPr/>
          <p:nvPr/>
        </p:nvSpPr>
        <p:spPr>
          <a:xfrm>
            <a:off x="5029200" y="2487168"/>
            <a:ext cx="2139696" cy="530352"/>
          </a:xfrm>
          <a:prstGeom prst="rect">
            <a:avLst/>
          </a:prstGeom>
          <a:solidFill>
            <a:srgbClr val="3A4E7A"/>
          </a:solidFill>
          <a:ln/>
        </p:spPr>
      </p:sp>
      <p:sp>
        <p:nvSpPr>
          <p:cNvPr id="32" name="Shape 28"/>
          <p:cNvSpPr/>
          <p:nvPr/>
        </p:nvSpPr>
        <p:spPr>
          <a:xfrm>
            <a:off x="5079492" y="2537460"/>
            <a:ext cx="2039112" cy="429768"/>
          </a:xfrm>
          <a:prstGeom prst="rect">
            <a:avLst/>
          </a:prstGeom>
          <a:solidFill>
            <a:srgbClr val="1F2A4A"/>
          </a:solidFill>
          <a:ln/>
        </p:spPr>
      </p:sp>
      <p:sp>
        <p:nvSpPr>
          <p:cNvPr id="33" name="Shape 29"/>
          <p:cNvSpPr/>
          <p:nvPr/>
        </p:nvSpPr>
        <p:spPr>
          <a:xfrm>
            <a:off x="5029200" y="2487168"/>
            <a:ext cx="50292" cy="50292"/>
          </a:xfrm>
          <a:prstGeom prst="rect">
            <a:avLst/>
          </a:prstGeom>
          <a:solidFill>
            <a:srgbClr val="0B0F1E"/>
          </a:solidFill>
          <a:ln/>
        </p:spPr>
      </p:sp>
      <p:sp>
        <p:nvSpPr>
          <p:cNvPr id="34" name="Shape 30"/>
          <p:cNvSpPr/>
          <p:nvPr/>
        </p:nvSpPr>
        <p:spPr>
          <a:xfrm>
            <a:off x="7118604" y="2487168"/>
            <a:ext cx="50292" cy="50292"/>
          </a:xfrm>
          <a:prstGeom prst="rect">
            <a:avLst/>
          </a:prstGeom>
          <a:solidFill>
            <a:srgbClr val="0B0F1E"/>
          </a:solidFill>
          <a:ln/>
        </p:spPr>
      </p:sp>
      <p:sp>
        <p:nvSpPr>
          <p:cNvPr id="35" name="Shape 31"/>
          <p:cNvSpPr/>
          <p:nvPr/>
        </p:nvSpPr>
        <p:spPr>
          <a:xfrm>
            <a:off x="5029200" y="2967228"/>
            <a:ext cx="50292" cy="50292"/>
          </a:xfrm>
          <a:prstGeom prst="rect">
            <a:avLst/>
          </a:prstGeom>
          <a:solidFill>
            <a:srgbClr val="0B0F1E"/>
          </a:solidFill>
          <a:ln/>
        </p:spPr>
      </p:sp>
      <p:sp>
        <p:nvSpPr>
          <p:cNvPr id="36" name="Shape 32"/>
          <p:cNvSpPr/>
          <p:nvPr/>
        </p:nvSpPr>
        <p:spPr>
          <a:xfrm>
            <a:off x="7118604" y="2967228"/>
            <a:ext cx="50292" cy="50292"/>
          </a:xfrm>
          <a:prstGeom prst="rect">
            <a:avLst/>
          </a:prstGeom>
          <a:solidFill>
            <a:srgbClr val="0B0F1E"/>
          </a:solidFill>
          <a:ln/>
        </p:spPr>
      </p:sp>
      <p:pic>
        <p:nvPicPr>
          <p:cNvPr id="37" name="Image 2" descr="preencoded.png">    </p:cNvPr>
          <p:cNvPicPr>
            <a:picLocks noChangeAspect="1"/>
          </p:cNvPicPr>
          <p:nvPr/>
        </p:nvPicPr>
        <p:blipFill>
          <a:blip r:embed="rId3"/>
          <a:stretch>
            <a:fillRect/>
          </a:stretch>
        </p:blipFill>
        <p:spPr>
          <a:xfrm>
            <a:off x="5175504" y="2615184"/>
            <a:ext cx="274320" cy="274320"/>
          </a:xfrm>
          <a:prstGeom prst="rect">
            <a:avLst/>
          </a:prstGeom>
        </p:spPr>
      </p:pic>
      <p:sp>
        <p:nvSpPr>
          <p:cNvPr id="38" name="Text 33"/>
          <p:cNvSpPr txBox="1"/>
          <p:nvPr/>
        </p:nvSpPr>
        <p:spPr>
          <a:xfrm>
            <a:off x="5577840" y="2487168"/>
            <a:ext cx="1554480" cy="530352"/>
          </a:xfrm>
          <a:prstGeom prst="rect">
            <a:avLst/>
          </a:prstGeom>
          <a:noFill/>
          <a:ln/>
        </p:spPr>
        <p:txBody>
          <a:bodyPr wrap="square" lIns="0" tIns="0" rIns="0" bIns="0" rtlCol="0" anchor="ctr"/>
          <a:lstStyle/>
          <a:p>
            <a:pPr indent="0" marL="0">
              <a:buNone/>
            </a:pPr>
            <a:r>
              <a:rPr lang="ko-KR" altLang="en-US" sz="1400" dirty="0">
                <a:solidFill>
                  <a:srgbClr val="FFFFFF"/>
                </a:solidFill>
                <a:latin typeface="Galmuri11" pitchFamily="34" charset="0"/>
                <a:ea typeface="Galmuri11" pitchFamily="34" charset="-122"/>
                <a:cs typeface="Galmuri11" pitchFamily="34" charset="-120"/>
              </a:rPr>
              <a:t>규칙 판정</a:t>
            </a:r>
            <a:endParaRPr lang="ko-KR" sz="1400" dirty="0"/>
          </a:p>
        </p:txBody>
      </p:sp>
      <p:sp>
        <p:nvSpPr>
          <p:cNvPr id="39" name="Shape 34"/>
          <p:cNvSpPr/>
          <p:nvPr/>
        </p:nvSpPr>
        <p:spPr>
          <a:xfrm>
            <a:off x="5029200" y="3163824"/>
            <a:ext cx="2139696" cy="530352"/>
          </a:xfrm>
          <a:prstGeom prst="rect">
            <a:avLst/>
          </a:prstGeom>
          <a:solidFill>
            <a:srgbClr val="3A4E7A"/>
          </a:solidFill>
          <a:ln/>
        </p:spPr>
      </p:sp>
      <p:sp>
        <p:nvSpPr>
          <p:cNvPr id="40" name="Shape 35"/>
          <p:cNvSpPr/>
          <p:nvPr/>
        </p:nvSpPr>
        <p:spPr>
          <a:xfrm>
            <a:off x="5079492" y="3214116"/>
            <a:ext cx="2039112" cy="429768"/>
          </a:xfrm>
          <a:prstGeom prst="rect">
            <a:avLst/>
          </a:prstGeom>
          <a:solidFill>
            <a:srgbClr val="1F2A4A"/>
          </a:solidFill>
          <a:ln/>
        </p:spPr>
      </p:sp>
      <p:sp>
        <p:nvSpPr>
          <p:cNvPr id="41" name="Shape 36"/>
          <p:cNvSpPr/>
          <p:nvPr/>
        </p:nvSpPr>
        <p:spPr>
          <a:xfrm>
            <a:off x="5029200" y="3163824"/>
            <a:ext cx="50292" cy="50292"/>
          </a:xfrm>
          <a:prstGeom prst="rect">
            <a:avLst/>
          </a:prstGeom>
          <a:solidFill>
            <a:srgbClr val="0B0F1E"/>
          </a:solidFill>
          <a:ln/>
        </p:spPr>
      </p:sp>
      <p:sp>
        <p:nvSpPr>
          <p:cNvPr id="42" name="Shape 37"/>
          <p:cNvSpPr/>
          <p:nvPr/>
        </p:nvSpPr>
        <p:spPr>
          <a:xfrm>
            <a:off x="7118604" y="3163824"/>
            <a:ext cx="50292" cy="50292"/>
          </a:xfrm>
          <a:prstGeom prst="rect">
            <a:avLst/>
          </a:prstGeom>
          <a:solidFill>
            <a:srgbClr val="0B0F1E"/>
          </a:solidFill>
          <a:ln/>
        </p:spPr>
      </p:sp>
      <p:sp>
        <p:nvSpPr>
          <p:cNvPr id="43" name="Shape 38"/>
          <p:cNvSpPr/>
          <p:nvPr/>
        </p:nvSpPr>
        <p:spPr>
          <a:xfrm>
            <a:off x="5029200" y="3643884"/>
            <a:ext cx="50292" cy="50292"/>
          </a:xfrm>
          <a:prstGeom prst="rect">
            <a:avLst/>
          </a:prstGeom>
          <a:solidFill>
            <a:srgbClr val="0B0F1E"/>
          </a:solidFill>
          <a:ln/>
        </p:spPr>
      </p:sp>
      <p:sp>
        <p:nvSpPr>
          <p:cNvPr id="44" name="Shape 39"/>
          <p:cNvSpPr/>
          <p:nvPr/>
        </p:nvSpPr>
        <p:spPr>
          <a:xfrm>
            <a:off x="7118604" y="3643884"/>
            <a:ext cx="50292" cy="50292"/>
          </a:xfrm>
          <a:prstGeom prst="rect">
            <a:avLst/>
          </a:prstGeom>
          <a:solidFill>
            <a:srgbClr val="0B0F1E"/>
          </a:solidFill>
          <a:ln/>
        </p:spPr>
      </p:sp>
      <p:pic>
        <p:nvPicPr>
          <p:cNvPr id="45" name="Image 3" descr="preencoded.png">    </p:cNvPr>
          <p:cNvPicPr>
            <a:picLocks noChangeAspect="1"/>
          </p:cNvPicPr>
          <p:nvPr/>
        </p:nvPicPr>
        <p:blipFill>
          <a:blip r:embed="rId4"/>
          <a:stretch>
            <a:fillRect/>
          </a:stretch>
        </p:blipFill>
        <p:spPr>
          <a:xfrm>
            <a:off x="5175504" y="3291840"/>
            <a:ext cx="274320" cy="274320"/>
          </a:xfrm>
          <a:prstGeom prst="rect">
            <a:avLst/>
          </a:prstGeom>
        </p:spPr>
      </p:pic>
      <p:sp>
        <p:nvSpPr>
          <p:cNvPr id="46" name="Text 40"/>
          <p:cNvSpPr txBox="1"/>
          <p:nvPr/>
        </p:nvSpPr>
        <p:spPr>
          <a:xfrm>
            <a:off x="5577840" y="3163824"/>
            <a:ext cx="1554480" cy="530352"/>
          </a:xfrm>
          <a:prstGeom prst="rect">
            <a:avLst/>
          </a:prstGeom>
          <a:noFill/>
          <a:ln/>
        </p:spPr>
        <p:txBody>
          <a:bodyPr wrap="square" lIns="0" tIns="0" rIns="0" bIns="0" rtlCol="0" anchor="ctr"/>
          <a:lstStyle/>
          <a:p>
            <a:pPr indent="0" marL="0">
              <a:buNone/>
            </a:pPr>
            <a:r>
              <a:rPr lang="ko-KR" altLang="en-US" sz="1400" dirty="0">
                <a:solidFill>
                  <a:srgbClr val="FFFFFF"/>
                </a:solidFill>
                <a:latin typeface="Galmuri11" pitchFamily="34" charset="0"/>
                <a:ea typeface="Galmuri11" pitchFamily="34" charset="-122"/>
                <a:cs typeface="Galmuri11" pitchFamily="34" charset="-120"/>
              </a:rPr>
              <a:t>점수·진행도</a:t>
            </a:r>
            <a:endParaRPr lang="ko-KR" sz="1400" dirty="0"/>
          </a:p>
        </p:txBody>
      </p:sp>
      <p:sp>
        <p:nvSpPr>
          <p:cNvPr id="47" name="Shape 41"/>
          <p:cNvSpPr/>
          <p:nvPr/>
        </p:nvSpPr>
        <p:spPr>
          <a:xfrm>
            <a:off x="5029200" y="3840480"/>
            <a:ext cx="2139696" cy="530352"/>
          </a:xfrm>
          <a:prstGeom prst="rect">
            <a:avLst/>
          </a:prstGeom>
          <a:solidFill>
            <a:srgbClr val="3A4E7A"/>
          </a:solidFill>
          <a:ln/>
        </p:spPr>
      </p:sp>
      <p:sp>
        <p:nvSpPr>
          <p:cNvPr id="48" name="Shape 42"/>
          <p:cNvSpPr/>
          <p:nvPr/>
        </p:nvSpPr>
        <p:spPr>
          <a:xfrm>
            <a:off x="5079492" y="3890772"/>
            <a:ext cx="2039112" cy="429768"/>
          </a:xfrm>
          <a:prstGeom prst="rect">
            <a:avLst/>
          </a:prstGeom>
          <a:solidFill>
            <a:srgbClr val="1F2A4A"/>
          </a:solidFill>
          <a:ln/>
        </p:spPr>
      </p:sp>
      <p:sp>
        <p:nvSpPr>
          <p:cNvPr id="49" name="Shape 43"/>
          <p:cNvSpPr/>
          <p:nvPr/>
        </p:nvSpPr>
        <p:spPr>
          <a:xfrm>
            <a:off x="5029200" y="3840480"/>
            <a:ext cx="50292" cy="50292"/>
          </a:xfrm>
          <a:prstGeom prst="rect">
            <a:avLst/>
          </a:prstGeom>
          <a:solidFill>
            <a:srgbClr val="0B0F1E"/>
          </a:solidFill>
          <a:ln/>
        </p:spPr>
      </p:sp>
      <p:sp>
        <p:nvSpPr>
          <p:cNvPr id="50" name="Shape 44"/>
          <p:cNvSpPr/>
          <p:nvPr/>
        </p:nvSpPr>
        <p:spPr>
          <a:xfrm>
            <a:off x="7118604" y="3840480"/>
            <a:ext cx="50292" cy="50292"/>
          </a:xfrm>
          <a:prstGeom prst="rect">
            <a:avLst/>
          </a:prstGeom>
          <a:solidFill>
            <a:srgbClr val="0B0F1E"/>
          </a:solidFill>
          <a:ln/>
        </p:spPr>
      </p:sp>
      <p:sp>
        <p:nvSpPr>
          <p:cNvPr id="51" name="Shape 45"/>
          <p:cNvSpPr/>
          <p:nvPr/>
        </p:nvSpPr>
        <p:spPr>
          <a:xfrm>
            <a:off x="5029200" y="4320540"/>
            <a:ext cx="50292" cy="50292"/>
          </a:xfrm>
          <a:prstGeom prst="rect">
            <a:avLst/>
          </a:prstGeom>
          <a:solidFill>
            <a:srgbClr val="0B0F1E"/>
          </a:solidFill>
          <a:ln/>
        </p:spPr>
      </p:sp>
      <p:sp>
        <p:nvSpPr>
          <p:cNvPr id="52" name="Shape 46"/>
          <p:cNvSpPr/>
          <p:nvPr/>
        </p:nvSpPr>
        <p:spPr>
          <a:xfrm>
            <a:off x="7118604" y="4320540"/>
            <a:ext cx="50292" cy="50292"/>
          </a:xfrm>
          <a:prstGeom prst="rect">
            <a:avLst/>
          </a:prstGeom>
          <a:solidFill>
            <a:srgbClr val="0B0F1E"/>
          </a:solidFill>
          <a:ln/>
        </p:spPr>
      </p:sp>
      <p:pic>
        <p:nvPicPr>
          <p:cNvPr id="53" name="Image 4" descr="preencoded.png">    </p:cNvPr>
          <p:cNvPicPr>
            <a:picLocks noChangeAspect="1"/>
          </p:cNvPicPr>
          <p:nvPr/>
        </p:nvPicPr>
        <p:blipFill>
          <a:blip r:embed="rId5"/>
          <a:stretch>
            <a:fillRect/>
          </a:stretch>
        </p:blipFill>
        <p:spPr>
          <a:xfrm>
            <a:off x="5175504" y="3968496"/>
            <a:ext cx="274320" cy="274320"/>
          </a:xfrm>
          <a:prstGeom prst="rect">
            <a:avLst/>
          </a:prstGeom>
        </p:spPr>
      </p:pic>
      <p:sp>
        <p:nvSpPr>
          <p:cNvPr id="54" name="Text 47"/>
          <p:cNvSpPr txBox="1"/>
          <p:nvPr/>
        </p:nvSpPr>
        <p:spPr>
          <a:xfrm>
            <a:off x="5577840" y="3840480"/>
            <a:ext cx="1554480" cy="530352"/>
          </a:xfrm>
          <a:prstGeom prst="rect">
            <a:avLst/>
          </a:prstGeom>
          <a:noFill/>
          <a:ln/>
        </p:spPr>
        <p:txBody>
          <a:bodyPr wrap="square" lIns="0" tIns="0" rIns="0" bIns="0" rtlCol="0" anchor="ctr"/>
          <a:lstStyle/>
          <a:p>
            <a:pPr indent="0" marL="0">
              <a:buNone/>
            </a:pPr>
            <a:r>
              <a:rPr lang="ko-KR" altLang="en-US" sz="1400" dirty="0">
                <a:solidFill>
                  <a:srgbClr val="FFFFFF"/>
                </a:solidFill>
                <a:latin typeface="Galmuri11" pitchFamily="34" charset="0"/>
                <a:ea typeface="Galmuri11" pitchFamily="34" charset="-122"/>
                <a:cs typeface="Galmuri11" pitchFamily="34" charset="-120"/>
              </a:rPr>
              <a:t>저장 시스템</a:t>
            </a:r>
            <a:endParaRPr lang="ko-KR" sz="1400" dirty="0"/>
          </a:p>
        </p:txBody>
      </p:sp>
      <p:sp>
        <p:nvSpPr>
          <p:cNvPr id="55" name="Text 48"/>
          <p:cNvSpPr txBox="1"/>
          <p:nvPr/>
        </p:nvSpPr>
        <p:spPr>
          <a:xfrm>
            <a:off x="4818888" y="4828032"/>
            <a:ext cx="2560320" cy="274320"/>
          </a:xfrm>
          <a:prstGeom prst="rect">
            <a:avLst/>
          </a:prstGeom>
          <a:noFill/>
          <a:ln/>
        </p:spPr>
        <p:txBody>
          <a:bodyPr wrap="square" lIns="0" tIns="0" rIns="0" bIns="0" rtlCol="0" anchor="t"/>
          <a:lstStyle/>
          <a:p>
            <a:pPr algn="ctr" indent="0" marL="0">
              <a:buNone/>
            </a:pPr>
            <a:r>
              <a:rPr lang="ko-KR" altLang="en-US" sz="1050" dirty="0">
                <a:solidFill>
                  <a:srgbClr val="B9C6E2"/>
                </a:solidFill>
                <a:latin typeface="Galmuri11" pitchFamily="34" charset="0"/>
                <a:ea typeface="Galmuri11" pitchFamily="34" charset="-122"/>
                <a:cs typeface="Galmuri11" pitchFamily="34" charset="-120"/>
              </a:rPr>
              <a:t>같은 게임의 시각적 변형 — 테마 자산만 교체</a:t>
            </a:r>
            <a:endParaRPr lang="ko-KR" sz="1050" dirty="0"/>
          </a:p>
        </p:txBody>
      </p:sp>
      <p:sp>
        <p:nvSpPr>
          <p:cNvPr id="56" name="Shape 49"/>
          <p:cNvSpPr/>
          <p:nvPr/>
        </p:nvSpPr>
        <p:spPr>
          <a:xfrm>
            <a:off x="9951415" y="1170432"/>
            <a:ext cx="1691640" cy="3611880"/>
          </a:xfrm>
          <a:prstGeom prst="roundRect">
            <a:avLst>
              <a:gd name="adj" fmla="val 14054"/>
            </a:avLst>
          </a:prstGeom>
          <a:solidFill>
            <a:srgbClr val="040B17"/>
          </a:solidFill>
          <a:ln w="15875">
            <a:solidFill>
              <a:srgbClr val="3A5478"/>
            </a:solidFill>
            <a:prstDash val="solid"/>
          </a:ln>
        </p:spPr>
      </p:sp>
      <p:sp>
        <p:nvSpPr>
          <p:cNvPr id="57" name="Shape 50"/>
          <p:cNvSpPr/>
          <p:nvPr/>
        </p:nvSpPr>
        <p:spPr>
          <a:xfrm>
            <a:off x="10024567" y="1261872"/>
            <a:ext cx="1545336" cy="3429000"/>
          </a:xfrm>
          <a:prstGeom prst="roundRect">
            <a:avLst>
              <a:gd name="adj" fmla="val 10651"/>
            </a:avLst>
          </a:prstGeom>
          <a:solidFill>
            <a:srgbClr val="F4F6FA"/>
          </a:solidFill>
          <a:ln/>
        </p:spPr>
      </p:sp>
      <p:sp>
        <p:nvSpPr>
          <p:cNvPr id="58" name="Shape 51"/>
          <p:cNvSpPr/>
          <p:nvPr/>
        </p:nvSpPr>
        <p:spPr>
          <a:xfrm>
            <a:off x="10097719" y="1764792"/>
            <a:ext cx="1399032" cy="1554480"/>
          </a:xfrm>
          <a:prstGeom prst="roundRect">
            <a:avLst>
              <a:gd name="adj" fmla="val 6536"/>
            </a:avLst>
          </a:prstGeom>
          <a:solidFill>
            <a:srgbClr val="FFFFFF"/>
          </a:solidFill>
          <a:ln/>
          <a:effectLst>
            <a:outerShdw sx="100000" sy="100000" kx="0" ky="0" algn="bl" rotWithShape="0" blurRad="76200" dist="25400" dir="5400000">
              <a:srgbClr val="000000">
                <a:alpha val="20000"/>
              </a:srgbClr>
            </a:outerShdw>
          </a:effectLst>
        </p:spPr>
      </p:sp>
      <p:sp>
        <p:nvSpPr>
          <p:cNvPr id="59" name="Text 52"/>
          <p:cNvSpPr txBox="1"/>
          <p:nvPr/>
        </p:nvSpPr>
        <p:spPr>
          <a:xfrm>
            <a:off x="10170871" y="1837944"/>
            <a:ext cx="914400" cy="128016"/>
          </a:xfrm>
          <a:prstGeom prst="rect">
            <a:avLst/>
          </a:prstGeom>
          <a:noFill/>
          <a:ln/>
        </p:spPr>
        <p:txBody>
          <a:bodyPr wrap="square" lIns="0" tIns="0" rIns="0" bIns="0" rtlCol="0" anchor="t"/>
          <a:lstStyle/>
          <a:p>
            <a:pPr indent="0" marL="0">
              <a:buNone/>
            </a:pPr>
            <a:r>
              <a:rPr lang="ko-KR" altLang="en-US" sz="600" dirty="0">
                <a:solidFill>
                  <a:srgbClr val="5A6576"/>
                </a:solidFill>
                <a:latin typeface="맑은 고딕" pitchFamily="34" charset="0"/>
                <a:ea typeface="맑은 고딕" pitchFamily="34" charset="-122"/>
                <a:cs typeface="맑은 고딕" pitchFamily="34" charset="-120"/>
              </a:rPr>
              <a:t>보낸 사람</a:t>
            </a:r>
            <a:endParaRPr lang="ko-KR" sz="600" dirty="0"/>
          </a:p>
        </p:txBody>
      </p:sp>
      <p:sp>
        <p:nvSpPr>
          <p:cNvPr id="60" name="Shape 53"/>
          <p:cNvSpPr/>
          <p:nvPr/>
        </p:nvSpPr>
        <p:spPr>
          <a:xfrm>
            <a:off x="10134295" y="1993392"/>
            <a:ext cx="1325880" cy="384048"/>
          </a:xfrm>
          <a:prstGeom prst="roundRect">
            <a:avLst>
              <a:gd name="adj" fmla="val 14286"/>
            </a:avLst>
          </a:prstGeom>
          <a:solidFill>
            <a:srgbClr val="FFF3D6"/>
          </a:solidFill>
          <a:ln w="19050">
            <a:solidFill>
              <a:srgbClr val="F2B33D"/>
            </a:solidFill>
            <a:prstDash val="solid"/>
          </a:ln>
        </p:spPr>
      </p:sp>
      <p:sp>
        <p:nvSpPr>
          <p:cNvPr id="61" name="Text 54"/>
          <p:cNvSpPr txBox="1"/>
          <p:nvPr/>
        </p:nvSpPr>
        <p:spPr>
          <a:xfrm>
            <a:off x="10180015" y="2011680"/>
            <a:ext cx="1271016" cy="347472"/>
          </a:xfrm>
          <a:prstGeom prst="rect">
            <a:avLst/>
          </a:prstGeom>
          <a:noFill/>
          <a:ln/>
        </p:spPr>
        <p:txBody>
          <a:bodyPr wrap="square" lIns="0" tIns="0" rIns="0" bIns="0" rtlCol="0" anchor="ctr"/>
          <a:lstStyle/>
          <a:p>
            <a:pPr indent="0" marL="0">
              <a:buNone/>
            </a:pPr>
            <a:r>
              <a:rPr lang="ko-KR" altLang="en-US" sz="650" b="1" dirty="0">
                <a:solidFill>
                  <a:srgbClr val="1C2433"/>
                </a:solidFill>
                <a:latin typeface="맑은 고딕" pitchFamily="34" charset="0"/>
                <a:ea typeface="맑은 고딕" pitchFamily="34" charset="-122"/>
                <a:cs typeface="맑은 고딕" pitchFamily="34" charset="-120"/>
              </a:rPr>
              <a:t>help@nuri-help</a:t>
            </a:r>
            <a:endParaRPr lang="ko-KR" sz="650" dirty="0"/>
          </a:p>
          <a:p>
            <a:pPr indent="0" marL="0">
              <a:buNone/>
            </a:pPr>
            <a:r>
              <a:rPr lang="ko-KR" altLang="en-US" sz="650" b="1" dirty="0">
                <a:solidFill>
                  <a:srgbClr val="1C2433"/>
                </a:solidFill>
                <a:latin typeface="맑은 고딕" pitchFamily="34" charset="0"/>
                <a:ea typeface="맑은 고딕" pitchFamily="34" charset="-122"/>
                <a:cs typeface="맑은 고딕" pitchFamily="34" charset="-120"/>
              </a:rPr>
              <a:t>.example</a:t>
            </a:r>
            <a:endParaRPr lang="ko-KR" sz="650" dirty="0"/>
          </a:p>
        </p:txBody>
      </p:sp>
      <p:sp>
        <p:nvSpPr>
          <p:cNvPr id="62" name="Text 55"/>
          <p:cNvSpPr txBox="1"/>
          <p:nvPr/>
        </p:nvSpPr>
        <p:spPr>
          <a:xfrm>
            <a:off x="10170871" y="2496312"/>
            <a:ext cx="1271016" cy="320040"/>
          </a:xfrm>
          <a:prstGeom prst="rect">
            <a:avLst/>
          </a:prstGeom>
          <a:noFill/>
          <a:ln/>
        </p:spPr>
        <p:txBody>
          <a:bodyPr wrap="square" lIns="0" tIns="0" rIns="0" bIns="0" rtlCol="0" anchor="t"/>
          <a:lstStyle/>
          <a:p>
            <a:pPr indent="0" marL="0">
              <a:buNone/>
            </a:pPr>
            <a:r>
              <a:rPr lang="ko-KR" altLang="en-US" sz="650" dirty="0">
                <a:solidFill>
                  <a:srgbClr val="1C2433"/>
                </a:solidFill>
                <a:latin typeface="맑은 고딕" pitchFamily="34" charset="0"/>
                <a:ea typeface="맑은 고딕" pitchFamily="34" charset="-122"/>
                <a:cs typeface="맑은 고딕" pitchFamily="34" charset="-120"/>
              </a:rPr>
              <a:t>비밀번호를 입력해 계정을 확인하세요.</a:t>
            </a:r>
            <a:endParaRPr lang="ko-KR" sz="650" dirty="0"/>
          </a:p>
        </p:txBody>
      </p:sp>
      <p:sp>
        <p:nvSpPr>
          <p:cNvPr id="63" name="Shape 56"/>
          <p:cNvSpPr/>
          <p:nvPr/>
        </p:nvSpPr>
        <p:spPr>
          <a:xfrm>
            <a:off x="10116007" y="4142232"/>
            <a:ext cx="429768" cy="420624"/>
          </a:xfrm>
          <a:prstGeom prst="roundRect">
            <a:avLst>
              <a:gd name="adj" fmla="val 17391"/>
            </a:avLst>
          </a:prstGeom>
          <a:solidFill>
            <a:srgbClr val="19B3B1"/>
          </a:solidFill>
          <a:ln/>
        </p:spPr>
      </p:sp>
      <p:sp>
        <p:nvSpPr>
          <p:cNvPr id="64" name="Text 57"/>
          <p:cNvSpPr txBox="1"/>
          <p:nvPr/>
        </p:nvSpPr>
        <p:spPr>
          <a:xfrm>
            <a:off x="10116007" y="4142232"/>
            <a:ext cx="429768" cy="420624"/>
          </a:xfrm>
          <a:prstGeom prst="rect">
            <a:avLst/>
          </a:prstGeom>
          <a:noFill/>
          <a:ln/>
        </p:spPr>
        <p:txBody>
          <a:bodyPr wrap="square" lIns="0" tIns="0" rIns="0" bIns="0" rtlCol="0" anchor="ctr"/>
          <a:lstStyle/>
          <a:p>
            <a:pPr algn="ctr" indent="0" marL="0">
              <a:buNone/>
            </a:pPr>
            <a:r>
              <a:rPr lang="ko-KR" altLang="en-US" sz="750" b="1" dirty="0">
                <a:solidFill>
                  <a:srgbClr val="0B1A33"/>
                </a:solidFill>
                <a:latin typeface="맑은 고딕" pitchFamily="34" charset="0"/>
                <a:ea typeface="맑은 고딕" pitchFamily="34" charset="-122"/>
                <a:cs typeface="맑은 고딕" pitchFamily="34" charset="-120"/>
              </a:rPr>
              <a:t>승인</a:t>
            </a:r>
            <a:endParaRPr lang="ko-KR" sz="750" dirty="0"/>
          </a:p>
        </p:txBody>
      </p:sp>
      <p:sp>
        <p:nvSpPr>
          <p:cNvPr id="65" name="Shape 58"/>
          <p:cNvSpPr/>
          <p:nvPr/>
        </p:nvSpPr>
        <p:spPr>
          <a:xfrm>
            <a:off x="10582351" y="4142232"/>
            <a:ext cx="429768" cy="420624"/>
          </a:xfrm>
          <a:prstGeom prst="roundRect">
            <a:avLst>
              <a:gd name="adj" fmla="val 17391"/>
            </a:avLst>
          </a:prstGeom>
          <a:solidFill>
            <a:srgbClr val="FF6B5E"/>
          </a:solidFill>
          <a:ln/>
        </p:spPr>
      </p:sp>
      <p:sp>
        <p:nvSpPr>
          <p:cNvPr id="66" name="Text 59"/>
          <p:cNvSpPr txBox="1"/>
          <p:nvPr/>
        </p:nvSpPr>
        <p:spPr>
          <a:xfrm>
            <a:off x="10582351" y="4142232"/>
            <a:ext cx="429768" cy="420624"/>
          </a:xfrm>
          <a:prstGeom prst="rect">
            <a:avLst/>
          </a:prstGeom>
          <a:noFill/>
          <a:ln/>
        </p:spPr>
        <p:txBody>
          <a:bodyPr wrap="square" lIns="0" tIns="0" rIns="0" bIns="0" rtlCol="0" anchor="ctr"/>
          <a:lstStyle/>
          <a:p>
            <a:pPr algn="ctr" indent="0" marL="0">
              <a:buNone/>
            </a:pPr>
            <a:r>
              <a:rPr lang="ko-KR" altLang="en-US" sz="750" b="1" dirty="0">
                <a:solidFill>
                  <a:srgbClr val="0B1A33"/>
                </a:solidFill>
                <a:latin typeface="맑은 고딕" pitchFamily="34" charset="0"/>
                <a:ea typeface="맑은 고딕" pitchFamily="34" charset="-122"/>
                <a:cs typeface="맑은 고딕" pitchFamily="34" charset="-120"/>
              </a:rPr>
              <a:t>거부</a:t>
            </a:r>
            <a:endParaRPr lang="ko-KR" sz="750" dirty="0"/>
          </a:p>
        </p:txBody>
      </p:sp>
      <p:sp>
        <p:nvSpPr>
          <p:cNvPr id="67" name="Shape 60"/>
          <p:cNvSpPr/>
          <p:nvPr/>
        </p:nvSpPr>
        <p:spPr>
          <a:xfrm>
            <a:off x="11048695" y="4142232"/>
            <a:ext cx="429768" cy="420624"/>
          </a:xfrm>
          <a:prstGeom prst="roundRect">
            <a:avLst>
              <a:gd name="adj" fmla="val 17391"/>
            </a:avLst>
          </a:prstGeom>
          <a:solidFill>
            <a:srgbClr val="F2B33D"/>
          </a:solidFill>
          <a:ln/>
        </p:spPr>
      </p:sp>
      <p:sp>
        <p:nvSpPr>
          <p:cNvPr id="68" name="Text 61"/>
          <p:cNvSpPr txBox="1"/>
          <p:nvPr/>
        </p:nvSpPr>
        <p:spPr>
          <a:xfrm>
            <a:off x="11048695" y="4142232"/>
            <a:ext cx="429768" cy="420624"/>
          </a:xfrm>
          <a:prstGeom prst="rect">
            <a:avLst/>
          </a:prstGeom>
          <a:noFill/>
          <a:ln/>
        </p:spPr>
        <p:txBody>
          <a:bodyPr wrap="square" lIns="0" tIns="0" rIns="0" bIns="0" rtlCol="0" anchor="ctr"/>
          <a:lstStyle/>
          <a:p>
            <a:pPr algn="ctr" indent="0" marL="0">
              <a:buNone/>
            </a:pPr>
            <a:r>
              <a:rPr lang="ko-KR" altLang="en-US" sz="750" b="1" dirty="0">
                <a:solidFill>
                  <a:srgbClr val="0B1A33"/>
                </a:solidFill>
                <a:latin typeface="맑은 고딕" pitchFamily="34" charset="0"/>
                <a:ea typeface="맑은 고딕" pitchFamily="34" charset="-122"/>
                <a:cs typeface="맑은 고딕" pitchFamily="34" charset="-120"/>
              </a:rPr>
              <a:t>확인</a:t>
            </a:r>
            <a:endParaRPr lang="ko-KR" sz="750" dirty="0"/>
          </a:p>
        </p:txBody>
      </p:sp>
      <p:sp>
        <p:nvSpPr>
          <p:cNvPr id="69" name="Text 62"/>
          <p:cNvSpPr txBox="1"/>
          <p:nvPr/>
        </p:nvSpPr>
        <p:spPr>
          <a:xfrm>
            <a:off x="7525512" y="1207008"/>
            <a:ext cx="2286000" cy="274320"/>
          </a:xfrm>
          <a:prstGeom prst="rect">
            <a:avLst/>
          </a:prstGeom>
          <a:noFill/>
          <a:ln/>
        </p:spPr>
        <p:txBody>
          <a:bodyPr wrap="square" lIns="0" tIns="0" rIns="0" bIns="0" rtlCol="0" anchor="t"/>
          <a:lstStyle/>
          <a:p>
            <a:pPr algn="r" indent="0" marL="0">
              <a:buNone/>
            </a:pPr>
            <a:r>
              <a:rPr lang="ko-KR" altLang="en-US" sz="1300" dirty="0">
                <a:solidFill>
                  <a:srgbClr val="45C7C1"/>
                </a:solidFill>
                <a:latin typeface="Galmuri14" pitchFamily="34" charset="0"/>
                <a:ea typeface="Galmuri14" pitchFamily="34" charset="-122"/>
                <a:cs typeface="Galmuri14" pitchFamily="34" charset="-120"/>
              </a:rPr>
              <a:t>A안 · 대체 테마</a:t>
            </a:r>
            <a:endParaRPr lang="ko-KR" sz="1300" dirty="0"/>
          </a:p>
        </p:txBody>
      </p:sp>
      <p:sp>
        <p:nvSpPr>
          <p:cNvPr id="70" name="Text 63"/>
          <p:cNvSpPr txBox="1"/>
          <p:nvPr/>
        </p:nvSpPr>
        <p:spPr>
          <a:xfrm>
            <a:off x="7525512" y="1499616"/>
            <a:ext cx="2286000" cy="411480"/>
          </a:xfrm>
          <a:prstGeom prst="rect">
            <a:avLst/>
          </a:prstGeom>
          <a:noFill/>
          <a:ln/>
        </p:spPr>
        <p:txBody>
          <a:bodyPr wrap="square" lIns="0" tIns="0" rIns="0" bIns="0" rtlCol="0" anchor="t"/>
          <a:lstStyle/>
          <a:p>
            <a:pPr algn="r" indent="0" marL="0">
              <a:buNone/>
            </a:pPr>
            <a:r>
              <a:rPr lang="ko-KR" altLang="en-US" sz="2100" dirty="0">
                <a:solidFill>
                  <a:srgbClr val="FFFFFF"/>
                </a:solidFill>
                <a:latin typeface="Galmuri14" pitchFamily="34" charset="0"/>
                <a:ea typeface="Galmuri14" pitchFamily="34" charset="-122"/>
                <a:cs typeface="Galmuri14" pitchFamily="34" charset="-120"/>
              </a:rPr>
              <a:t>모던 미니멀</a:t>
            </a:r>
            <a:endParaRPr lang="ko-KR" sz="2100" dirty="0"/>
          </a:p>
        </p:txBody>
      </p:sp>
      <p:sp>
        <p:nvSpPr>
          <p:cNvPr id="71" name="Text 64"/>
          <p:cNvSpPr txBox="1"/>
          <p:nvPr/>
        </p:nvSpPr>
        <p:spPr>
          <a:xfrm>
            <a:off x="7525512" y="2011680"/>
            <a:ext cx="2286000" cy="1188720"/>
          </a:xfrm>
          <a:prstGeom prst="rect">
            <a:avLst/>
          </a:prstGeom>
          <a:noFill/>
          <a:ln/>
        </p:spPr>
        <p:txBody>
          <a:bodyPr wrap="square" lIns="0" tIns="0" rIns="0" bIns="0" rtlCol="0" anchor="t"/>
          <a:lstStyle/>
          <a:p>
            <a:pPr algn="r" indent="0" marL="0">
              <a:spcAft>
                <a:spcPts val="600"/>
              </a:spcAft>
              <a:buNone/>
            </a:pPr>
            <a:r>
              <a:rPr lang="ko-KR" altLang="en-US" sz="1450" dirty="0">
                <a:solidFill>
                  <a:srgbClr val="B9C6E2"/>
                </a:solidFill>
                <a:latin typeface="맑은 고딕" pitchFamily="34" charset="0"/>
                <a:ea typeface="맑은 고딕" pitchFamily="34" charset="-122"/>
                <a:cs typeface="맑은 고딕" pitchFamily="34" charset="-120"/>
              </a:rPr>
              <a:t>네이비·화이트·청록</a:t>
            </a:r>
            <a:endParaRPr lang="ko-KR" sz="1450" dirty="0"/>
          </a:p>
          <a:p>
            <a:pPr algn="r" indent="0" marL="0">
              <a:spcAft>
                <a:spcPts val="600"/>
              </a:spcAft>
              <a:buNone/>
            </a:pPr>
            <a:r>
              <a:rPr lang="ko-KR" altLang="en-US" sz="1450" dirty="0">
                <a:solidFill>
                  <a:srgbClr val="B9C6E2"/>
                </a:solidFill>
                <a:latin typeface="맑은 고딕" pitchFamily="34" charset="0"/>
                <a:ea typeface="맑은 고딕" pitchFamily="34" charset="-122"/>
                <a:cs typeface="맑은 고딕" pitchFamily="34" charset="-120"/>
              </a:rPr>
              <a:t>명확한 정보 계층</a:t>
            </a:r>
            <a:endParaRPr lang="ko-KR" sz="1450" dirty="0"/>
          </a:p>
          <a:p>
            <a:pPr algn="r" indent="0" marL="0">
              <a:spcAft>
                <a:spcPts val="600"/>
              </a:spcAft>
              <a:buNone/>
            </a:pPr>
            <a:r>
              <a:rPr lang="ko-KR" altLang="en-US" sz="1450" dirty="0">
                <a:solidFill>
                  <a:srgbClr val="B9C6E2"/>
                </a:solidFill>
                <a:latin typeface="맑은 고딕" pitchFamily="34" charset="0"/>
                <a:ea typeface="맑은 고딕" pitchFamily="34" charset="-122"/>
                <a:cs typeface="맑은 고딕" pitchFamily="34" charset="-120"/>
              </a:rPr>
              <a:t>깔끔한 모바일 문서 UI</a:t>
            </a:r>
            <a:endParaRPr lang="ko-KR" sz="1450" dirty="0"/>
          </a:p>
        </p:txBody>
      </p:sp>
      <p:sp>
        <p:nvSpPr>
          <p:cNvPr id="72" name="Text 65"/>
          <p:cNvSpPr txBox="1"/>
          <p:nvPr/>
        </p:nvSpPr>
        <p:spPr>
          <a:xfrm>
            <a:off x="7525512" y="3291840"/>
            <a:ext cx="2286000" cy="274320"/>
          </a:xfrm>
          <a:prstGeom prst="rect">
            <a:avLst/>
          </a:prstGeom>
          <a:noFill/>
          <a:ln/>
        </p:spPr>
        <p:txBody>
          <a:bodyPr wrap="square" lIns="0" tIns="0" rIns="0" bIns="0" rtlCol="0" anchor="t"/>
          <a:lstStyle/>
          <a:p>
            <a:pPr algn="r" indent="0" marL="0">
              <a:buNone/>
            </a:pPr>
            <a:r>
              <a:rPr lang="ko-KR" altLang="en-US" sz="1200" dirty="0">
                <a:solidFill>
                  <a:srgbClr val="F7D84A"/>
                </a:solidFill>
                <a:latin typeface="Galmuri11" pitchFamily="34" charset="0"/>
                <a:ea typeface="Galmuri11" pitchFamily="34" charset="-122"/>
                <a:cs typeface="Galmuri11" pitchFamily="34" charset="-120"/>
              </a:rPr>
              <a:t>UI 목업 (미구현)</a:t>
            </a:r>
            <a:endParaRPr lang="ko-KR" sz="1200" dirty="0"/>
          </a:p>
        </p:txBody>
      </p:sp>
      <p:sp>
        <p:nvSpPr>
          <p:cNvPr id="73" name="Shape 66"/>
          <p:cNvSpPr/>
          <p:nvPr/>
        </p:nvSpPr>
        <p:spPr>
          <a:xfrm>
            <a:off x="4663440" y="2944368"/>
            <a:ext cx="155448" cy="0"/>
          </a:xfrm>
          <a:prstGeom prst="line">
            <a:avLst/>
          </a:prstGeom>
          <a:noFill/>
          <a:ln w="19050">
            <a:solidFill>
              <a:srgbClr val="45C7C1"/>
            </a:solidFill>
            <a:prstDash val="solid"/>
            <a:tailEnd type="triangle"/>
          </a:ln>
        </p:spPr>
      </p:sp>
      <p:sp>
        <p:nvSpPr>
          <p:cNvPr id="74" name="Shape 67"/>
          <p:cNvSpPr/>
          <p:nvPr/>
        </p:nvSpPr>
        <p:spPr>
          <a:xfrm>
            <a:off x="7379208" y="2944368"/>
            <a:ext cx="146304" cy="0"/>
          </a:xfrm>
          <a:prstGeom prst="line">
            <a:avLst/>
          </a:prstGeom>
          <a:noFill/>
          <a:ln w="19050">
            <a:solidFill>
              <a:srgbClr val="45C7C1"/>
            </a:solidFill>
            <a:prstDash val="solid"/>
            <a:headEnd type="triangle"/>
          </a:ln>
        </p:spPr>
      </p:sp>
      <p:sp>
        <p:nvSpPr>
          <p:cNvPr id="75" name="Text 68"/>
          <p:cNvSpPr txBox="1"/>
          <p:nvPr/>
        </p:nvSpPr>
        <p:spPr>
          <a:xfrm>
            <a:off x="548640" y="5193792"/>
            <a:ext cx="2011680" cy="292608"/>
          </a:xfrm>
          <a:prstGeom prst="rect">
            <a:avLst/>
          </a:prstGeom>
          <a:noFill/>
          <a:ln/>
        </p:spPr>
        <p:txBody>
          <a:bodyPr wrap="square" lIns="0" tIns="0" rIns="0" bIns="0" rtlCol="0" anchor="t"/>
          <a:lstStyle/>
          <a:p>
            <a:pPr indent="0" marL="0">
              <a:buNone/>
            </a:pPr>
            <a:r>
              <a:rPr lang="ko-KR" altLang="en-US" sz="1500" dirty="0">
                <a:solidFill>
                  <a:srgbClr val="45C7C1"/>
                </a:solidFill>
                <a:latin typeface="Galmuri14" pitchFamily="34" charset="0"/>
                <a:ea typeface="Galmuri14" pitchFamily="34" charset="-122"/>
                <a:cs typeface="Galmuri14" pitchFamily="34" charset="-120"/>
              </a:rPr>
              <a:t>제작 로드맵</a:t>
            </a:r>
            <a:endParaRPr lang="ko-KR" sz="1500" dirty="0"/>
          </a:p>
        </p:txBody>
      </p:sp>
      <p:sp>
        <p:nvSpPr>
          <p:cNvPr id="76" name="Text 69"/>
          <p:cNvSpPr txBox="1"/>
          <p:nvPr/>
        </p:nvSpPr>
        <p:spPr>
          <a:xfrm>
            <a:off x="7068312" y="5212080"/>
            <a:ext cx="4572000" cy="274320"/>
          </a:xfrm>
          <a:prstGeom prst="rect">
            <a:avLst/>
          </a:prstGeom>
          <a:noFill/>
          <a:ln/>
        </p:spPr>
        <p:txBody>
          <a:bodyPr wrap="square" lIns="0" tIns="0" rIns="0" bIns="0" rtlCol="0" anchor="t"/>
          <a:lstStyle/>
          <a:p>
            <a:pPr algn="r" indent="0" marL="0">
              <a:buNone/>
            </a:pPr>
            <a:r>
              <a:rPr lang="ko-KR" altLang="en-US" sz="1100" dirty="0">
                <a:solidFill>
                  <a:srgbClr val="B9C6E2"/>
                </a:solidFill>
                <a:latin typeface="Galmuri11" pitchFamily="34" charset="0"/>
                <a:ea typeface="Galmuri11" pitchFamily="34" charset="-122"/>
                <a:cs typeface="Galmuri11" pitchFamily="34" charset="-120"/>
              </a:rPr>
              <a:t>구체적인 기간은 개발 인력과 범위 확정 후 산정</a:t>
            </a:r>
            <a:endParaRPr lang="ko-KR" sz="1100" dirty="0"/>
          </a:p>
        </p:txBody>
      </p:sp>
      <p:sp>
        <p:nvSpPr>
          <p:cNvPr id="77" name="Shape 70"/>
          <p:cNvSpPr/>
          <p:nvPr/>
        </p:nvSpPr>
        <p:spPr>
          <a:xfrm>
            <a:off x="548640" y="5559552"/>
            <a:ext cx="2057400" cy="749808"/>
          </a:xfrm>
          <a:prstGeom prst="rect">
            <a:avLst/>
          </a:prstGeom>
          <a:solidFill>
            <a:srgbClr val="3FBF6F"/>
          </a:solidFill>
          <a:ln/>
        </p:spPr>
      </p:sp>
      <p:sp>
        <p:nvSpPr>
          <p:cNvPr id="78" name="Shape 71"/>
          <p:cNvSpPr/>
          <p:nvPr/>
        </p:nvSpPr>
        <p:spPr>
          <a:xfrm>
            <a:off x="598932" y="5609844"/>
            <a:ext cx="1956816" cy="649224"/>
          </a:xfrm>
          <a:prstGeom prst="rect">
            <a:avLst/>
          </a:prstGeom>
          <a:solidFill>
            <a:srgbClr val="26405F"/>
          </a:solidFill>
          <a:ln/>
        </p:spPr>
      </p:sp>
      <p:sp>
        <p:nvSpPr>
          <p:cNvPr id="79" name="Shape 72"/>
          <p:cNvSpPr/>
          <p:nvPr/>
        </p:nvSpPr>
        <p:spPr>
          <a:xfrm>
            <a:off x="548640" y="5559552"/>
            <a:ext cx="50292" cy="50292"/>
          </a:xfrm>
          <a:prstGeom prst="rect">
            <a:avLst/>
          </a:prstGeom>
          <a:solidFill>
            <a:srgbClr val="0F1426"/>
          </a:solidFill>
          <a:ln/>
        </p:spPr>
      </p:sp>
      <p:sp>
        <p:nvSpPr>
          <p:cNvPr id="80" name="Shape 73"/>
          <p:cNvSpPr/>
          <p:nvPr/>
        </p:nvSpPr>
        <p:spPr>
          <a:xfrm>
            <a:off x="2555748" y="5559552"/>
            <a:ext cx="50292" cy="50292"/>
          </a:xfrm>
          <a:prstGeom prst="rect">
            <a:avLst/>
          </a:prstGeom>
          <a:solidFill>
            <a:srgbClr val="0F1426"/>
          </a:solidFill>
          <a:ln/>
        </p:spPr>
      </p:sp>
      <p:sp>
        <p:nvSpPr>
          <p:cNvPr id="81" name="Shape 74"/>
          <p:cNvSpPr/>
          <p:nvPr/>
        </p:nvSpPr>
        <p:spPr>
          <a:xfrm>
            <a:off x="548640" y="6259068"/>
            <a:ext cx="50292" cy="50292"/>
          </a:xfrm>
          <a:prstGeom prst="rect">
            <a:avLst/>
          </a:prstGeom>
          <a:solidFill>
            <a:srgbClr val="0F1426"/>
          </a:solidFill>
          <a:ln/>
        </p:spPr>
      </p:sp>
      <p:sp>
        <p:nvSpPr>
          <p:cNvPr id="82" name="Shape 75"/>
          <p:cNvSpPr/>
          <p:nvPr/>
        </p:nvSpPr>
        <p:spPr>
          <a:xfrm>
            <a:off x="2555748" y="6259068"/>
            <a:ext cx="50292" cy="50292"/>
          </a:xfrm>
          <a:prstGeom prst="rect">
            <a:avLst/>
          </a:prstGeom>
          <a:solidFill>
            <a:srgbClr val="0F1426"/>
          </a:solidFill>
          <a:ln/>
        </p:spPr>
      </p:sp>
      <p:sp>
        <p:nvSpPr>
          <p:cNvPr id="83" name="Text 76"/>
          <p:cNvSpPr txBox="1"/>
          <p:nvPr/>
        </p:nvSpPr>
        <p:spPr>
          <a:xfrm>
            <a:off x="685800" y="5614416"/>
            <a:ext cx="1828800" cy="256032"/>
          </a:xfrm>
          <a:prstGeom prst="rect">
            <a:avLst/>
          </a:prstGeom>
          <a:noFill/>
          <a:ln/>
        </p:spPr>
        <p:txBody>
          <a:bodyPr wrap="square" lIns="0" tIns="0" rIns="0" bIns="0" rtlCol="0" anchor="t"/>
          <a:lstStyle/>
          <a:p>
            <a:pPr indent="0" marL="0">
              <a:buNone/>
            </a:pPr>
            <a:r>
              <a:rPr lang="ko-KR" altLang="en-US" sz="1150" b="1" dirty="0">
                <a:solidFill>
                  <a:srgbClr val="3FBF6F"/>
                </a:solidFill>
                <a:latin typeface="Galmuri11" pitchFamily="34" charset="0"/>
                <a:ea typeface="Galmuri11" pitchFamily="34" charset="-122"/>
                <a:cs typeface="Galmuri11" pitchFamily="34" charset="-120"/>
              </a:rPr>
              <a:t>01  ✓ 시제품 완료</a:t>
            </a:r>
            <a:endParaRPr lang="ko-KR" sz="1150" dirty="0"/>
          </a:p>
        </p:txBody>
      </p:sp>
      <p:sp>
        <p:nvSpPr>
          <p:cNvPr id="84" name="Text 77"/>
          <p:cNvSpPr txBox="1"/>
          <p:nvPr/>
        </p:nvSpPr>
        <p:spPr>
          <a:xfrm>
            <a:off x="685800" y="5870448"/>
            <a:ext cx="1828800" cy="384048"/>
          </a:xfrm>
          <a:prstGeom prst="rect">
            <a:avLst/>
          </a:prstGeom>
          <a:noFill/>
          <a:ln/>
        </p:spPr>
        <p:txBody>
          <a:bodyPr wrap="square" lIns="0" tIns="0" rIns="0" bIns="0" rtlCol="0" anchor="t"/>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핵심 프로토타입</a:t>
            </a:r>
            <a:endParaRPr lang="ko-KR" sz="1300" dirty="0"/>
          </a:p>
        </p:txBody>
      </p:sp>
      <p:pic>
        <p:nvPicPr>
          <p:cNvPr id="85" name="Image 5" descr="preencoded.png">    </p:cNvPr>
          <p:cNvPicPr>
            <a:picLocks noChangeAspect="1"/>
          </p:cNvPicPr>
          <p:nvPr/>
        </p:nvPicPr>
        <p:blipFill>
          <a:blip r:embed="rId6"/>
          <a:stretch>
            <a:fillRect/>
          </a:stretch>
        </p:blipFill>
        <p:spPr>
          <a:xfrm>
            <a:off x="2633472" y="5861304"/>
            <a:ext cx="146304" cy="146304"/>
          </a:xfrm>
          <a:prstGeom prst="rect">
            <a:avLst/>
          </a:prstGeom>
        </p:spPr>
      </p:pic>
      <p:sp>
        <p:nvSpPr>
          <p:cNvPr id="86" name="Shape 78"/>
          <p:cNvSpPr/>
          <p:nvPr/>
        </p:nvSpPr>
        <p:spPr>
          <a:xfrm>
            <a:off x="2807208" y="5559552"/>
            <a:ext cx="2057400" cy="749808"/>
          </a:xfrm>
          <a:prstGeom prst="rect">
            <a:avLst/>
          </a:prstGeom>
          <a:solidFill>
            <a:srgbClr val="3A4E7A"/>
          </a:solidFill>
          <a:ln/>
        </p:spPr>
      </p:sp>
      <p:sp>
        <p:nvSpPr>
          <p:cNvPr id="87" name="Shape 79"/>
          <p:cNvSpPr/>
          <p:nvPr/>
        </p:nvSpPr>
        <p:spPr>
          <a:xfrm>
            <a:off x="2857500" y="5609844"/>
            <a:ext cx="1956816" cy="649224"/>
          </a:xfrm>
          <a:prstGeom prst="rect">
            <a:avLst/>
          </a:prstGeom>
          <a:solidFill>
            <a:srgbClr val="1F2A4A"/>
          </a:solidFill>
          <a:ln/>
        </p:spPr>
      </p:sp>
      <p:sp>
        <p:nvSpPr>
          <p:cNvPr id="88" name="Shape 80"/>
          <p:cNvSpPr/>
          <p:nvPr/>
        </p:nvSpPr>
        <p:spPr>
          <a:xfrm>
            <a:off x="2807208" y="5559552"/>
            <a:ext cx="50292" cy="50292"/>
          </a:xfrm>
          <a:prstGeom prst="rect">
            <a:avLst/>
          </a:prstGeom>
          <a:solidFill>
            <a:srgbClr val="0F1426"/>
          </a:solidFill>
          <a:ln/>
        </p:spPr>
      </p:sp>
      <p:sp>
        <p:nvSpPr>
          <p:cNvPr id="89" name="Shape 81"/>
          <p:cNvSpPr/>
          <p:nvPr/>
        </p:nvSpPr>
        <p:spPr>
          <a:xfrm>
            <a:off x="4814316" y="5559552"/>
            <a:ext cx="50292" cy="50292"/>
          </a:xfrm>
          <a:prstGeom prst="rect">
            <a:avLst/>
          </a:prstGeom>
          <a:solidFill>
            <a:srgbClr val="0F1426"/>
          </a:solidFill>
          <a:ln/>
        </p:spPr>
      </p:sp>
      <p:sp>
        <p:nvSpPr>
          <p:cNvPr id="90" name="Shape 82"/>
          <p:cNvSpPr/>
          <p:nvPr/>
        </p:nvSpPr>
        <p:spPr>
          <a:xfrm>
            <a:off x="2807208" y="6259068"/>
            <a:ext cx="50292" cy="50292"/>
          </a:xfrm>
          <a:prstGeom prst="rect">
            <a:avLst/>
          </a:prstGeom>
          <a:solidFill>
            <a:srgbClr val="0F1426"/>
          </a:solidFill>
          <a:ln/>
        </p:spPr>
      </p:sp>
      <p:sp>
        <p:nvSpPr>
          <p:cNvPr id="91" name="Shape 83"/>
          <p:cNvSpPr/>
          <p:nvPr/>
        </p:nvSpPr>
        <p:spPr>
          <a:xfrm>
            <a:off x="4814316" y="6259068"/>
            <a:ext cx="50292" cy="50292"/>
          </a:xfrm>
          <a:prstGeom prst="rect">
            <a:avLst/>
          </a:prstGeom>
          <a:solidFill>
            <a:srgbClr val="0F1426"/>
          </a:solidFill>
          <a:ln/>
        </p:spPr>
      </p:sp>
      <p:sp>
        <p:nvSpPr>
          <p:cNvPr id="92" name="Text 84"/>
          <p:cNvSpPr txBox="1"/>
          <p:nvPr/>
        </p:nvSpPr>
        <p:spPr>
          <a:xfrm>
            <a:off x="2944368" y="5614416"/>
            <a:ext cx="1828800" cy="256032"/>
          </a:xfrm>
          <a:prstGeom prst="rect">
            <a:avLst/>
          </a:prstGeom>
          <a:noFill/>
          <a:ln/>
        </p:spPr>
        <p:txBody>
          <a:bodyPr wrap="square" lIns="0" tIns="0" rIns="0" bIns="0" rtlCol="0" anchor="t"/>
          <a:lstStyle/>
          <a:p>
            <a:pPr indent="0" marL="0">
              <a:buNone/>
            </a:pPr>
            <a:r>
              <a:rPr lang="ko-KR" altLang="en-US" sz="1150" b="1" dirty="0">
                <a:solidFill>
                  <a:srgbClr val="45C7C1"/>
                </a:solidFill>
                <a:latin typeface="Galmuri11" pitchFamily="34" charset="0"/>
                <a:ea typeface="Galmuri11" pitchFamily="34" charset="-122"/>
                <a:cs typeface="Galmuri11" pitchFamily="34" charset="-120"/>
              </a:rPr>
              <a:t>02</a:t>
            </a:r>
            <a:endParaRPr lang="ko-KR" sz="1150" dirty="0"/>
          </a:p>
        </p:txBody>
      </p:sp>
      <p:sp>
        <p:nvSpPr>
          <p:cNvPr id="93" name="Text 85"/>
          <p:cNvSpPr txBox="1"/>
          <p:nvPr/>
        </p:nvSpPr>
        <p:spPr>
          <a:xfrm>
            <a:off x="2944368" y="5870448"/>
            <a:ext cx="1828800" cy="384048"/>
          </a:xfrm>
          <a:prstGeom prst="rect">
            <a:avLst/>
          </a:prstGeom>
          <a:noFill/>
          <a:ln/>
        </p:spPr>
        <p:txBody>
          <a:bodyPr wrap="square" lIns="0" tIns="0" rIns="0" bIns="0" rtlCol="0" anchor="t"/>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판정·점수·저장 시스템</a:t>
            </a:r>
            <a:endParaRPr lang="ko-KR" sz="1300" dirty="0"/>
          </a:p>
        </p:txBody>
      </p:sp>
      <p:pic>
        <p:nvPicPr>
          <p:cNvPr id="94" name="Image 6" descr="preencoded.png">    </p:cNvPr>
          <p:cNvPicPr>
            <a:picLocks noChangeAspect="1"/>
          </p:cNvPicPr>
          <p:nvPr/>
        </p:nvPicPr>
        <p:blipFill>
          <a:blip r:embed="rId7"/>
          <a:stretch>
            <a:fillRect/>
          </a:stretch>
        </p:blipFill>
        <p:spPr>
          <a:xfrm>
            <a:off x="4892040" y="5861304"/>
            <a:ext cx="146304" cy="146304"/>
          </a:xfrm>
          <a:prstGeom prst="rect">
            <a:avLst/>
          </a:prstGeom>
        </p:spPr>
      </p:pic>
      <p:sp>
        <p:nvSpPr>
          <p:cNvPr id="95" name="Shape 86"/>
          <p:cNvSpPr/>
          <p:nvPr/>
        </p:nvSpPr>
        <p:spPr>
          <a:xfrm>
            <a:off x="5065776" y="5559552"/>
            <a:ext cx="2057400" cy="749808"/>
          </a:xfrm>
          <a:prstGeom prst="rect">
            <a:avLst/>
          </a:prstGeom>
          <a:solidFill>
            <a:srgbClr val="3A4E7A"/>
          </a:solidFill>
          <a:ln/>
        </p:spPr>
      </p:sp>
      <p:sp>
        <p:nvSpPr>
          <p:cNvPr id="96" name="Shape 87"/>
          <p:cNvSpPr/>
          <p:nvPr/>
        </p:nvSpPr>
        <p:spPr>
          <a:xfrm>
            <a:off x="5116068" y="5609844"/>
            <a:ext cx="1956816" cy="649224"/>
          </a:xfrm>
          <a:prstGeom prst="rect">
            <a:avLst/>
          </a:prstGeom>
          <a:solidFill>
            <a:srgbClr val="1F2A4A"/>
          </a:solidFill>
          <a:ln/>
        </p:spPr>
      </p:sp>
      <p:sp>
        <p:nvSpPr>
          <p:cNvPr id="97" name="Shape 88"/>
          <p:cNvSpPr/>
          <p:nvPr/>
        </p:nvSpPr>
        <p:spPr>
          <a:xfrm>
            <a:off x="5065776" y="5559552"/>
            <a:ext cx="50292" cy="50292"/>
          </a:xfrm>
          <a:prstGeom prst="rect">
            <a:avLst/>
          </a:prstGeom>
          <a:solidFill>
            <a:srgbClr val="0F1426"/>
          </a:solidFill>
          <a:ln/>
        </p:spPr>
      </p:sp>
      <p:sp>
        <p:nvSpPr>
          <p:cNvPr id="98" name="Shape 89"/>
          <p:cNvSpPr/>
          <p:nvPr/>
        </p:nvSpPr>
        <p:spPr>
          <a:xfrm>
            <a:off x="7072884" y="5559552"/>
            <a:ext cx="50292" cy="50292"/>
          </a:xfrm>
          <a:prstGeom prst="rect">
            <a:avLst/>
          </a:prstGeom>
          <a:solidFill>
            <a:srgbClr val="0F1426"/>
          </a:solidFill>
          <a:ln/>
        </p:spPr>
      </p:sp>
      <p:sp>
        <p:nvSpPr>
          <p:cNvPr id="99" name="Shape 90"/>
          <p:cNvSpPr/>
          <p:nvPr/>
        </p:nvSpPr>
        <p:spPr>
          <a:xfrm>
            <a:off x="5065776" y="6259068"/>
            <a:ext cx="50292" cy="50292"/>
          </a:xfrm>
          <a:prstGeom prst="rect">
            <a:avLst/>
          </a:prstGeom>
          <a:solidFill>
            <a:srgbClr val="0F1426"/>
          </a:solidFill>
          <a:ln/>
        </p:spPr>
      </p:sp>
      <p:sp>
        <p:nvSpPr>
          <p:cNvPr id="100" name="Shape 91"/>
          <p:cNvSpPr/>
          <p:nvPr/>
        </p:nvSpPr>
        <p:spPr>
          <a:xfrm>
            <a:off x="7072884" y="6259068"/>
            <a:ext cx="50292" cy="50292"/>
          </a:xfrm>
          <a:prstGeom prst="rect">
            <a:avLst/>
          </a:prstGeom>
          <a:solidFill>
            <a:srgbClr val="0F1426"/>
          </a:solidFill>
          <a:ln/>
        </p:spPr>
      </p:sp>
      <p:sp>
        <p:nvSpPr>
          <p:cNvPr id="101" name="Text 92"/>
          <p:cNvSpPr txBox="1"/>
          <p:nvPr/>
        </p:nvSpPr>
        <p:spPr>
          <a:xfrm>
            <a:off x="5202936" y="5614416"/>
            <a:ext cx="1828800" cy="256032"/>
          </a:xfrm>
          <a:prstGeom prst="rect">
            <a:avLst/>
          </a:prstGeom>
          <a:noFill/>
          <a:ln/>
        </p:spPr>
        <p:txBody>
          <a:bodyPr wrap="square" lIns="0" tIns="0" rIns="0" bIns="0" rtlCol="0" anchor="t"/>
          <a:lstStyle/>
          <a:p>
            <a:pPr indent="0" marL="0">
              <a:buNone/>
            </a:pPr>
            <a:r>
              <a:rPr lang="ko-KR" altLang="en-US" sz="1150" b="1" dirty="0">
                <a:solidFill>
                  <a:srgbClr val="45C7C1"/>
                </a:solidFill>
                <a:latin typeface="Galmuri11" pitchFamily="34" charset="0"/>
                <a:ea typeface="Galmuri11" pitchFamily="34" charset="-122"/>
                <a:cs typeface="Galmuri11" pitchFamily="34" charset="-120"/>
              </a:rPr>
              <a:t>03</a:t>
            </a:r>
            <a:endParaRPr lang="ko-KR" sz="1150" dirty="0"/>
          </a:p>
        </p:txBody>
      </p:sp>
      <p:sp>
        <p:nvSpPr>
          <p:cNvPr id="102" name="Text 93"/>
          <p:cNvSpPr txBox="1"/>
          <p:nvPr/>
        </p:nvSpPr>
        <p:spPr>
          <a:xfrm>
            <a:off x="5202936" y="5870448"/>
            <a:ext cx="1828800" cy="384048"/>
          </a:xfrm>
          <a:prstGeom prst="rect">
            <a:avLst/>
          </a:prstGeom>
          <a:noFill/>
          <a:ln/>
        </p:spPr>
        <p:txBody>
          <a:bodyPr wrap="square" lIns="0" tIns="0" rIns="0" bIns="0" rtlCol="0" anchor="t"/>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초기 사례·UI 제작</a:t>
            </a:r>
            <a:endParaRPr lang="ko-KR" sz="1300" dirty="0"/>
          </a:p>
        </p:txBody>
      </p:sp>
      <p:pic>
        <p:nvPicPr>
          <p:cNvPr id="103" name="Image 7" descr="preencoded.png">    </p:cNvPr>
          <p:cNvPicPr>
            <a:picLocks noChangeAspect="1"/>
          </p:cNvPicPr>
          <p:nvPr/>
        </p:nvPicPr>
        <p:blipFill>
          <a:blip r:embed="rId8"/>
          <a:stretch>
            <a:fillRect/>
          </a:stretch>
        </p:blipFill>
        <p:spPr>
          <a:xfrm>
            <a:off x="7150608" y="5861304"/>
            <a:ext cx="146304" cy="146304"/>
          </a:xfrm>
          <a:prstGeom prst="rect">
            <a:avLst/>
          </a:prstGeom>
        </p:spPr>
      </p:pic>
      <p:sp>
        <p:nvSpPr>
          <p:cNvPr id="104" name="Shape 94"/>
          <p:cNvSpPr/>
          <p:nvPr/>
        </p:nvSpPr>
        <p:spPr>
          <a:xfrm>
            <a:off x="7324344" y="5559552"/>
            <a:ext cx="2057400" cy="749808"/>
          </a:xfrm>
          <a:prstGeom prst="rect">
            <a:avLst/>
          </a:prstGeom>
          <a:solidFill>
            <a:srgbClr val="3A4E7A"/>
          </a:solidFill>
          <a:ln/>
        </p:spPr>
      </p:sp>
      <p:sp>
        <p:nvSpPr>
          <p:cNvPr id="105" name="Shape 95"/>
          <p:cNvSpPr/>
          <p:nvPr/>
        </p:nvSpPr>
        <p:spPr>
          <a:xfrm>
            <a:off x="7374636" y="5609844"/>
            <a:ext cx="1956816" cy="649224"/>
          </a:xfrm>
          <a:prstGeom prst="rect">
            <a:avLst/>
          </a:prstGeom>
          <a:solidFill>
            <a:srgbClr val="1F2A4A"/>
          </a:solidFill>
          <a:ln/>
        </p:spPr>
      </p:sp>
      <p:sp>
        <p:nvSpPr>
          <p:cNvPr id="106" name="Shape 96"/>
          <p:cNvSpPr/>
          <p:nvPr/>
        </p:nvSpPr>
        <p:spPr>
          <a:xfrm>
            <a:off x="7324344" y="5559552"/>
            <a:ext cx="50292" cy="50292"/>
          </a:xfrm>
          <a:prstGeom prst="rect">
            <a:avLst/>
          </a:prstGeom>
          <a:solidFill>
            <a:srgbClr val="0F1426"/>
          </a:solidFill>
          <a:ln/>
        </p:spPr>
      </p:sp>
      <p:sp>
        <p:nvSpPr>
          <p:cNvPr id="107" name="Shape 97"/>
          <p:cNvSpPr/>
          <p:nvPr/>
        </p:nvSpPr>
        <p:spPr>
          <a:xfrm>
            <a:off x="9331452" y="5559552"/>
            <a:ext cx="50292" cy="50292"/>
          </a:xfrm>
          <a:prstGeom prst="rect">
            <a:avLst/>
          </a:prstGeom>
          <a:solidFill>
            <a:srgbClr val="0F1426"/>
          </a:solidFill>
          <a:ln/>
        </p:spPr>
      </p:sp>
      <p:sp>
        <p:nvSpPr>
          <p:cNvPr id="108" name="Shape 98"/>
          <p:cNvSpPr/>
          <p:nvPr/>
        </p:nvSpPr>
        <p:spPr>
          <a:xfrm>
            <a:off x="7324344" y="6259068"/>
            <a:ext cx="50292" cy="50292"/>
          </a:xfrm>
          <a:prstGeom prst="rect">
            <a:avLst/>
          </a:prstGeom>
          <a:solidFill>
            <a:srgbClr val="0F1426"/>
          </a:solidFill>
          <a:ln/>
        </p:spPr>
      </p:sp>
      <p:sp>
        <p:nvSpPr>
          <p:cNvPr id="109" name="Shape 99"/>
          <p:cNvSpPr/>
          <p:nvPr/>
        </p:nvSpPr>
        <p:spPr>
          <a:xfrm>
            <a:off x="9331452" y="6259068"/>
            <a:ext cx="50292" cy="50292"/>
          </a:xfrm>
          <a:prstGeom prst="rect">
            <a:avLst/>
          </a:prstGeom>
          <a:solidFill>
            <a:srgbClr val="0F1426"/>
          </a:solidFill>
          <a:ln/>
        </p:spPr>
      </p:sp>
      <p:sp>
        <p:nvSpPr>
          <p:cNvPr id="110" name="Text 100"/>
          <p:cNvSpPr txBox="1"/>
          <p:nvPr/>
        </p:nvSpPr>
        <p:spPr>
          <a:xfrm>
            <a:off x="7461504" y="5614416"/>
            <a:ext cx="1828800" cy="256032"/>
          </a:xfrm>
          <a:prstGeom prst="rect">
            <a:avLst/>
          </a:prstGeom>
          <a:noFill/>
          <a:ln/>
        </p:spPr>
        <p:txBody>
          <a:bodyPr wrap="square" lIns="0" tIns="0" rIns="0" bIns="0" rtlCol="0" anchor="t"/>
          <a:lstStyle/>
          <a:p>
            <a:pPr indent="0" marL="0">
              <a:buNone/>
            </a:pPr>
            <a:r>
              <a:rPr lang="ko-KR" altLang="en-US" sz="1150" b="1" dirty="0">
                <a:solidFill>
                  <a:srgbClr val="45C7C1"/>
                </a:solidFill>
                <a:latin typeface="Galmuri11" pitchFamily="34" charset="0"/>
                <a:ea typeface="Galmuri11" pitchFamily="34" charset="-122"/>
                <a:cs typeface="Galmuri11" pitchFamily="34" charset="-120"/>
              </a:rPr>
              <a:t>04</a:t>
            </a:r>
            <a:endParaRPr lang="ko-KR" sz="1150" dirty="0"/>
          </a:p>
        </p:txBody>
      </p:sp>
      <p:sp>
        <p:nvSpPr>
          <p:cNvPr id="111" name="Text 101"/>
          <p:cNvSpPr txBox="1"/>
          <p:nvPr/>
        </p:nvSpPr>
        <p:spPr>
          <a:xfrm>
            <a:off x="7461504" y="5870448"/>
            <a:ext cx="1828800" cy="384048"/>
          </a:xfrm>
          <a:prstGeom prst="rect">
            <a:avLst/>
          </a:prstGeom>
          <a:noFill/>
          <a:ln/>
        </p:spPr>
        <p:txBody>
          <a:bodyPr wrap="square" lIns="0" tIns="0" rIns="0" bIns="0" rtlCol="0" anchor="t"/>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두 테마 적용</a:t>
            </a:r>
            <a:endParaRPr lang="ko-KR" sz="1300" dirty="0"/>
          </a:p>
        </p:txBody>
      </p:sp>
      <p:pic>
        <p:nvPicPr>
          <p:cNvPr id="112" name="Image 8" descr="preencoded.png">    </p:cNvPr>
          <p:cNvPicPr>
            <a:picLocks noChangeAspect="1"/>
          </p:cNvPicPr>
          <p:nvPr/>
        </p:nvPicPr>
        <p:blipFill>
          <a:blip r:embed="rId9"/>
          <a:stretch>
            <a:fillRect/>
          </a:stretch>
        </p:blipFill>
        <p:spPr>
          <a:xfrm>
            <a:off x="9409176" y="5861304"/>
            <a:ext cx="146304" cy="146304"/>
          </a:xfrm>
          <a:prstGeom prst="rect">
            <a:avLst/>
          </a:prstGeom>
        </p:spPr>
      </p:pic>
      <p:sp>
        <p:nvSpPr>
          <p:cNvPr id="113" name="Shape 102"/>
          <p:cNvSpPr/>
          <p:nvPr/>
        </p:nvSpPr>
        <p:spPr>
          <a:xfrm>
            <a:off x="9582912" y="5559552"/>
            <a:ext cx="2057400" cy="749808"/>
          </a:xfrm>
          <a:prstGeom prst="rect">
            <a:avLst/>
          </a:prstGeom>
          <a:solidFill>
            <a:srgbClr val="3A4E7A"/>
          </a:solidFill>
          <a:ln/>
        </p:spPr>
      </p:sp>
      <p:sp>
        <p:nvSpPr>
          <p:cNvPr id="114" name="Shape 103"/>
          <p:cNvSpPr/>
          <p:nvPr/>
        </p:nvSpPr>
        <p:spPr>
          <a:xfrm>
            <a:off x="9633204" y="5609844"/>
            <a:ext cx="1956816" cy="649224"/>
          </a:xfrm>
          <a:prstGeom prst="rect">
            <a:avLst/>
          </a:prstGeom>
          <a:solidFill>
            <a:srgbClr val="1F2A4A"/>
          </a:solidFill>
          <a:ln/>
        </p:spPr>
      </p:sp>
      <p:sp>
        <p:nvSpPr>
          <p:cNvPr id="115" name="Shape 104"/>
          <p:cNvSpPr/>
          <p:nvPr/>
        </p:nvSpPr>
        <p:spPr>
          <a:xfrm>
            <a:off x="9582912" y="5559552"/>
            <a:ext cx="50292" cy="50292"/>
          </a:xfrm>
          <a:prstGeom prst="rect">
            <a:avLst/>
          </a:prstGeom>
          <a:solidFill>
            <a:srgbClr val="0F1426"/>
          </a:solidFill>
          <a:ln/>
        </p:spPr>
      </p:sp>
      <p:sp>
        <p:nvSpPr>
          <p:cNvPr id="116" name="Shape 105"/>
          <p:cNvSpPr/>
          <p:nvPr/>
        </p:nvSpPr>
        <p:spPr>
          <a:xfrm>
            <a:off x="11590020" y="5559552"/>
            <a:ext cx="50292" cy="50292"/>
          </a:xfrm>
          <a:prstGeom prst="rect">
            <a:avLst/>
          </a:prstGeom>
          <a:solidFill>
            <a:srgbClr val="0F1426"/>
          </a:solidFill>
          <a:ln/>
        </p:spPr>
      </p:sp>
      <p:sp>
        <p:nvSpPr>
          <p:cNvPr id="117" name="Shape 106"/>
          <p:cNvSpPr/>
          <p:nvPr/>
        </p:nvSpPr>
        <p:spPr>
          <a:xfrm>
            <a:off x="9582912" y="6259068"/>
            <a:ext cx="50292" cy="50292"/>
          </a:xfrm>
          <a:prstGeom prst="rect">
            <a:avLst/>
          </a:prstGeom>
          <a:solidFill>
            <a:srgbClr val="0F1426"/>
          </a:solidFill>
          <a:ln/>
        </p:spPr>
      </p:sp>
      <p:sp>
        <p:nvSpPr>
          <p:cNvPr id="118" name="Shape 107"/>
          <p:cNvSpPr/>
          <p:nvPr/>
        </p:nvSpPr>
        <p:spPr>
          <a:xfrm>
            <a:off x="11590020" y="6259068"/>
            <a:ext cx="50292" cy="50292"/>
          </a:xfrm>
          <a:prstGeom prst="rect">
            <a:avLst/>
          </a:prstGeom>
          <a:solidFill>
            <a:srgbClr val="0F1426"/>
          </a:solidFill>
          <a:ln/>
        </p:spPr>
      </p:sp>
      <p:sp>
        <p:nvSpPr>
          <p:cNvPr id="119" name="Text 108"/>
          <p:cNvSpPr txBox="1"/>
          <p:nvPr/>
        </p:nvSpPr>
        <p:spPr>
          <a:xfrm>
            <a:off x="9720072" y="5614416"/>
            <a:ext cx="1828800" cy="256032"/>
          </a:xfrm>
          <a:prstGeom prst="rect">
            <a:avLst/>
          </a:prstGeom>
          <a:noFill/>
          <a:ln/>
        </p:spPr>
        <p:txBody>
          <a:bodyPr wrap="square" lIns="0" tIns="0" rIns="0" bIns="0" rtlCol="0" anchor="t"/>
          <a:lstStyle/>
          <a:p>
            <a:pPr indent="0" marL="0">
              <a:buNone/>
            </a:pPr>
            <a:r>
              <a:rPr lang="ko-KR" altLang="en-US" sz="1150" b="1" dirty="0">
                <a:solidFill>
                  <a:srgbClr val="45C7C1"/>
                </a:solidFill>
                <a:latin typeface="Galmuri11" pitchFamily="34" charset="0"/>
                <a:ea typeface="Galmuri11" pitchFamily="34" charset="-122"/>
                <a:cs typeface="Galmuri11" pitchFamily="34" charset="-120"/>
              </a:rPr>
              <a:t>05</a:t>
            </a:r>
            <a:endParaRPr lang="ko-KR" sz="1150" dirty="0"/>
          </a:p>
        </p:txBody>
      </p:sp>
      <p:sp>
        <p:nvSpPr>
          <p:cNvPr id="120" name="Text 109"/>
          <p:cNvSpPr txBox="1"/>
          <p:nvPr/>
        </p:nvSpPr>
        <p:spPr>
          <a:xfrm>
            <a:off x="9720072" y="5870448"/>
            <a:ext cx="1828800" cy="384048"/>
          </a:xfrm>
          <a:prstGeom prst="rect">
            <a:avLst/>
          </a:prstGeom>
          <a:noFill/>
          <a:ln/>
        </p:spPr>
        <p:txBody>
          <a:bodyPr wrap="square" lIns="0" tIns="0" rIns="0" bIns="0" rtlCol="0" anchor="t"/>
          <a:lstStyle/>
          <a:p>
            <a:pPr indent="0" marL="0">
              <a:buNone/>
            </a:pPr>
            <a:r>
              <a:rPr lang="ko-KR" altLang="en-US" sz="1300" b="1" dirty="0">
                <a:solidFill>
                  <a:srgbClr val="FFFFFF"/>
                </a:solidFill>
                <a:latin typeface="맑은 고딕" pitchFamily="34" charset="0"/>
                <a:ea typeface="맑은 고딕" pitchFamily="34" charset="-122"/>
                <a:cs typeface="맑은 고딕" pitchFamily="34" charset="-120"/>
              </a:rPr>
              <a:t>모바일 QA·개선</a:t>
            </a:r>
            <a:endParaRPr lang="ko-KR" sz="13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도트 키아트: 디지털 보안관과 AI 조수 도트">    </p:cNvPr>
          <p:cNvPicPr>
            <a:picLocks noChangeAspect="1"/>
          </p:cNvPicPr>
          <p:nvPr/>
        </p:nvPicPr>
        <p:blipFill>
          <a:blip r:embed="rId1"/>
          <a:stretch>
            <a:fillRect/>
          </a:stretch>
        </p:blipFill>
        <p:spPr>
          <a:xfrm>
            <a:off x="5760720" y="1348087"/>
            <a:ext cx="6428232" cy="5509913"/>
          </a:xfrm>
          <a:prstGeom prst="rect">
            <a:avLst/>
          </a:prstGeom>
        </p:spPr>
      </p:pic>
      <p:sp>
        <p:nvSpPr>
          <p:cNvPr id="3" name="Text 1"/>
          <p:cNvSpPr/>
          <p:nvPr>
            <p:ph idx="101" type="title" hasCustomPrompt="1"/>
          </p:nvPr>
        </p:nvSpPr>
        <p:spPr>
          <a:xfrm>
            <a:off x="548640" y="329184"/>
            <a:ext cx="11064240" cy="694944"/>
          </a:xfrm>
          <a:prstGeom prst="rect">
            <a:avLst/>
          </a:prstGeom>
          <a:noFill/>
          <a:ln/>
        </p:spPr>
        <p:txBody>
          <a:bodyPr wrap="square" lIns="0" tIns="0" rIns="0" bIns="0" rtlCol="0" anchor="ctr"/>
          <a:lstStyle/>
          <a:p>
            <a:pPr algn="l" indent="0" marL="0">
              <a:buNone/>
            </a:pPr>
            <a:r>
              <a:rPr lang="en-US" sz="3000" dirty="0">
                <a:solidFill>
                  <a:srgbClr val="FFFFFF"/>
                </a:solidFill>
                <a:latin typeface="Galmuri14" pitchFamily="34" charset="0"/>
                <a:ea typeface="Galmuri14" pitchFamily="34" charset="-122"/>
                <a:cs typeface="Galmuri14" pitchFamily="34" charset="-120"/>
              </a:rPr>
              <a:t>정답을 맞히는 것을 넘어, 올바르게 판단하는 경험으로</a:t>
            </a:r>
            <a:endParaRPr lang="en-US" sz="3000" dirty="0"/>
          </a:p>
        </p:txBody>
      </p:sp>
      <p:sp>
        <p:nvSpPr>
          <p:cNvPr id="4" name="Shape 1"/>
          <p:cNvSpPr/>
          <p:nvPr/>
        </p:nvSpPr>
        <p:spPr>
          <a:xfrm>
            <a:off x="548640" y="1417320"/>
            <a:ext cx="4937760" cy="868680"/>
          </a:xfrm>
          <a:prstGeom prst="rect">
            <a:avLst/>
          </a:prstGeom>
          <a:solidFill>
            <a:srgbClr val="3A4E7A"/>
          </a:solidFill>
          <a:ln/>
        </p:spPr>
      </p:sp>
      <p:sp>
        <p:nvSpPr>
          <p:cNvPr id="5" name="Shape 2"/>
          <p:cNvSpPr/>
          <p:nvPr/>
        </p:nvSpPr>
        <p:spPr>
          <a:xfrm>
            <a:off x="598932" y="1467612"/>
            <a:ext cx="4837176" cy="768096"/>
          </a:xfrm>
          <a:prstGeom prst="rect">
            <a:avLst/>
          </a:prstGeom>
          <a:solidFill>
            <a:srgbClr val="1F2A4A"/>
          </a:solidFill>
          <a:ln/>
        </p:spPr>
      </p:sp>
      <p:sp>
        <p:nvSpPr>
          <p:cNvPr id="6" name="Shape 3"/>
          <p:cNvSpPr/>
          <p:nvPr/>
        </p:nvSpPr>
        <p:spPr>
          <a:xfrm>
            <a:off x="548640" y="1417320"/>
            <a:ext cx="50292" cy="50292"/>
          </a:xfrm>
          <a:prstGeom prst="rect">
            <a:avLst/>
          </a:prstGeom>
          <a:solidFill>
            <a:srgbClr val="0F1426"/>
          </a:solidFill>
          <a:ln/>
        </p:spPr>
      </p:sp>
      <p:sp>
        <p:nvSpPr>
          <p:cNvPr id="7" name="Shape 4"/>
          <p:cNvSpPr/>
          <p:nvPr/>
        </p:nvSpPr>
        <p:spPr>
          <a:xfrm>
            <a:off x="5436108" y="1417320"/>
            <a:ext cx="50292" cy="50292"/>
          </a:xfrm>
          <a:prstGeom prst="rect">
            <a:avLst/>
          </a:prstGeom>
          <a:solidFill>
            <a:srgbClr val="0F1426"/>
          </a:solidFill>
          <a:ln/>
        </p:spPr>
      </p:sp>
      <p:sp>
        <p:nvSpPr>
          <p:cNvPr id="8" name="Shape 5"/>
          <p:cNvSpPr/>
          <p:nvPr/>
        </p:nvSpPr>
        <p:spPr>
          <a:xfrm>
            <a:off x="548640" y="2235708"/>
            <a:ext cx="50292" cy="50292"/>
          </a:xfrm>
          <a:prstGeom prst="rect">
            <a:avLst/>
          </a:prstGeom>
          <a:solidFill>
            <a:srgbClr val="0F1426"/>
          </a:solidFill>
          <a:ln/>
        </p:spPr>
      </p:sp>
      <p:sp>
        <p:nvSpPr>
          <p:cNvPr id="9" name="Shape 6"/>
          <p:cNvSpPr/>
          <p:nvPr/>
        </p:nvSpPr>
        <p:spPr>
          <a:xfrm>
            <a:off x="5436108" y="2235708"/>
            <a:ext cx="50292" cy="50292"/>
          </a:xfrm>
          <a:prstGeom prst="rect">
            <a:avLst/>
          </a:prstGeom>
          <a:solidFill>
            <a:srgbClr val="0F1426"/>
          </a:solidFill>
          <a:ln/>
        </p:spPr>
      </p:sp>
      <p:sp>
        <p:nvSpPr>
          <p:cNvPr id="10" name="Shape 7"/>
          <p:cNvSpPr/>
          <p:nvPr/>
        </p:nvSpPr>
        <p:spPr>
          <a:xfrm>
            <a:off x="713232" y="1554480"/>
            <a:ext cx="594360" cy="594360"/>
          </a:xfrm>
          <a:prstGeom prst="rect">
            <a:avLst/>
          </a:prstGeom>
          <a:solidFill>
            <a:srgbClr val="22201F"/>
          </a:solidFill>
          <a:ln/>
        </p:spPr>
      </p:sp>
      <p:sp>
        <p:nvSpPr>
          <p:cNvPr id="11" name="Shape 8"/>
          <p:cNvSpPr/>
          <p:nvPr/>
        </p:nvSpPr>
        <p:spPr>
          <a:xfrm>
            <a:off x="763524" y="1604772"/>
            <a:ext cx="493776" cy="493776"/>
          </a:xfrm>
          <a:prstGeom prst="rect">
            <a:avLst/>
          </a:prstGeom>
          <a:solidFill>
            <a:srgbClr val="45C7C1"/>
          </a:solidFill>
          <a:ln/>
        </p:spPr>
      </p:sp>
      <p:sp>
        <p:nvSpPr>
          <p:cNvPr id="12" name="Shape 9"/>
          <p:cNvSpPr/>
          <p:nvPr/>
        </p:nvSpPr>
        <p:spPr>
          <a:xfrm>
            <a:off x="713232" y="1554480"/>
            <a:ext cx="50292" cy="50292"/>
          </a:xfrm>
          <a:prstGeom prst="rect">
            <a:avLst/>
          </a:prstGeom>
          <a:solidFill>
            <a:srgbClr val="1F2A4A"/>
          </a:solidFill>
          <a:ln/>
        </p:spPr>
      </p:sp>
      <p:sp>
        <p:nvSpPr>
          <p:cNvPr id="13" name="Shape 10"/>
          <p:cNvSpPr/>
          <p:nvPr/>
        </p:nvSpPr>
        <p:spPr>
          <a:xfrm>
            <a:off x="1257300" y="1554480"/>
            <a:ext cx="50292" cy="50292"/>
          </a:xfrm>
          <a:prstGeom prst="rect">
            <a:avLst/>
          </a:prstGeom>
          <a:solidFill>
            <a:srgbClr val="1F2A4A"/>
          </a:solidFill>
          <a:ln/>
        </p:spPr>
      </p:sp>
      <p:sp>
        <p:nvSpPr>
          <p:cNvPr id="14" name="Shape 11"/>
          <p:cNvSpPr/>
          <p:nvPr/>
        </p:nvSpPr>
        <p:spPr>
          <a:xfrm>
            <a:off x="713232" y="2098548"/>
            <a:ext cx="50292" cy="50292"/>
          </a:xfrm>
          <a:prstGeom prst="rect">
            <a:avLst/>
          </a:prstGeom>
          <a:solidFill>
            <a:srgbClr val="1F2A4A"/>
          </a:solidFill>
          <a:ln/>
        </p:spPr>
      </p:sp>
      <p:sp>
        <p:nvSpPr>
          <p:cNvPr id="15" name="Shape 12"/>
          <p:cNvSpPr/>
          <p:nvPr/>
        </p:nvSpPr>
        <p:spPr>
          <a:xfrm>
            <a:off x="1257300" y="2098548"/>
            <a:ext cx="50292" cy="50292"/>
          </a:xfrm>
          <a:prstGeom prst="rect">
            <a:avLst/>
          </a:prstGeom>
          <a:solidFill>
            <a:srgbClr val="1F2A4A"/>
          </a:solidFill>
          <a:ln/>
        </p:spPr>
      </p:sp>
      <p:pic>
        <p:nvPicPr>
          <p:cNvPr id="16" name="Image 1" descr="preencoded.png">    </p:cNvPr>
          <p:cNvPicPr>
            <a:picLocks noChangeAspect="1"/>
          </p:cNvPicPr>
          <p:nvPr/>
        </p:nvPicPr>
        <p:blipFill>
          <a:blip r:embed="rId2"/>
          <a:stretch>
            <a:fillRect/>
          </a:stretch>
        </p:blipFill>
        <p:spPr>
          <a:xfrm>
            <a:off x="843991" y="1685239"/>
            <a:ext cx="332842" cy="332842"/>
          </a:xfrm>
          <a:prstGeom prst="rect">
            <a:avLst/>
          </a:prstGeom>
        </p:spPr>
      </p:pic>
      <p:sp>
        <p:nvSpPr>
          <p:cNvPr id="17" name="Text 13"/>
          <p:cNvSpPr txBox="1"/>
          <p:nvPr/>
        </p:nvSpPr>
        <p:spPr>
          <a:xfrm>
            <a:off x="1481328" y="1508760"/>
            <a:ext cx="2743200" cy="329184"/>
          </a:xfrm>
          <a:prstGeom prst="rect">
            <a:avLst/>
          </a:prstGeom>
          <a:noFill/>
          <a:ln/>
        </p:spPr>
        <p:txBody>
          <a:bodyPr wrap="square" lIns="0" tIns="0" rIns="0" bIns="0" rtlCol="0" anchor="t"/>
          <a:lstStyle/>
          <a:p>
            <a:pPr indent="0" marL="0">
              <a:buNone/>
            </a:pPr>
            <a:r>
              <a:rPr lang="ko-KR" altLang="en-US" sz="1800" dirty="0">
                <a:solidFill>
                  <a:srgbClr val="FFFFFF"/>
                </a:solidFill>
                <a:latin typeface="Galmuri14" pitchFamily="34" charset="0"/>
                <a:ea typeface="Galmuri14" pitchFamily="34" charset="-122"/>
                <a:cs typeface="Galmuri14" pitchFamily="34" charset="-120"/>
              </a:rPr>
              <a:t>교육성</a:t>
            </a:r>
            <a:endParaRPr lang="ko-KR" sz="1800" dirty="0"/>
          </a:p>
        </p:txBody>
      </p:sp>
      <p:sp>
        <p:nvSpPr>
          <p:cNvPr id="18" name="Text 14"/>
          <p:cNvSpPr txBox="1"/>
          <p:nvPr/>
        </p:nvSpPr>
        <p:spPr>
          <a:xfrm>
            <a:off x="1481328" y="1874520"/>
            <a:ext cx="3931920" cy="329184"/>
          </a:xfrm>
          <a:prstGeom prst="rect">
            <a:avLst/>
          </a:prstGeom>
          <a:noFill/>
          <a:ln/>
        </p:spPr>
        <p:txBody>
          <a:bodyPr wrap="square" lIns="0" tIns="0" rIns="0" bIns="0" rtlCol="0" anchor="t"/>
          <a:lstStyle/>
          <a:p>
            <a:pPr indent="0" marL="0">
              <a:buNone/>
            </a:pPr>
            <a:r>
              <a:rPr lang="ko-KR" altLang="en-US" sz="1400" dirty="0">
                <a:solidFill>
                  <a:srgbClr val="B9C6E2"/>
                </a:solidFill>
                <a:latin typeface="맑은 고딕" pitchFamily="34" charset="0"/>
                <a:ea typeface="맑은 고딕" pitchFamily="34" charset="-122"/>
                <a:cs typeface="맑은 고딕" pitchFamily="34" charset="-120"/>
              </a:rPr>
              <a:t>모든 세대가 실제와 닮은 상황에서 연습</a:t>
            </a:r>
            <a:endParaRPr lang="ko-KR" sz="1400" dirty="0"/>
          </a:p>
        </p:txBody>
      </p:sp>
      <p:sp>
        <p:nvSpPr>
          <p:cNvPr id="19" name="Shape 15"/>
          <p:cNvSpPr/>
          <p:nvPr/>
        </p:nvSpPr>
        <p:spPr>
          <a:xfrm>
            <a:off x="548640" y="2441448"/>
            <a:ext cx="4937760" cy="868680"/>
          </a:xfrm>
          <a:prstGeom prst="rect">
            <a:avLst/>
          </a:prstGeom>
          <a:solidFill>
            <a:srgbClr val="3A4E7A"/>
          </a:solidFill>
          <a:ln/>
        </p:spPr>
      </p:sp>
      <p:sp>
        <p:nvSpPr>
          <p:cNvPr id="20" name="Shape 16"/>
          <p:cNvSpPr/>
          <p:nvPr/>
        </p:nvSpPr>
        <p:spPr>
          <a:xfrm>
            <a:off x="598932" y="2491740"/>
            <a:ext cx="4837176" cy="768096"/>
          </a:xfrm>
          <a:prstGeom prst="rect">
            <a:avLst/>
          </a:prstGeom>
          <a:solidFill>
            <a:srgbClr val="1F2A4A"/>
          </a:solidFill>
          <a:ln/>
        </p:spPr>
      </p:sp>
      <p:sp>
        <p:nvSpPr>
          <p:cNvPr id="21" name="Shape 17"/>
          <p:cNvSpPr/>
          <p:nvPr/>
        </p:nvSpPr>
        <p:spPr>
          <a:xfrm>
            <a:off x="548640" y="2441448"/>
            <a:ext cx="50292" cy="50292"/>
          </a:xfrm>
          <a:prstGeom prst="rect">
            <a:avLst/>
          </a:prstGeom>
          <a:solidFill>
            <a:srgbClr val="0F1426"/>
          </a:solidFill>
          <a:ln/>
        </p:spPr>
      </p:sp>
      <p:sp>
        <p:nvSpPr>
          <p:cNvPr id="22" name="Shape 18"/>
          <p:cNvSpPr/>
          <p:nvPr/>
        </p:nvSpPr>
        <p:spPr>
          <a:xfrm>
            <a:off x="5436108" y="2441448"/>
            <a:ext cx="50292" cy="50292"/>
          </a:xfrm>
          <a:prstGeom prst="rect">
            <a:avLst/>
          </a:prstGeom>
          <a:solidFill>
            <a:srgbClr val="0F1426"/>
          </a:solidFill>
          <a:ln/>
        </p:spPr>
      </p:sp>
      <p:sp>
        <p:nvSpPr>
          <p:cNvPr id="23" name="Shape 19"/>
          <p:cNvSpPr/>
          <p:nvPr/>
        </p:nvSpPr>
        <p:spPr>
          <a:xfrm>
            <a:off x="548640" y="3259836"/>
            <a:ext cx="50292" cy="50292"/>
          </a:xfrm>
          <a:prstGeom prst="rect">
            <a:avLst/>
          </a:prstGeom>
          <a:solidFill>
            <a:srgbClr val="0F1426"/>
          </a:solidFill>
          <a:ln/>
        </p:spPr>
      </p:sp>
      <p:sp>
        <p:nvSpPr>
          <p:cNvPr id="24" name="Shape 20"/>
          <p:cNvSpPr/>
          <p:nvPr/>
        </p:nvSpPr>
        <p:spPr>
          <a:xfrm>
            <a:off x="5436108" y="3259836"/>
            <a:ext cx="50292" cy="50292"/>
          </a:xfrm>
          <a:prstGeom prst="rect">
            <a:avLst/>
          </a:prstGeom>
          <a:solidFill>
            <a:srgbClr val="0F1426"/>
          </a:solidFill>
          <a:ln/>
        </p:spPr>
      </p:sp>
      <p:sp>
        <p:nvSpPr>
          <p:cNvPr id="25" name="Shape 21"/>
          <p:cNvSpPr/>
          <p:nvPr/>
        </p:nvSpPr>
        <p:spPr>
          <a:xfrm>
            <a:off x="713232" y="2578608"/>
            <a:ext cx="594360" cy="594360"/>
          </a:xfrm>
          <a:prstGeom prst="rect">
            <a:avLst/>
          </a:prstGeom>
          <a:solidFill>
            <a:srgbClr val="22201F"/>
          </a:solidFill>
          <a:ln/>
        </p:spPr>
      </p:sp>
      <p:sp>
        <p:nvSpPr>
          <p:cNvPr id="26" name="Shape 22"/>
          <p:cNvSpPr/>
          <p:nvPr/>
        </p:nvSpPr>
        <p:spPr>
          <a:xfrm>
            <a:off x="763524" y="2628900"/>
            <a:ext cx="493776" cy="493776"/>
          </a:xfrm>
          <a:prstGeom prst="rect">
            <a:avLst/>
          </a:prstGeom>
          <a:solidFill>
            <a:srgbClr val="45C7C1"/>
          </a:solidFill>
          <a:ln/>
        </p:spPr>
      </p:sp>
      <p:sp>
        <p:nvSpPr>
          <p:cNvPr id="27" name="Shape 23"/>
          <p:cNvSpPr/>
          <p:nvPr/>
        </p:nvSpPr>
        <p:spPr>
          <a:xfrm>
            <a:off x="713232" y="2578608"/>
            <a:ext cx="50292" cy="50292"/>
          </a:xfrm>
          <a:prstGeom prst="rect">
            <a:avLst/>
          </a:prstGeom>
          <a:solidFill>
            <a:srgbClr val="1F2A4A"/>
          </a:solidFill>
          <a:ln/>
        </p:spPr>
      </p:sp>
      <p:sp>
        <p:nvSpPr>
          <p:cNvPr id="28" name="Shape 24"/>
          <p:cNvSpPr/>
          <p:nvPr/>
        </p:nvSpPr>
        <p:spPr>
          <a:xfrm>
            <a:off x="1257300" y="2578608"/>
            <a:ext cx="50292" cy="50292"/>
          </a:xfrm>
          <a:prstGeom prst="rect">
            <a:avLst/>
          </a:prstGeom>
          <a:solidFill>
            <a:srgbClr val="1F2A4A"/>
          </a:solidFill>
          <a:ln/>
        </p:spPr>
      </p:sp>
      <p:sp>
        <p:nvSpPr>
          <p:cNvPr id="29" name="Shape 25"/>
          <p:cNvSpPr/>
          <p:nvPr/>
        </p:nvSpPr>
        <p:spPr>
          <a:xfrm>
            <a:off x="713232" y="3122676"/>
            <a:ext cx="50292" cy="50292"/>
          </a:xfrm>
          <a:prstGeom prst="rect">
            <a:avLst/>
          </a:prstGeom>
          <a:solidFill>
            <a:srgbClr val="1F2A4A"/>
          </a:solidFill>
          <a:ln/>
        </p:spPr>
      </p:sp>
      <p:sp>
        <p:nvSpPr>
          <p:cNvPr id="30" name="Shape 26"/>
          <p:cNvSpPr/>
          <p:nvPr/>
        </p:nvSpPr>
        <p:spPr>
          <a:xfrm>
            <a:off x="1257300" y="3122676"/>
            <a:ext cx="50292" cy="50292"/>
          </a:xfrm>
          <a:prstGeom prst="rect">
            <a:avLst/>
          </a:prstGeom>
          <a:solidFill>
            <a:srgbClr val="1F2A4A"/>
          </a:solidFill>
          <a:ln/>
        </p:spPr>
      </p:sp>
      <p:pic>
        <p:nvPicPr>
          <p:cNvPr id="31" name="Image 2" descr="preencoded.png">    </p:cNvPr>
          <p:cNvPicPr>
            <a:picLocks noChangeAspect="1"/>
          </p:cNvPicPr>
          <p:nvPr/>
        </p:nvPicPr>
        <p:blipFill>
          <a:blip r:embed="rId3"/>
          <a:stretch>
            <a:fillRect/>
          </a:stretch>
        </p:blipFill>
        <p:spPr>
          <a:xfrm>
            <a:off x="843991" y="2709367"/>
            <a:ext cx="332842" cy="332842"/>
          </a:xfrm>
          <a:prstGeom prst="rect">
            <a:avLst/>
          </a:prstGeom>
        </p:spPr>
      </p:pic>
      <p:sp>
        <p:nvSpPr>
          <p:cNvPr id="32" name="Text 27"/>
          <p:cNvSpPr txBox="1"/>
          <p:nvPr/>
        </p:nvSpPr>
        <p:spPr>
          <a:xfrm>
            <a:off x="1481328" y="2532888"/>
            <a:ext cx="2743200" cy="329184"/>
          </a:xfrm>
          <a:prstGeom prst="rect">
            <a:avLst/>
          </a:prstGeom>
          <a:noFill/>
          <a:ln/>
        </p:spPr>
        <p:txBody>
          <a:bodyPr wrap="square" lIns="0" tIns="0" rIns="0" bIns="0" rtlCol="0" anchor="t"/>
          <a:lstStyle/>
          <a:p>
            <a:pPr indent="0" marL="0">
              <a:buNone/>
            </a:pPr>
            <a:r>
              <a:rPr lang="ko-KR" altLang="en-US" sz="1800" dirty="0">
                <a:solidFill>
                  <a:srgbClr val="FFFFFF"/>
                </a:solidFill>
                <a:latin typeface="Galmuri14" pitchFamily="34" charset="0"/>
                <a:ea typeface="Galmuri14" pitchFamily="34" charset="-122"/>
                <a:cs typeface="Galmuri14" pitchFamily="34" charset="-120"/>
              </a:rPr>
              <a:t>게임성</a:t>
            </a:r>
            <a:endParaRPr lang="ko-KR" sz="1800" dirty="0"/>
          </a:p>
        </p:txBody>
      </p:sp>
      <p:sp>
        <p:nvSpPr>
          <p:cNvPr id="33" name="Text 28"/>
          <p:cNvSpPr txBox="1"/>
          <p:nvPr/>
        </p:nvSpPr>
        <p:spPr>
          <a:xfrm>
            <a:off x="1481328" y="2898648"/>
            <a:ext cx="3931920" cy="329184"/>
          </a:xfrm>
          <a:prstGeom prst="rect">
            <a:avLst/>
          </a:prstGeom>
          <a:noFill/>
          <a:ln/>
        </p:spPr>
        <p:txBody>
          <a:bodyPr wrap="square" lIns="0" tIns="0" rIns="0" bIns="0" rtlCol="0" anchor="t"/>
          <a:lstStyle/>
          <a:p>
            <a:pPr indent="0" marL="0">
              <a:buNone/>
            </a:pPr>
            <a:r>
              <a:rPr lang="ko-KR" altLang="en-US" sz="1400" dirty="0">
                <a:solidFill>
                  <a:srgbClr val="B9C6E2"/>
                </a:solidFill>
                <a:latin typeface="맑은 고딕" pitchFamily="34" charset="0"/>
                <a:ea typeface="맑은 고딕" pitchFamily="34" charset="-122"/>
                <a:cs typeface="맑은 고딕" pitchFamily="34" charset="-120"/>
              </a:rPr>
              <a:t>단서 발견, 규칙 해금, 사건 해결로 성장</a:t>
            </a:r>
            <a:endParaRPr lang="ko-KR" sz="1400" dirty="0"/>
          </a:p>
        </p:txBody>
      </p:sp>
      <p:sp>
        <p:nvSpPr>
          <p:cNvPr id="34" name="Shape 29"/>
          <p:cNvSpPr/>
          <p:nvPr/>
        </p:nvSpPr>
        <p:spPr>
          <a:xfrm>
            <a:off x="548640" y="3465576"/>
            <a:ext cx="4937760" cy="868680"/>
          </a:xfrm>
          <a:prstGeom prst="rect">
            <a:avLst/>
          </a:prstGeom>
          <a:solidFill>
            <a:srgbClr val="3A4E7A"/>
          </a:solidFill>
          <a:ln/>
        </p:spPr>
      </p:sp>
      <p:sp>
        <p:nvSpPr>
          <p:cNvPr id="35" name="Shape 30"/>
          <p:cNvSpPr/>
          <p:nvPr/>
        </p:nvSpPr>
        <p:spPr>
          <a:xfrm>
            <a:off x="598932" y="3515868"/>
            <a:ext cx="4837176" cy="768096"/>
          </a:xfrm>
          <a:prstGeom prst="rect">
            <a:avLst/>
          </a:prstGeom>
          <a:solidFill>
            <a:srgbClr val="1F2A4A"/>
          </a:solidFill>
          <a:ln/>
        </p:spPr>
      </p:sp>
      <p:sp>
        <p:nvSpPr>
          <p:cNvPr id="36" name="Shape 31"/>
          <p:cNvSpPr/>
          <p:nvPr/>
        </p:nvSpPr>
        <p:spPr>
          <a:xfrm>
            <a:off x="548640" y="3465576"/>
            <a:ext cx="50292" cy="50292"/>
          </a:xfrm>
          <a:prstGeom prst="rect">
            <a:avLst/>
          </a:prstGeom>
          <a:solidFill>
            <a:srgbClr val="0F1426"/>
          </a:solidFill>
          <a:ln/>
        </p:spPr>
      </p:sp>
      <p:sp>
        <p:nvSpPr>
          <p:cNvPr id="37" name="Shape 32"/>
          <p:cNvSpPr/>
          <p:nvPr/>
        </p:nvSpPr>
        <p:spPr>
          <a:xfrm>
            <a:off x="5436108" y="3465576"/>
            <a:ext cx="50292" cy="50292"/>
          </a:xfrm>
          <a:prstGeom prst="rect">
            <a:avLst/>
          </a:prstGeom>
          <a:solidFill>
            <a:srgbClr val="0F1426"/>
          </a:solidFill>
          <a:ln/>
        </p:spPr>
      </p:sp>
      <p:sp>
        <p:nvSpPr>
          <p:cNvPr id="38" name="Shape 33"/>
          <p:cNvSpPr/>
          <p:nvPr/>
        </p:nvSpPr>
        <p:spPr>
          <a:xfrm>
            <a:off x="548640" y="4283964"/>
            <a:ext cx="50292" cy="50292"/>
          </a:xfrm>
          <a:prstGeom prst="rect">
            <a:avLst/>
          </a:prstGeom>
          <a:solidFill>
            <a:srgbClr val="0F1426"/>
          </a:solidFill>
          <a:ln/>
        </p:spPr>
      </p:sp>
      <p:sp>
        <p:nvSpPr>
          <p:cNvPr id="39" name="Shape 34"/>
          <p:cNvSpPr/>
          <p:nvPr/>
        </p:nvSpPr>
        <p:spPr>
          <a:xfrm>
            <a:off x="5436108" y="4283964"/>
            <a:ext cx="50292" cy="50292"/>
          </a:xfrm>
          <a:prstGeom prst="rect">
            <a:avLst/>
          </a:prstGeom>
          <a:solidFill>
            <a:srgbClr val="0F1426"/>
          </a:solidFill>
          <a:ln/>
        </p:spPr>
      </p:sp>
      <p:sp>
        <p:nvSpPr>
          <p:cNvPr id="40" name="Shape 35"/>
          <p:cNvSpPr/>
          <p:nvPr/>
        </p:nvSpPr>
        <p:spPr>
          <a:xfrm>
            <a:off x="713232" y="3602736"/>
            <a:ext cx="594360" cy="594360"/>
          </a:xfrm>
          <a:prstGeom prst="rect">
            <a:avLst/>
          </a:prstGeom>
          <a:solidFill>
            <a:srgbClr val="22201F"/>
          </a:solidFill>
          <a:ln/>
        </p:spPr>
      </p:sp>
      <p:sp>
        <p:nvSpPr>
          <p:cNvPr id="41" name="Shape 36"/>
          <p:cNvSpPr/>
          <p:nvPr/>
        </p:nvSpPr>
        <p:spPr>
          <a:xfrm>
            <a:off x="763524" y="3653028"/>
            <a:ext cx="493776" cy="493776"/>
          </a:xfrm>
          <a:prstGeom prst="rect">
            <a:avLst/>
          </a:prstGeom>
          <a:solidFill>
            <a:srgbClr val="45C7C1"/>
          </a:solidFill>
          <a:ln/>
        </p:spPr>
      </p:sp>
      <p:sp>
        <p:nvSpPr>
          <p:cNvPr id="42" name="Shape 37"/>
          <p:cNvSpPr/>
          <p:nvPr/>
        </p:nvSpPr>
        <p:spPr>
          <a:xfrm>
            <a:off x="713232" y="3602736"/>
            <a:ext cx="50292" cy="50292"/>
          </a:xfrm>
          <a:prstGeom prst="rect">
            <a:avLst/>
          </a:prstGeom>
          <a:solidFill>
            <a:srgbClr val="1F2A4A"/>
          </a:solidFill>
          <a:ln/>
        </p:spPr>
      </p:sp>
      <p:sp>
        <p:nvSpPr>
          <p:cNvPr id="43" name="Shape 38"/>
          <p:cNvSpPr/>
          <p:nvPr/>
        </p:nvSpPr>
        <p:spPr>
          <a:xfrm>
            <a:off x="1257300" y="3602736"/>
            <a:ext cx="50292" cy="50292"/>
          </a:xfrm>
          <a:prstGeom prst="rect">
            <a:avLst/>
          </a:prstGeom>
          <a:solidFill>
            <a:srgbClr val="1F2A4A"/>
          </a:solidFill>
          <a:ln/>
        </p:spPr>
      </p:sp>
      <p:sp>
        <p:nvSpPr>
          <p:cNvPr id="44" name="Shape 39"/>
          <p:cNvSpPr/>
          <p:nvPr/>
        </p:nvSpPr>
        <p:spPr>
          <a:xfrm>
            <a:off x="713232" y="4146804"/>
            <a:ext cx="50292" cy="50292"/>
          </a:xfrm>
          <a:prstGeom prst="rect">
            <a:avLst/>
          </a:prstGeom>
          <a:solidFill>
            <a:srgbClr val="1F2A4A"/>
          </a:solidFill>
          <a:ln/>
        </p:spPr>
      </p:sp>
      <p:sp>
        <p:nvSpPr>
          <p:cNvPr id="45" name="Shape 40"/>
          <p:cNvSpPr/>
          <p:nvPr/>
        </p:nvSpPr>
        <p:spPr>
          <a:xfrm>
            <a:off x="1257300" y="4146804"/>
            <a:ext cx="50292" cy="50292"/>
          </a:xfrm>
          <a:prstGeom prst="rect">
            <a:avLst/>
          </a:prstGeom>
          <a:solidFill>
            <a:srgbClr val="1F2A4A"/>
          </a:solidFill>
          <a:ln/>
        </p:spPr>
      </p:sp>
      <p:pic>
        <p:nvPicPr>
          <p:cNvPr id="46" name="Image 3" descr="preencoded.png">    </p:cNvPr>
          <p:cNvPicPr>
            <a:picLocks noChangeAspect="1"/>
          </p:cNvPicPr>
          <p:nvPr/>
        </p:nvPicPr>
        <p:blipFill>
          <a:blip r:embed="rId4"/>
          <a:stretch>
            <a:fillRect/>
          </a:stretch>
        </p:blipFill>
        <p:spPr>
          <a:xfrm>
            <a:off x="843991" y="3733495"/>
            <a:ext cx="332842" cy="332842"/>
          </a:xfrm>
          <a:prstGeom prst="rect">
            <a:avLst/>
          </a:prstGeom>
        </p:spPr>
      </p:pic>
      <p:sp>
        <p:nvSpPr>
          <p:cNvPr id="47" name="Text 41"/>
          <p:cNvSpPr txBox="1"/>
          <p:nvPr/>
        </p:nvSpPr>
        <p:spPr>
          <a:xfrm>
            <a:off x="1481328" y="3557016"/>
            <a:ext cx="2743200" cy="329184"/>
          </a:xfrm>
          <a:prstGeom prst="rect">
            <a:avLst/>
          </a:prstGeom>
          <a:noFill/>
          <a:ln/>
        </p:spPr>
        <p:txBody>
          <a:bodyPr wrap="square" lIns="0" tIns="0" rIns="0" bIns="0" rtlCol="0" anchor="t"/>
          <a:lstStyle/>
          <a:p>
            <a:pPr indent="0" marL="0">
              <a:buNone/>
            </a:pPr>
            <a:r>
              <a:rPr lang="ko-KR" altLang="en-US" sz="1800" dirty="0">
                <a:solidFill>
                  <a:srgbClr val="FFFFFF"/>
                </a:solidFill>
                <a:latin typeface="Galmuri14" pitchFamily="34" charset="0"/>
                <a:ea typeface="Galmuri14" pitchFamily="34" charset="-122"/>
                <a:cs typeface="Galmuri14" pitchFamily="34" charset="-120"/>
              </a:rPr>
              <a:t>확장성</a:t>
            </a:r>
            <a:endParaRPr lang="ko-KR" sz="1800" dirty="0"/>
          </a:p>
        </p:txBody>
      </p:sp>
      <p:sp>
        <p:nvSpPr>
          <p:cNvPr id="48" name="Text 42"/>
          <p:cNvSpPr txBox="1"/>
          <p:nvPr/>
        </p:nvSpPr>
        <p:spPr>
          <a:xfrm>
            <a:off x="1481328" y="3922776"/>
            <a:ext cx="3931920" cy="329184"/>
          </a:xfrm>
          <a:prstGeom prst="rect">
            <a:avLst/>
          </a:prstGeom>
          <a:noFill/>
          <a:ln/>
        </p:spPr>
        <p:txBody>
          <a:bodyPr wrap="square" lIns="0" tIns="0" rIns="0" bIns="0" rtlCol="0" anchor="t"/>
          <a:lstStyle/>
          <a:p>
            <a:pPr indent="0" marL="0">
              <a:buNone/>
            </a:pPr>
            <a:r>
              <a:rPr lang="ko-KR" altLang="en-US" sz="1400" dirty="0">
                <a:solidFill>
                  <a:srgbClr val="B9C6E2"/>
                </a:solidFill>
                <a:latin typeface="맑은 고딕" pitchFamily="34" charset="0"/>
                <a:ea typeface="맑은 고딕" pitchFamily="34" charset="-122"/>
                <a:cs typeface="맑은 고딕" pitchFamily="34" charset="-120"/>
              </a:rPr>
              <a:t>새 사건과 문서를 데이터로 추가해 확장</a:t>
            </a:r>
            <a:endParaRPr lang="ko-KR" sz="1400" dirty="0"/>
          </a:p>
        </p:txBody>
      </p:sp>
      <p:sp>
        <p:nvSpPr>
          <p:cNvPr id="49" name="Text 43"/>
          <p:cNvSpPr txBox="1"/>
          <p:nvPr/>
        </p:nvSpPr>
        <p:spPr>
          <a:xfrm>
            <a:off x="548640" y="4572000"/>
            <a:ext cx="5669280" cy="1234440"/>
          </a:xfrm>
          <a:prstGeom prst="rect">
            <a:avLst/>
          </a:prstGeom>
          <a:noFill/>
          <a:ln/>
        </p:spPr>
        <p:txBody>
          <a:bodyPr wrap="square" lIns="0" tIns="0" rIns="0" bIns="0" rtlCol="0" anchor="t"/>
          <a:lstStyle/>
          <a:p>
            <a:pPr indent="0" marL="0">
              <a:lnSpc>
                <a:spcPct val="105000"/>
              </a:lnSpc>
              <a:buNone/>
            </a:pPr>
            <a:r>
              <a:rPr lang="ko-KR" altLang="en-US" sz="3400" dirty="0">
                <a:solidFill>
                  <a:srgbClr val="45C7C1"/>
                </a:solidFill>
                <a:latin typeface="Galmuri14" pitchFamily="34" charset="0"/>
                <a:ea typeface="Galmuri14" pitchFamily="34" charset="-122"/>
                <a:cs typeface="Galmuri14" pitchFamily="34" charset="-120"/>
              </a:rPr>
              <a:t>“의심하고, 확인하고,</a:t>
            </a:r>
            <a:endParaRPr lang="ko-KR" sz="3400" dirty="0"/>
          </a:p>
          <a:p>
            <a:pPr indent="0" marL="0">
              <a:lnSpc>
                <a:spcPct val="105000"/>
              </a:lnSpc>
              <a:buNone/>
            </a:pPr>
            <a:r>
              <a:rPr lang="ko-KR" altLang="en-US" sz="3400" dirty="0">
                <a:solidFill>
                  <a:srgbClr val="45C7C1"/>
                </a:solidFill>
                <a:latin typeface="Galmuri14" pitchFamily="34" charset="0"/>
                <a:ea typeface="Galmuri14" pitchFamily="34" charset="-122"/>
                <a:cs typeface="Galmuri14" pitchFamily="34" charset="-120"/>
              </a:rPr>
              <a:t>판단하라.”</a:t>
            </a:r>
            <a:endParaRPr lang="ko-KR" sz="3400" dirty="0"/>
          </a:p>
        </p:txBody>
      </p:sp>
      <p:sp>
        <p:nvSpPr>
          <p:cNvPr id="50" name="Text 44"/>
          <p:cNvSpPr txBox="1"/>
          <p:nvPr/>
        </p:nvSpPr>
        <p:spPr>
          <a:xfrm>
            <a:off x="548640" y="5897880"/>
            <a:ext cx="5486400" cy="365760"/>
          </a:xfrm>
          <a:prstGeom prst="rect">
            <a:avLst/>
          </a:prstGeom>
          <a:noFill/>
          <a:ln/>
        </p:spPr>
        <p:txBody>
          <a:bodyPr wrap="square" lIns="0" tIns="0" rIns="0" bIns="0" rtlCol="0" anchor="t"/>
          <a:lstStyle/>
          <a:p>
            <a:pPr indent="0" marL="0">
              <a:buNone/>
            </a:pPr>
            <a:r>
              <a:rPr lang="ko-KR" altLang="en-US" sz="1600" b="1" dirty="0">
                <a:solidFill>
                  <a:srgbClr val="FFFFFF"/>
                </a:solidFill>
                <a:latin typeface="Galmuri11" pitchFamily="34" charset="0"/>
                <a:ea typeface="Galmuri11" pitchFamily="34" charset="-122"/>
                <a:cs typeface="Galmuri11" pitchFamily="34" charset="-120"/>
              </a:rPr>
              <a:t>DIGITAL GUARD  ·  디지털 보안 심사관</a:t>
            </a:r>
            <a:endParaRPr lang="ko-KR" sz="1600" dirty="0"/>
          </a:p>
        </p:txBody>
      </p:sp>
      <p:sp>
        <p:nvSpPr>
          <p:cNvPr id="25" name="Slide Number Placeholder 0"/>
          <p:cNvSpPr>
            <a:spLocks noGrp="1"/>
          </p:cNvSpPr>
          <p:nvPr>
            <p:ph type="sldNum" sz="quarter" idx="4294967295"/>
          </p:nvPr>
        </p:nvSpPr>
        <p:spPr>
          <a:xfrm>
            <a:off x="11274552" y="6455664"/>
            <a:ext cx="36576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6F86A6"/>
                </a:solidFill>
                <a:latin typeface="Galmuri11"/>
                <a:ea typeface="Galmuri11"/>
                <a:cs typeface="Galmuri11"/>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DIGITAL GUARD Pixel">
  <a:themeElements>
    <a:clrScheme name="DIGITAL GUARD Pixel">
      <a:dk1>
        <a:srgbClr val="0F1426"/>
      </a:dk1>
      <a:lt1>
        <a:srgbClr val="FFFFFF"/>
      </a:lt1>
      <a:dk2>
        <a:srgbClr val="1F2A4A"/>
      </a:dk2>
      <a:lt2>
        <a:srgbClr val="F2EBD9"/>
      </a:lt2>
      <a:accent1>
        <a:srgbClr val="45C7C1"/>
      </a:accent1>
      <a:accent2>
        <a:srgbClr val="E0503C"/>
      </a:accent2>
      <a:accent3>
        <a:srgbClr val="F7D84A"/>
      </a:accent3>
      <a:accent4>
        <a:srgbClr val="7F9CC9"/>
      </a:accent4>
      <a:accent5>
        <a:srgbClr val="3FBF6F"/>
      </a:accent5>
      <a:accent6>
        <a:srgbClr val="8A6BD1"/>
      </a:accent6>
      <a:hlink>
        <a:srgbClr val="45C7C1"/>
      </a:hlink>
      <a:folHlink>
        <a:srgbClr val="7F9CC9"/>
      </a:folHlink>
    </a:clrScheme>
    <a:fontScheme name="DIGITAL GUARD Pixel">
      <a:majorFont>
        <a:latin typeface="Galmuri1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GUARD — 디지털 보안 심사관 게임 기획 발표</dc:title>
  <dc:subject>Unity 6 모바일 게임 기획 발표 (도트 스타일)</dc:subject>
  <dc:creator>DIGITAL GUARD 기획팀</dc:creator>
  <cp:lastModifiedBy>DIGITAL GUARD 기획팀</cp:lastModifiedBy>
  <cp:revision>1</cp:revision>
  <dcterms:created xsi:type="dcterms:W3CDTF">2026-10-16T10:53:10Z</dcterms:created>
  <dcterms:modified xsi:type="dcterms:W3CDTF">2026-10-16T10:53:10Z</dcterms:modified>
</cp:coreProperties>
</file>