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47a4b662-3592-d9ea-0707-a8ae00d998dc}">
          <p14:sldIdLst>
            <p14:sldId id="256"/>
          </p14:sldIdLst>
        </p14:section>
        <p14:section name="01 분석" id="{748ea6d7-9d65-bf45-9d80-a92481366d6e}">
          <p14:sldIdLst>
            <p14:sldId id="257"/>
            <p14:sldId id="258"/>
            <p14:sldId id="259"/>
          </p14:sldIdLst>
        </p14:section>
        <p14:section name="02 해결 방안" id="{532e1b1a-275b-a313-c236-cd1942856a62}">
          <p14:sldIdLst>
            <p14:sldId id="260"/>
            <p14:sldId id="261"/>
          </p14:sldIdLst>
        </p14:section>
        <p14:section name="03 화면 설계" id="{fd79f220-ff0e-eac7-68e3-1bd5fa323a93}">
          <p14:sldIdLst>
            <p14:sldId id="262"/>
            <p14:sldId id="263"/>
            <p14:sldId id="264"/>
            <p14:sldId id="265"/>
            <p14:sldId id="266"/>
            <p14:sldId id="267"/>
            <p14:sldId id="268"/>
            <p14:sldId id="269"/>
            <p14:sldId id="270"/>
            <p14:sldId id="271"/>
            <p14:sldId id="272"/>
          </p14:sldIdLst>
        </p14:section>
        <p14:section name="04 기대효과 · 계획" id="{43853cdb-9ea9-7521-1967-717d75b97584}">
          <p14:sldIdLst>
            <p14:sldId id="273"/>
            <p14:sldId id="274"/>
          </p14:sldIdLst>
        </p14:section>
        <p14:section name="마무리" id="{d609e679-c9bc-7227-c30f-ae0dac07909a}">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셜록홈즈입니다. 저희는 플레이어가 창구로 들어오는 수상한 문자와 메일, 파일 요청을 단서로 가려내는 추리 퍼즐 게임, Data, Please.를 기획하고 있습니다. 서류를 보여 달라고 하는 심사 게임의 대표작 Papers, Please에 대한 오마주로, 서류 대신 문자·메일·파일 같은 데이터를 심사한다는 뜻을 담았습니다. 환경 분석과 경쟁작, SWOT을 짧게 보고, 팀 회의에서 정한 화면과 기능을 중심으로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환경입니다. 한국인터넷진흥원 자료에 따르면 스미싱 문자 탐지 건수는 2022년 3만 7천여 건에서 2024년 219만 건으로 약 59배 늘었습니다. 택배, 쇼핑, 가족, 기관을 사칭한 문자는 나이를 가리지 않고 오고, 링크를 누를지, 파일을 열지는 결국 스마트폰 앞에서 혼자 판단해야 합니다. 누구나 받아 본 문자라 따로 설명하지 않아도 바로 몰입할 수 있고, 진짜와 가짜의 작은 차이가 그대로 퍼즐이 됩니다. 그래서 이 '진짜일까?'의 순간을 단서를 대조해 가려내는 추리 게임으로 만들기로 했습니다. (출처: 한국인터넷진흥원, 스미싱 문자 탐지 현황, 국회 국정감사 제출자료, 2024 — 과제 계획서 인용)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비슷한 게임을 같은 기준으로 비교했습니다. Papers, Please는 서류를 대조하는 심사 장르의 대표작이고, 구글 Jigsaw 피싱 퀴즈는 메일 한 통씩 판별하며 바로 정답을 알려 줍니다. CyberStart는 단계형 보안 챌린지였지만 2024년에 종료됐습니다. Data, Please.는 심사 장르의 재미를 생활 속 사칭 사건에 적용하고, 승인·거부·추가 확인 세 가지로 판정하며, 난이도와 경쟁 모드 랭킹으로 다시 하게 만드는 모바일 세로 게임입니다. (출처: pocketgamer.com/papers-please/ios-android-release-date-august-5th/ · darkreading.com/cyberattacks-data-breaches/google-creates-online-phishing-quiz · hackerdna.com/blog/cyberstart — Jigsaw 퀴즈의 현재 접속 가능 여부는 발표 전 확인 권장)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SWOT입니다. 강점은 서류를 대조하고 세 가지로 판정하는 플레이, 누구나 겪는 생활 사건, 그리고 판정 규칙을 데이터로 분리해 사건을 쉽게 늘릴 수 있다는 점입니다. 약점은 사건을 직접 써야 하는 부담과 읽을 글의 양, 짧은 제작 기간입니다. 기회는 스미싱에 대한 관심과 검증된 심사 장르의 재미이고, 위협은 빠르게 바뀌는 수법과 무료 퀴즈와의 비교, 랭킹 조작 가능성입니다. 그래서 난이도로 글 양을 조절하고, 사건은 데이터로 추가하고, 랭킹 점수는 서버에서 다시 계산하는 방향으로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해결 방안입니다. 플레이어 한 명이 디지털 안전 센터 창구에서, 문자, 메일, 파일, 로그인 요청을 내 기록과 공식 자료에 대조하고 승인, 거부, 추가 확인으로 판정합니다. 회의에서 정한 대로 모든 판정은 유저 한 명이 맡습니다. 단서를 모아 근거를 만들고, 정답은 근무가 끝난 뒤 한꺼번에 공개합니다. 그리고 차근차근 하는 일반 모드와, 시간 제한 속에서 점수를 겨루는 경쟁 모드 두 가지로 즐길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꼭 만들 기능은 여섯 가지입니다. 메인에서 고르는 일반·경쟁 모드, 앞 단계를 통과해야 열리는 난이도 네 단계, 창구 장면과 서류 대조로 이뤄진 심사, 승인·거부·추가 확인 판정과 처리, 근무가 끝난 뒤 한꺼번에 보는 결과와 해설, 그리고 랭킹과 일시정지·설정입니다. 각 기능이 어느 화면에 있는지 아래에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화면 흐름입니다. 메인에서 일반 모드나 경쟁 모드를 고르면 난이도 선택, 브리핑을 거쳐 창구 심사 화면에 들어갑니다. 한 건을 처리하면 처리 완료 도장이 찍히고 다음 사건으로 넘어가며, 마지막 사건 뒤에 근무 결과가 나옵니다. 위험한 요청을 승인하면 보안 사고로 바로 결과 화면이 나옵니다. 인게임 왼쪽 위 일시정지 버튼에서 설정을 바꾸거나 메인으로 나갈 수 있고, 경쟁 모드 결과에서는 랭킹으로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회의에서 그린 스케치를 실제 화면으로 옮긴 결과입니다. 메인 화면은 세로로 고정하고 위쪽에 사운드와 설정, 가운데 일반 모드와 경쟁 모드 버튼을 두었습니다. 난이도 선택은 쉬움부터 전문가까지 네 단계로, 앞 단계를 통과해야 열립니다. 인게임은 Papers, Please처럼 창밖 배경과 창구 앞 상대방, 상대가 보낸 메일 내용을 말풍선으로 보여 주는 구도입니다. 인게임은 회의에서 정한 대로 다음 네 장에 나눠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메인 화면은 세로로 고정합니다. 왼쪽 위에서 소리를 켜고 끄고, 오른쪽 위 설정에서 분위기와 글자 크기를 바꿉니다. 가운데 큰 버튼 두 개로 일반 모드와 경쟁 모드를 고르고, 아래에서 랭킹을 봅니다. 랭킹에 올라가는 이름은 미리 만든 조합에서 뽑기 때문에 실명이나 나이를 묻지 않습니다. 난이도는 쉬움, 보통, 어려움, 전문가 네 단계이고, 앞 단계를 통과해야 열립니다. 화면과 조작은 모두 같고 들어오는 사건만 어려워집니다.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인게임 첫 번째, 화면 구성입니다. 회의에서 정한 Papers, Please 구도대로, 위쪽 창구 장면에 창밖 도시 배경과 창구 앞 상대방, 그리고 상대가 보낸 문자나 메일 내용을 말풍선으로 보여 줍니다. 그 아래가 책상 위 서류입니다. 받은 문자, 공식 연락처, 내 기록, 파일 정보를 탭으로 넘겨 보고, 아래 도구로 대조하고 깃발을 꽂은 뒤 판정 버튼을 누릅니다. 상단 바 왼쪽에는 일시정지와 소리 버튼이 있고, 경쟁 모드에서는 오른쪽에 남은 시간이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단서 찾기입니다. 대조 도구로 링크와 공식 주소처럼 두 정보를 차례로 누르면 일치나 불일치 표시가 붙고, 이상한 곳에는 직접 깃발을 꽂습니다. 모은 단서는 근거 트레이에 쌓입니다. 첨부 파일을 누르면 파일 정보가 열려서 마지막 확장자와 압축 안에 든 파일을 볼 수 있습니다. 확장자는 여러 종류가 나오고, 사진만 든 압축 파일처럼 낯설어도 정상인 사건을 섞어서 무조건 거부하지 않게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판정입니다. 승인은 누르면 바로 처리되고, 거부나 추가 확인을 누르면 처리 시트가 열립니다. 거부라면 신고 여부를, 추가 확인이라면 근거와 공식 확인 경로를 고릅니다. 다시 묻는 확인 창은 없앴습니다. 처리하면 도장만 찍히고 맞았는지는 알려 주지 않으며, 남은 사건 수도 보여 주지 않고 다음 상대가 창구에 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인게임 마지막은 일시정지와 결과입니다. 회의에서 정한 대로 왼쪽 위 버튼을 누르면 일시정지되고, 계속하기, 소리, 분위기, 글자 크기, 그리고 처음 화면으로 나가기가 있습니다. 경쟁 모드에서는 시간도 같이 멈춥니다. 마지막 사건이 끝나면 근무 결과에서 별점과 지표, 사건별 정답과 해설을 한꺼번에 보여 주고, 통과하면 다음 난이도가 열립니다. 위험한 요청을 승인했거나 처리 성공률이 60%보다 낮으면 해설을 보고 처음부터 다시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경쟁 모드입니다. 화면과 사건은 일반 모드와 같고, 사건마다 제한 시간만 붙습니다. 쉬움 60초부터 전문가 40초까지이고, 10초가 남으면 시간이 빨간색으로 바뀝니다. 시간이 다 되면 시간 초과 도장이 찍히고 그 사건은 놓친 것으로 처리됩니다. 점수는 판정 점수에 맞힌 사건의 남은 시간을 보너스로 더합니다. 랭킹은 난이도별로 보여 주고, 이번 학기에는 기기 안 기록, 다음 학기에는 계획서의 서버로 함께 보는 랭킹을 만듭니다. 보안 사고 기록은 랭킹에 올리지 않습니다. 랭킹 화면의 기록은 시제품을 직접 여러 번 플레이해서 남긴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난이도 설계입니다. 회의 메모대로 화면과 조작은 모든 난이도에서 똑같고, 들어오는 사건만 어려워집니다. 쉬움은 문자 한 통으로 서류 두세 장만 비교하면 되고, 보통은 메일과 첨부파일이 들어와 확장자와 조회 자료를 봐야 합니다. 어려움은 가족 사칭이 섞여서 추가 확인과 확인 경로까지 고르고, 전문가는 확인 결과를 보고 다시 판정하는 2단계 사건이 나옵니다. 모든 난이도에 정상 요청을 30~40% 섞어서 무조건 거부하면 점수가 떨어지게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회의에서 분위기를 어둡게 할지 밝게 할지 정하지 못해서, 둘 다 만들어 봤습니다. 어둡게는 밤 근무 느낌으로 집중되고 긴장감이 있어 경쟁 모드와 잘 어울리고, 밝게는 낮 근무 느낌으로 친근하고 오래 봐도 편합니다. 같은 화면에서 색만 바꾸는 방식이라 판정 로직과 사건 데이터는 그대로이고, 설정이나 일시정지에서 언제든 바꿀 수 있습니다. 저희는 기본값을 어둡게, 밝게를 선택으로 제안하고, 오늘 의견을 받아 확정하겠습니다.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게임 화면에는 규칙과 사건, 결과만 남기고 튜토리얼이나 안내 문구는 모두 뺐습니다. 대신 조작법, 규칙, 모드와 난이도, 이름과 기록에 대한 설명은 이렇게 게임 밖 플레이 가이드로 따로 정리했습니다. 대조는 정보 두 개를 차례로 눌러 비교하는 것이고, 판정 결과는 근무가 끝난 뒤 한꺼번에 공개됩니다. 위험한 요청을 승인하면 보안 사고로 바로 끝나고, 처리 성공률이 60%보다 낮아도 처음부터 다시 합니다. 경쟁 모드는 사건마다 제한 시간이 있고 남은 시간이 보너스가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기대효과입니다. 첫째, 서류 속 작은 차이를 찾아내는 심사 장르의 재미를 누구나 겪는 생활 사건으로 옮깁니다. 둘째, 난이도 네 단계와 경쟁 모드 랭킹으로 같은 사건도 더 빠르고 정확하게 다시 도전하게 됩니다. 셋째, 같은 난이도에서 점수를 겨루는 랭킹으로 친구나 가족과 함께 다시 도전하게 됩니다. 넷째, 사건과 규칙이 데이터로 분리돼 있어 새로운 수법이 나오면 사건만 추가하면 되고, 다음 학기에는 서버 랭킹을 붙일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일정은 과제 계획서의 주차 계획을 따릅니다. 지금은 회의 내용을 반영해 화면을 설계하고 HTML 시제품을 만든 단계입니다. 8~10주에는 사건과 규칙 데이터, 난이도 배치, 저장 방식을 정리하고, 11~13주에 메인부터 인게임, 결과까지 한 판이 도는 Unity 프로토타입을 만든 뒤, 14~15주에 테스트와 기말발표를 하겠습니다. 다음 학기에는 서버 랭킹과 사건을 늘리고 최종 발표를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함께 봐 주셨으면 하는 세 가지입니다. 기본 분위기를 어둡게 할지 밝게 할지, 경쟁 모드의 제한 시간이 판단을 서두르게 하지는 않을지, 그리고 이번 학기 Unity 프로토타입의 범위가 적절한지입니다. 의견 주시면 기말까지 반영하겠습니다.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MI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F142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I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55664"/>
            <a:ext cx="8229600" cy="237744"/>
          </a:xfrm>
          <a:prstGeom prst="rect">
            <a:avLst/>
          </a:prstGeom>
          <a:noFill/>
          <a:ln/>
        </p:spPr>
        <p:txBody>
          <a:bodyPr wrap="square" lIns="0" tIns="0" rIns="0" bIns="0" rtlCol="0" anchor="ctr"/>
          <a:lstStyle/>
          <a:p>
            <a:pPr indent="0" marL="0">
              <a:buNone/>
            </a:pPr>
            <a:r>
              <a:rPr lang="en-US" sz="1000" dirty="0">
                <a:solidFill>
                  <a:srgbClr val="6F86A6"/>
                </a:solidFill>
                <a:latin typeface="Galmuri11" pitchFamily="34" charset="0"/>
                <a:ea typeface="Galmuri11" pitchFamily="34" charset="-122"/>
                <a:cs typeface="Galmuri11" pitchFamily="34" charset="-120"/>
              </a:rPr>
              <a:t>Data, Please.  |  소프트웨어창의설계1 중간 설계발표  |  팀 셜록홈즈  |  ※ 게임 속 인물·기관·자료는 모두 가상</a:t>
            </a:r>
            <a:endParaRPr lang="en-US" sz="1000" dirty="0"/>
          </a:p>
        </p:txBody>
      </p:sp>
      <p:sp>
        <p:nvSpPr>
          <p:cNvPr id="3" name="Text 1"/>
          <p:cNvSpPr/>
          <p:nvPr>
            <p:ph idx="101" type="title" hasCustomPrompt="1"/>
          </p:nvPr>
        </p:nvSpPr>
        <p:spPr>
          <a:xfrm>
            <a:off x="548640" y="731520"/>
            <a:ext cx="11064240" cy="640080"/>
          </a:xfrm>
          <a:prstGeom prst="rect">
            <a:avLst/>
          </a:prstGeom>
          <a:noFill/>
          <a:ln/>
        </p:spPr>
        <p:txBody>
          <a:bodyPr wrap="square" rtlCol="0"/>
          <a:lstStyle>
            <a:lvl1pPr algn="l" indent="0" marL="0">
              <a:buNone/>
              <a:defRPr lang="en-US" sz="2800" dirty="0">
                <a:solidFill>
                  <a:srgbClr val="FFFFFF"/>
                </a:solidFill>
                <a:latin typeface="Galmuri14" pitchFamily="34" charset="0"/>
                <a:ea typeface="Galmuri14" pitchFamily="34" charset="-122"/>
                <a:cs typeface="Galmuri14"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도트 그림: 디지털 안전 센터 책상에서 서류를 살피는 디지털 보안관과 AI 조수 도트">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85800" y="868680"/>
            <a:ext cx="4846320" cy="365760"/>
          </a:xfrm>
          <a:prstGeom prst="rect">
            <a:avLst/>
          </a:prstGeom>
          <a:solidFill>
            <a:srgbClr val="22201F"/>
          </a:solidFill>
          <a:ln/>
        </p:spPr>
      </p:sp>
      <p:sp>
        <p:nvSpPr>
          <p:cNvPr id="4" name="Shape 1"/>
          <p:cNvSpPr/>
          <p:nvPr/>
        </p:nvSpPr>
        <p:spPr>
          <a:xfrm>
            <a:off x="736092" y="918972"/>
            <a:ext cx="4745736" cy="265176"/>
          </a:xfrm>
          <a:prstGeom prst="rect">
            <a:avLst/>
          </a:prstGeom>
          <a:solidFill>
            <a:srgbClr val="F7D84A"/>
          </a:solidFill>
          <a:ln/>
        </p:spPr>
      </p:sp>
      <p:sp>
        <p:nvSpPr>
          <p:cNvPr id="5" name="Shape 2"/>
          <p:cNvSpPr/>
          <p:nvPr/>
        </p:nvSpPr>
        <p:spPr>
          <a:xfrm>
            <a:off x="685800" y="868680"/>
            <a:ext cx="50292" cy="50292"/>
          </a:xfrm>
          <a:prstGeom prst="rect">
            <a:avLst/>
          </a:prstGeom>
          <a:solidFill>
            <a:srgbClr val="0F1426"/>
          </a:solidFill>
          <a:ln/>
        </p:spPr>
      </p:sp>
      <p:sp>
        <p:nvSpPr>
          <p:cNvPr id="6" name="Shape 3"/>
          <p:cNvSpPr/>
          <p:nvPr/>
        </p:nvSpPr>
        <p:spPr>
          <a:xfrm>
            <a:off x="5481828" y="868680"/>
            <a:ext cx="50292" cy="50292"/>
          </a:xfrm>
          <a:prstGeom prst="rect">
            <a:avLst/>
          </a:prstGeom>
          <a:solidFill>
            <a:srgbClr val="0F1426"/>
          </a:solidFill>
          <a:ln/>
        </p:spPr>
      </p:sp>
      <p:sp>
        <p:nvSpPr>
          <p:cNvPr id="7" name="Shape 4"/>
          <p:cNvSpPr/>
          <p:nvPr/>
        </p:nvSpPr>
        <p:spPr>
          <a:xfrm>
            <a:off x="685800" y="1184148"/>
            <a:ext cx="50292" cy="50292"/>
          </a:xfrm>
          <a:prstGeom prst="rect">
            <a:avLst/>
          </a:prstGeom>
          <a:solidFill>
            <a:srgbClr val="0F1426"/>
          </a:solidFill>
          <a:ln/>
        </p:spPr>
      </p:sp>
      <p:sp>
        <p:nvSpPr>
          <p:cNvPr id="8" name="Shape 5"/>
          <p:cNvSpPr/>
          <p:nvPr/>
        </p:nvSpPr>
        <p:spPr>
          <a:xfrm>
            <a:off x="5481828" y="1184148"/>
            <a:ext cx="50292" cy="50292"/>
          </a:xfrm>
          <a:prstGeom prst="rect">
            <a:avLst/>
          </a:prstGeom>
          <a:solidFill>
            <a:srgbClr val="0F1426"/>
          </a:solidFill>
          <a:ln/>
        </p:spPr>
      </p:sp>
      <p:sp>
        <p:nvSpPr>
          <p:cNvPr id="9" name="Text 6"/>
          <p:cNvSpPr txBox="1"/>
          <p:nvPr/>
        </p:nvSpPr>
        <p:spPr>
          <a:xfrm>
            <a:off x="685800" y="868680"/>
            <a:ext cx="4846320" cy="365760"/>
          </a:xfrm>
          <a:prstGeom prst="rect">
            <a:avLst/>
          </a:prstGeom>
          <a:noFill/>
          <a:ln/>
        </p:spPr>
        <p:txBody>
          <a:bodyPr wrap="square" lIns="0" tIns="0" rIns="0" bIns="0" rtlCol="0" anchor="ctr"/>
          <a:lstStyle/>
          <a:p>
            <a:pPr algn="ctr" indent="0" marL="0">
              <a:buNone/>
            </a:pPr>
            <a:r>
              <a:rPr lang="ko-KR" altLang="en-US" sz="1300" b="1" dirty="0">
                <a:solidFill>
                  <a:srgbClr val="22201F"/>
                </a:solidFill>
                <a:latin typeface="Galmuri11" pitchFamily="34" charset="0"/>
                <a:ea typeface="Galmuri11" pitchFamily="34" charset="-122"/>
                <a:cs typeface="Galmuri11" pitchFamily="34" charset="-120"/>
              </a:rPr>
              <a:t>소프트웨어창의설계1 (캡스톤디자인)  ·  중간 설계발표</a:t>
            </a:r>
            <a:endParaRPr lang="ko-KR" sz="1300" dirty="0"/>
          </a:p>
        </p:txBody>
      </p:sp>
      <p:sp>
        <p:nvSpPr>
          <p:cNvPr id="10" name="Text 7"/>
          <p:cNvSpPr txBox="1"/>
          <p:nvPr/>
        </p:nvSpPr>
        <p:spPr>
          <a:xfrm>
            <a:off x="722376" y="1453896"/>
            <a:ext cx="4937760" cy="868680"/>
          </a:xfrm>
          <a:prstGeom prst="rect">
            <a:avLst/>
          </a:prstGeom>
          <a:noFill/>
          <a:ln/>
        </p:spPr>
        <p:txBody>
          <a:bodyPr wrap="square" lIns="0" tIns="0" rIns="0" bIns="0" rtlCol="0" anchor="t"/>
          <a:lstStyle/>
          <a:p>
            <a:pPr indent="0" marL="0">
              <a:buNone/>
            </a:pPr>
            <a:r>
              <a:rPr lang="ko-KR" altLang="en-US" sz="6200" dirty="0">
                <a:solidFill>
                  <a:srgbClr val="3A4E7A"/>
                </a:solidFill>
                <a:latin typeface="Galmuri14" pitchFamily="34" charset="0"/>
                <a:ea typeface="Galmuri14" pitchFamily="34" charset="-122"/>
                <a:cs typeface="Galmuri14" pitchFamily="34" charset="-120"/>
              </a:rPr>
              <a:t>DATA,</a:t>
            </a:r>
            <a:endParaRPr lang="ko-KR" sz="6200" dirty="0"/>
          </a:p>
        </p:txBody>
      </p:sp>
      <p:sp>
        <p:nvSpPr>
          <p:cNvPr id="11" name="Text 8"/>
          <p:cNvSpPr txBox="1"/>
          <p:nvPr/>
        </p:nvSpPr>
        <p:spPr>
          <a:xfrm>
            <a:off x="685800" y="1417320"/>
            <a:ext cx="4937760" cy="868680"/>
          </a:xfrm>
          <a:prstGeom prst="rect">
            <a:avLst/>
          </a:prstGeom>
          <a:noFill/>
          <a:ln/>
        </p:spPr>
        <p:txBody>
          <a:bodyPr wrap="square" lIns="0" tIns="0" rIns="0" bIns="0" rtlCol="0" anchor="t"/>
          <a:lstStyle/>
          <a:p>
            <a:pPr indent="0" marL="0">
              <a:buNone/>
            </a:pPr>
            <a:r>
              <a:rPr lang="ko-KR" altLang="en-US" sz="6200" dirty="0">
                <a:solidFill>
                  <a:srgbClr val="FFFFFF"/>
                </a:solidFill>
                <a:latin typeface="Galmuri14" pitchFamily="34" charset="0"/>
                <a:ea typeface="Galmuri14" pitchFamily="34" charset="-122"/>
                <a:cs typeface="Galmuri14" pitchFamily="34" charset="-120"/>
              </a:rPr>
              <a:t>DATA,</a:t>
            </a:r>
            <a:endParaRPr lang="ko-KR" sz="6200" dirty="0"/>
          </a:p>
        </p:txBody>
      </p:sp>
      <p:sp>
        <p:nvSpPr>
          <p:cNvPr id="12" name="Text 9"/>
          <p:cNvSpPr txBox="1"/>
          <p:nvPr/>
        </p:nvSpPr>
        <p:spPr>
          <a:xfrm>
            <a:off x="722376" y="2276856"/>
            <a:ext cx="4937760" cy="868680"/>
          </a:xfrm>
          <a:prstGeom prst="rect">
            <a:avLst/>
          </a:prstGeom>
          <a:noFill/>
          <a:ln/>
        </p:spPr>
        <p:txBody>
          <a:bodyPr wrap="square" lIns="0" tIns="0" rIns="0" bIns="0" rtlCol="0" anchor="t"/>
          <a:lstStyle/>
          <a:p>
            <a:pPr indent="0" marL="0">
              <a:buNone/>
            </a:pPr>
            <a:r>
              <a:rPr lang="ko-KR" altLang="en-US" sz="6200" dirty="0">
                <a:solidFill>
                  <a:srgbClr val="3A4E7A"/>
                </a:solidFill>
                <a:latin typeface="Galmuri14" pitchFamily="34" charset="0"/>
                <a:ea typeface="Galmuri14" pitchFamily="34" charset="-122"/>
                <a:cs typeface="Galmuri14" pitchFamily="34" charset="-120"/>
              </a:rPr>
              <a:t>PLEASE.</a:t>
            </a:r>
            <a:endParaRPr lang="ko-KR" sz="6200" dirty="0"/>
          </a:p>
        </p:txBody>
      </p:sp>
      <p:sp>
        <p:nvSpPr>
          <p:cNvPr id="13" name="Text 10"/>
          <p:cNvSpPr txBox="1"/>
          <p:nvPr/>
        </p:nvSpPr>
        <p:spPr>
          <a:xfrm>
            <a:off x="685800" y="2240280"/>
            <a:ext cx="4937760" cy="868680"/>
          </a:xfrm>
          <a:prstGeom prst="rect">
            <a:avLst/>
          </a:prstGeom>
          <a:noFill/>
          <a:ln/>
        </p:spPr>
        <p:txBody>
          <a:bodyPr wrap="square" lIns="0" tIns="0" rIns="0" bIns="0" rtlCol="0" anchor="t"/>
          <a:lstStyle/>
          <a:p>
            <a:pPr indent="0" marL="0">
              <a:buNone/>
            </a:pPr>
            <a:r>
              <a:rPr lang="ko-KR" altLang="en-US" sz="6200" dirty="0">
                <a:solidFill>
                  <a:srgbClr val="45C7C1"/>
                </a:solidFill>
                <a:latin typeface="Galmuri14" pitchFamily="34" charset="0"/>
                <a:ea typeface="Galmuri14" pitchFamily="34" charset="-122"/>
                <a:cs typeface="Galmuri14" pitchFamily="34" charset="-120"/>
              </a:rPr>
              <a:t>PLEASE.</a:t>
            </a:r>
            <a:endParaRPr lang="ko-KR" sz="6200" dirty="0"/>
          </a:p>
        </p:txBody>
      </p:sp>
      <p:sp>
        <p:nvSpPr>
          <p:cNvPr id="14" name="Text 11"/>
          <p:cNvSpPr txBox="1"/>
          <p:nvPr/>
        </p:nvSpPr>
        <p:spPr>
          <a:xfrm>
            <a:off x="685800" y="3291840"/>
            <a:ext cx="4206240" cy="777240"/>
          </a:xfrm>
          <a:prstGeom prst="rect">
            <a:avLst/>
          </a:prstGeom>
          <a:noFill/>
          <a:ln/>
        </p:spPr>
        <p:txBody>
          <a:bodyPr wrap="square" lIns="0" tIns="0" rIns="0" bIns="0" rtlCol="0" anchor="t"/>
          <a:lstStyle/>
          <a:p>
            <a:pPr indent="0" marL="0">
              <a:lnSpc>
                <a:spcPct val="110000"/>
              </a:lnSpc>
              <a:buNone/>
            </a:pPr>
            <a:r>
              <a:rPr lang="ko-KR" altLang="en-US" sz="1900" dirty="0">
                <a:solidFill>
                  <a:srgbClr val="FFFFFF"/>
                </a:solidFill>
                <a:latin typeface="맑은 고딕" pitchFamily="34" charset="0"/>
                <a:ea typeface="맑은 고딕" pitchFamily="34" charset="-122"/>
                <a:cs typeface="맑은 고딕" pitchFamily="34" charset="-120"/>
              </a:rPr>
              <a:t>창구로 들어오는 수상한 요청을</a:t>
            </a:r>
            <a:endParaRPr lang="ko-KR" sz="1900" dirty="0"/>
          </a:p>
          <a:p>
            <a:pPr indent="0" marL="0">
              <a:lnSpc>
                <a:spcPct val="110000"/>
              </a:lnSpc>
              <a:buNone/>
            </a:pPr>
            <a:r>
              <a:rPr lang="ko-KR" altLang="en-US" sz="1900" dirty="0">
                <a:solidFill>
                  <a:srgbClr val="FFFFFF"/>
                </a:solidFill>
                <a:latin typeface="맑은 고딕" pitchFamily="34" charset="0"/>
                <a:ea typeface="맑은 고딕" pitchFamily="34" charset="-122"/>
                <a:cs typeface="맑은 고딕" pitchFamily="34" charset="-120"/>
              </a:rPr>
              <a:t>단서로 가려내는 추리 퍼즐 게임</a:t>
            </a:r>
            <a:endParaRPr lang="ko-KR" sz="1900" dirty="0"/>
          </a:p>
        </p:txBody>
      </p:sp>
      <p:sp>
        <p:nvSpPr>
          <p:cNvPr id="15" name="Shape 12"/>
          <p:cNvSpPr/>
          <p:nvPr/>
        </p:nvSpPr>
        <p:spPr>
          <a:xfrm>
            <a:off x="685800" y="4224528"/>
            <a:ext cx="3429000" cy="347472"/>
          </a:xfrm>
          <a:prstGeom prst="rect">
            <a:avLst/>
          </a:prstGeom>
          <a:solidFill>
            <a:srgbClr val="3A4E7A"/>
          </a:solidFill>
          <a:ln/>
        </p:spPr>
      </p:sp>
      <p:sp>
        <p:nvSpPr>
          <p:cNvPr id="16" name="Shape 13"/>
          <p:cNvSpPr/>
          <p:nvPr/>
        </p:nvSpPr>
        <p:spPr>
          <a:xfrm>
            <a:off x="736092" y="4274820"/>
            <a:ext cx="3328416" cy="246888"/>
          </a:xfrm>
          <a:prstGeom prst="rect">
            <a:avLst/>
          </a:prstGeom>
          <a:solidFill>
            <a:srgbClr val="1F2A4A"/>
          </a:solidFill>
          <a:ln/>
        </p:spPr>
      </p:sp>
      <p:sp>
        <p:nvSpPr>
          <p:cNvPr id="17" name="Shape 14"/>
          <p:cNvSpPr/>
          <p:nvPr/>
        </p:nvSpPr>
        <p:spPr>
          <a:xfrm>
            <a:off x="685800" y="4224528"/>
            <a:ext cx="50292" cy="50292"/>
          </a:xfrm>
          <a:prstGeom prst="rect">
            <a:avLst/>
          </a:prstGeom>
          <a:solidFill>
            <a:srgbClr val="0F1426"/>
          </a:solidFill>
          <a:ln/>
        </p:spPr>
      </p:sp>
      <p:sp>
        <p:nvSpPr>
          <p:cNvPr id="18" name="Shape 15"/>
          <p:cNvSpPr/>
          <p:nvPr/>
        </p:nvSpPr>
        <p:spPr>
          <a:xfrm>
            <a:off x="4064508" y="4224528"/>
            <a:ext cx="50292" cy="50292"/>
          </a:xfrm>
          <a:prstGeom prst="rect">
            <a:avLst/>
          </a:prstGeom>
          <a:solidFill>
            <a:srgbClr val="0F1426"/>
          </a:solidFill>
          <a:ln/>
        </p:spPr>
      </p:sp>
      <p:sp>
        <p:nvSpPr>
          <p:cNvPr id="19" name="Shape 16"/>
          <p:cNvSpPr/>
          <p:nvPr/>
        </p:nvSpPr>
        <p:spPr>
          <a:xfrm>
            <a:off x="685800" y="4521708"/>
            <a:ext cx="50292" cy="50292"/>
          </a:xfrm>
          <a:prstGeom prst="rect">
            <a:avLst/>
          </a:prstGeom>
          <a:solidFill>
            <a:srgbClr val="0F1426"/>
          </a:solidFill>
          <a:ln/>
        </p:spPr>
      </p:sp>
      <p:sp>
        <p:nvSpPr>
          <p:cNvPr id="20" name="Shape 17"/>
          <p:cNvSpPr/>
          <p:nvPr/>
        </p:nvSpPr>
        <p:spPr>
          <a:xfrm>
            <a:off x="4064508" y="4521708"/>
            <a:ext cx="50292" cy="50292"/>
          </a:xfrm>
          <a:prstGeom prst="rect">
            <a:avLst/>
          </a:prstGeom>
          <a:solidFill>
            <a:srgbClr val="0F1426"/>
          </a:solidFill>
          <a:ln/>
        </p:spPr>
      </p:sp>
      <p:sp>
        <p:nvSpPr>
          <p:cNvPr id="21" name="Text 18"/>
          <p:cNvSpPr txBox="1"/>
          <p:nvPr/>
        </p:nvSpPr>
        <p:spPr>
          <a:xfrm>
            <a:off x="685800" y="4224528"/>
            <a:ext cx="3429000" cy="347472"/>
          </a:xfrm>
          <a:prstGeom prst="rect">
            <a:avLst/>
          </a:prstGeom>
          <a:noFill/>
          <a:ln/>
        </p:spPr>
        <p:txBody>
          <a:bodyPr wrap="square" lIns="0" tIns="0" rIns="0" bIns="0" rtlCol="0" anchor="ctr"/>
          <a:lstStyle/>
          <a:p>
            <a:pPr algn="ctr" indent="0" marL="0">
              <a:buNone/>
            </a:pPr>
            <a:r>
              <a:rPr lang="ko-KR" altLang="en-US" sz="1200" dirty="0">
                <a:solidFill>
                  <a:srgbClr val="FFFFFF"/>
                </a:solidFill>
                <a:latin typeface="Galmuri11" pitchFamily="34" charset="0"/>
                <a:ea typeface="Galmuri11" pitchFamily="34" charset="-122"/>
                <a:cs typeface="Galmuri11" pitchFamily="34" charset="-120"/>
              </a:rPr>
              <a:t>Unity 6 · Android / iOS · 세로 화면</a:t>
            </a:r>
            <a:endParaRPr lang="ko-KR" sz="1200" dirty="0"/>
          </a:p>
        </p:txBody>
      </p:sp>
      <p:sp>
        <p:nvSpPr>
          <p:cNvPr id="22" name="Text 19"/>
          <p:cNvSpPr txBox="1"/>
          <p:nvPr/>
        </p:nvSpPr>
        <p:spPr>
          <a:xfrm>
            <a:off x="685800" y="5029200"/>
            <a:ext cx="3840480" cy="274320"/>
          </a:xfrm>
          <a:prstGeom prst="rect">
            <a:avLst/>
          </a:prstGeom>
          <a:noFill/>
          <a:ln/>
        </p:spPr>
        <p:txBody>
          <a:bodyPr wrap="square" lIns="0" tIns="0" rIns="0" bIns="0" rtlCol="0" anchor="t"/>
          <a:lstStyle/>
          <a:p>
            <a:pPr indent="0" marL="0">
              <a:buNone/>
            </a:pPr>
            <a:r>
              <a:rPr lang="ko-KR" altLang="en-US" sz="1300" dirty="0">
                <a:solidFill>
                  <a:srgbClr val="B9C6E2"/>
                </a:solidFill>
                <a:latin typeface="Galmuri11" pitchFamily="34" charset="0"/>
                <a:ea typeface="Galmuri11" pitchFamily="34" charset="-122"/>
                <a:cs typeface="Galmuri11" pitchFamily="34" charset="-120"/>
              </a:rPr>
              <a:t>Team 셜록홈즈  |  ○○○·○○○·○○○·○○○</a:t>
            </a:r>
            <a:endParaRPr lang="ko-KR" sz="1300" dirty="0"/>
          </a:p>
        </p:txBody>
      </p:sp>
      <p:sp>
        <p:nvSpPr>
          <p:cNvPr id="23" name="Text 20"/>
          <p:cNvSpPr txBox="1"/>
          <p:nvPr/>
        </p:nvSpPr>
        <p:spPr>
          <a:xfrm>
            <a:off x="685800" y="5376672"/>
            <a:ext cx="3840480" cy="274320"/>
          </a:xfrm>
          <a:prstGeom prst="rect">
            <a:avLst/>
          </a:prstGeom>
          <a:noFill/>
          <a:ln/>
        </p:spPr>
        <p:txBody>
          <a:bodyPr wrap="square" lIns="0" tIns="0" rIns="0" bIns="0" rtlCol="0" anchor="t"/>
          <a:lstStyle/>
          <a:p>
            <a:pPr indent="0" marL="0">
              <a:buNone/>
            </a:pPr>
            <a:r>
              <a:rPr lang="ko-KR" altLang="en-US" sz="1300" dirty="0">
                <a:solidFill>
                  <a:srgbClr val="B9C6E2"/>
                </a:solidFill>
                <a:latin typeface="Galmuri11" pitchFamily="34" charset="0"/>
                <a:ea typeface="Galmuri11" pitchFamily="34" charset="-122"/>
                <a:cs typeface="Galmuri11" pitchFamily="34" charset="-120"/>
              </a:rPr>
              <a:t>지도교수 ________  |  2026. 10.</a:t>
            </a:r>
            <a:endParaRPr lang="ko-KR" sz="1300" dirty="0"/>
          </a:p>
        </p:txBody>
      </p:sp>
      <p:sp>
        <p:nvSpPr>
          <p:cNvPr id="24" name="Text 21"/>
          <p:cNvSpPr txBox="1"/>
          <p:nvPr/>
        </p:nvSpPr>
        <p:spPr>
          <a:xfrm>
            <a:off x="685800" y="6172200"/>
            <a:ext cx="5943600" cy="237744"/>
          </a:xfrm>
          <a:prstGeom prst="rect">
            <a:avLst/>
          </a:prstGeom>
          <a:noFill/>
          <a:ln/>
        </p:spPr>
        <p:txBody>
          <a:bodyPr wrap="square" lIns="0" tIns="0" rIns="0" bIns="0" rtlCol="0" anchor="t"/>
          <a:lstStyle/>
          <a:p>
            <a:pPr indent="0" marL="0">
              <a:buNone/>
            </a:pPr>
            <a:r>
              <a:rPr lang="ko-KR" altLang="en-US" sz="1000" dirty="0">
                <a:solidFill>
                  <a:srgbClr val="6F86A6"/>
                </a:solidFill>
                <a:latin typeface="Galmuri11" pitchFamily="34" charset="0"/>
                <a:ea typeface="Galmuri11" pitchFamily="34" charset="-122"/>
                <a:cs typeface="Galmuri11" pitchFamily="34" charset="-120"/>
              </a:rPr>
              <a:t>※ 게임 속 인물·기관·자료는 모두 가상입니다. 화면은 HTML 시제품 캡처입니다.</a:t>
            </a:r>
            <a:endParaRPr lang="ko-K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29184"/>
            <a:ext cx="1362456" cy="310896"/>
          </a:xfrm>
          <a:prstGeom prst="rect">
            <a:avLst/>
          </a:prstGeom>
          <a:solidFill>
            <a:srgbClr val="22201F"/>
          </a:solidFill>
          <a:ln/>
        </p:spPr>
      </p:sp>
      <p:sp>
        <p:nvSpPr>
          <p:cNvPr id="3" name="Shape 1"/>
          <p:cNvSpPr/>
          <p:nvPr/>
        </p:nvSpPr>
        <p:spPr>
          <a:xfrm>
            <a:off x="598932" y="379476"/>
            <a:ext cx="126187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86080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860804" y="589788"/>
            <a:ext cx="50292" cy="50292"/>
          </a:xfrm>
          <a:prstGeom prst="rect">
            <a:avLst/>
          </a:prstGeom>
          <a:solidFill>
            <a:srgbClr val="0F1426"/>
          </a:solidFill>
          <a:ln/>
        </p:spPr>
      </p:sp>
      <p:sp>
        <p:nvSpPr>
          <p:cNvPr id="8" name="Text 6"/>
          <p:cNvSpPr txBox="1"/>
          <p:nvPr/>
        </p:nvSpPr>
        <p:spPr>
          <a:xfrm>
            <a:off x="548640" y="329184"/>
            <a:ext cx="136245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01  환경 분석</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수상한 문자, 이제 누구나 받는다</a:t>
            </a:r>
            <a:endParaRPr lang="en-US" sz="2800" dirty="0"/>
          </a:p>
        </p:txBody>
      </p:sp>
      <p:sp>
        <p:nvSpPr>
          <p:cNvPr id="10" name="Shape 8"/>
          <p:cNvSpPr/>
          <p:nvPr/>
        </p:nvSpPr>
        <p:spPr>
          <a:xfrm>
            <a:off x="548640" y="1572768"/>
            <a:ext cx="5486400" cy="4160520"/>
          </a:xfrm>
          <a:prstGeom prst="rect">
            <a:avLst/>
          </a:prstGeom>
          <a:solidFill>
            <a:srgbClr val="3A4E7A"/>
          </a:solidFill>
          <a:ln/>
        </p:spPr>
      </p:sp>
      <p:sp>
        <p:nvSpPr>
          <p:cNvPr id="11" name="Shape 9"/>
          <p:cNvSpPr/>
          <p:nvPr/>
        </p:nvSpPr>
        <p:spPr>
          <a:xfrm>
            <a:off x="598932" y="1623060"/>
            <a:ext cx="5385816" cy="4059936"/>
          </a:xfrm>
          <a:prstGeom prst="rect">
            <a:avLst/>
          </a:prstGeom>
          <a:solidFill>
            <a:srgbClr val="1F2A4A"/>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5984748" y="1572768"/>
            <a:ext cx="50292" cy="50292"/>
          </a:xfrm>
          <a:prstGeom prst="rect">
            <a:avLst/>
          </a:prstGeom>
          <a:solidFill>
            <a:srgbClr val="0F1426"/>
          </a:solidFill>
          <a:ln/>
        </p:spPr>
      </p:sp>
      <p:sp>
        <p:nvSpPr>
          <p:cNvPr id="14" name="Shape 12"/>
          <p:cNvSpPr/>
          <p:nvPr/>
        </p:nvSpPr>
        <p:spPr>
          <a:xfrm>
            <a:off x="548640" y="5682996"/>
            <a:ext cx="50292" cy="50292"/>
          </a:xfrm>
          <a:prstGeom prst="rect">
            <a:avLst/>
          </a:prstGeom>
          <a:solidFill>
            <a:srgbClr val="0F1426"/>
          </a:solidFill>
          <a:ln/>
        </p:spPr>
      </p:sp>
      <p:sp>
        <p:nvSpPr>
          <p:cNvPr id="15" name="Shape 13"/>
          <p:cNvSpPr/>
          <p:nvPr/>
        </p:nvSpPr>
        <p:spPr>
          <a:xfrm>
            <a:off x="5984748" y="5682996"/>
            <a:ext cx="50292" cy="50292"/>
          </a:xfrm>
          <a:prstGeom prst="rect">
            <a:avLst/>
          </a:prstGeom>
          <a:solidFill>
            <a:srgbClr val="0F1426"/>
          </a:solidFill>
          <a:ln/>
        </p:spPr>
      </p:sp>
      <p:sp>
        <p:nvSpPr>
          <p:cNvPr id="16" name="Text 14"/>
          <p:cNvSpPr txBox="1"/>
          <p:nvPr/>
        </p:nvSpPr>
        <p:spPr>
          <a:xfrm>
            <a:off x="777240" y="1719072"/>
            <a:ext cx="5120640" cy="274320"/>
          </a:xfrm>
          <a:prstGeom prst="rect">
            <a:avLst/>
          </a:prstGeom>
          <a:noFill/>
          <a:ln/>
        </p:spPr>
        <p:txBody>
          <a:bodyPr wrap="square" lIns="0" tIns="0" rIns="0" bIns="0" rtlCol="0" anchor="t"/>
          <a:lstStyle/>
          <a:p>
            <a:pPr indent="0" marL="0">
              <a:buNone/>
            </a:pPr>
            <a:r>
              <a:rPr lang="ko-KR" altLang="en-US" sz="1250" dirty="0">
                <a:solidFill>
                  <a:srgbClr val="B9C6E2"/>
                </a:solidFill>
                <a:latin typeface="Galmuri11" pitchFamily="34" charset="0"/>
                <a:ea typeface="Galmuri11" pitchFamily="34" charset="-122"/>
                <a:cs typeface="Galmuri11" pitchFamily="34" charset="-120"/>
              </a:rPr>
              <a:t>스미싱 문자 탐지 건수 (한국인터넷진흥원)</a:t>
            </a:r>
            <a:endParaRPr lang="ko-KR" sz="1250" dirty="0"/>
          </a:p>
        </p:txBody>
      </p:sp>
      <p:sp>
        <p:nvSpPr>
          <p:cNvPr id="17" name="Shape 15"/>
          <p:cNvSpPr/>
          <p:nvPr/>
        </p:nvSpPr>
        <p:spPr>
          <a:xfrm>
            <a:off x="1143000" y="5202936"/>
            <a:ext cx="914400" cy="54864"/>
          </a:xfrm>
          <a:prstGeom prst="rect">
            <a:avLst/>
          </a:prstGeom>
          <a:solidFill>
            <a:srgbClr val="7F9CC9"/>
          </a:solidFill>
          <a:ln/>
        </p:spPr>
      </p:sp>
      <p:sp>
        <p:nvSpPr>
          <p:cNvPr id="18" name="Text 16"/>
          <p:cNvSpPr txBox="1"/>
          <p:nvPr/>
        </p:nvSpPr>
        <p:spPr>
          <a:xfrm>
            <a:off x="777240" y="4873752"/>
            <a:ext cx="1645920" cy="274320"/>
          </a:xfrm>
          <a:prstGeom prst="rect">
            <a:avLst/>
          </a:prstGeom>
          <a:noFill/>
          <a:ln/>
        </p:spPr>
        <p:txBody>
          <a:bodyPr wrap="square" lIns="0" tIns="0" rIns="0" bIns="0" rtlCol="0" anchor="t"/>
          <a:lstStyle/>
          <a:p>
            <a:pPr algn="ctr" indent="0" marL="0">
              <a:buNone/>
            </a:pPr>
            <a:r>
              <a:rPr lang="ko-KR" altLang="en-US" sz="1250" b="1" dirty="0">
                <a:solidFill>
                  <a:srgbClr val="FFFFFF"/>
                </a:solidFill>
                <a:latin typeface="Galmuri11" pitchFamily="34" charset="0"/>
                <a:ea typeface="Galmuri11" pitchFamily="34" charset="-122"/>
                <a:cs typeface="Galmuri11" pitchFamily="34" charset="-120"/>
              </a:rPr>
              <a:t>3만 7,122건</a:t>
            </a:r>
            <a:endParaRPr lang="ko-KR" sz="1250" dirty="0"/>
          </a:p>
        </p:txBody>
      </p:sp>
      <p:sp>
        <p:nvSpPr>
          <p:cNvPr id="19" name="Text 17"/>
          <p:cNvSpPr txBox="1"/>
          <p:nvPr/>
        </p:nvSpPr>
        <p:spPr>
          <a:xfrm>
            <a:off x="960120" y="5330952"/>
            <a:ext cx="1280160" cy="274320"/>
          </a:xfrm>
          <a:prstGeom prst="rect">
            <a:avLst/>
          </a:prstGeom>
          <a:noFill/>
          <a:ln/>
        </p:spPr>
        <p:txBody>
          <a:bodyPr wrap="square" lIns="0" tIns="0" rIns="0" bIns="0" rtlCol="0" anchor="t"/>
          <a:lstStyle/>
          <a:p>
            <a:pPr algn="ctr" indent="0" marL="0">
              <a:buNone/>
            </a:pPr>
            <a:r>
              <a:rPr lang="ko-KR" altLang="en-US" sz="1300" dirty="0">
                <a:solidFill>
                  <a:srgbClr val="B9C6E2"/>
                </a:solidFill>
                <a:latin typeface="Galmuri11" pitchFamily="34" charset="0"/>
                <a:ea typeface="Galmuri11" pitchFamily="34" charset="-122"/>
                <a:cs typeface="Galmuri11" pitchFamily="34" charset="-120"/>
              </a:rPr>
              <a:t>2022</a:t>
            </a:r>
            <a:endParaRPr lang="ko-KR" sz="1300" dirty="0"/>
          </a:p>
        </p:txBody>
      </p:sp>
      <p:sp>
        <p:nvSpPr>
          <p:cNvPr id="20" name="Shape 18"/>
          <p:cNvSpPr/>
          <p:nvPr/>
        </p:nvSpPr>
        <p:spPr>
          <a:xfrm>
            <a:off x="2743200" y="4629222"/>
            <a:ext cx="914400" cy="628578"/>
          </a:xfrm>
          <a:prstGeom prst="rect">
            <a:avLst/>
          </a:prstGeom>
          <a:solidFill>
            <a:srgbClr val="F7D84A"/>
          </a:solidFill>
          <a:ln/>
        </p:spPr>
      </p:sp>
      <p:sp>
        <p:nvSpPr>
          <p:cNvPr id="21" name="Text 19"/>
          <p:cNvSpPr txBox="1"/>
          <p:nvPr/>
        </p:nvSpPr>
        <p:spPr>
          <a:xfrm>
            <a:off x="2377440" y="4300038"/>
            <a:ext cx="1645920" cy="274320"/>
          </a:xfrm>
          <a:prstGeom prst="rect">
            <a:avLst/>
          </a:prstGeom>
          <a:noFill/>
          <a:ln/>
        </p:spPr>
        <p:txBody>
          <a:bodyPr wrap="square" lIns="0" tIns="0" rIns="0" bIns="0" rtlCol="0" anchor="t"/>
          <a:lstStyle/>
          <a:p>
            <a:pPr algn="ctr" indent="0" marL="0">
              <a:buNone/>
            </a:pPr>
            <a:r>
              <a:rPr lang="ko-KR" altLang="en-US" sz="1250" b="1" dirty="0">
                <a:solidFill>
                  <a:srgbClr val="FFFFFF"/>
                </a:solidFill>
                <a:latin typeface="Galmuri11" pitchFamily="34" charset="0"/>
                <a:ea typeface="Galmuri11" pitchFamily="34" charset="-122"/>
                <a:cs typeface="Galmuri11" pitchFamily="34" charset="-120"/>
              </a:rPr>
              <a:t>50만 3,300건</a:t>
            </a:r>
            <a:endParaRPr lang="ko-KR" sz="1250" dirty="0"/>
          </a:p>
        </p:txBody>
      </p:sp>
      <p:sp>
        <p:nvSpPr>
          <p:cNvPr id="22" name="Text 20"/>
          <p:cNvSpPr txBox="1"/>
          <p:nvPr/>
        </p:nvSpPr>
        <p:spPr>
          <a:xfrm>
            <a:off x="2560320" y="5330952"/>
            <a:ext cx="1280160" cy="274320"/>
          </a:xfrm>
          <a:prstGeom prst="rect">
            <a:avLst/>
          </a:prstGeom>
          <a:noFill/>
          <a:ln/>
        </p:spPr>
        <p:txBody>
          <a:bodyPr wrap="square" lIns="0" tIns="0" rIns="0" bIns="0" rtlCol="0" anchor="t"/>
          <a:lstStyle/>
          <a:p>
            <a:pPr algn="ctr" indent="0" marL="0">
              <a:buNone/>
            </a:pPr>
            <a:r>
              <a:rPr lang="ko-KR" altLang="en-US" sz="1300" dirty="0">
                <a:solidFill>
                  <a:srgbClr val="B9C6E2"/>
                </a:solidFill>
                <a:latin typeface="Galmuri11" pitchFamily="34" charset="0"/>
                <a:ea typeface="Galmuri11" pitchFamily="34" charset="-122"/>
                <a:cs typeface="Galmuri11" pitchFamily="34" charset="-120"/>
              </a:rPr>
              <a:t>2023</a:t>
            </a:r>
            <a:endParaRPr lang="ko-KR" sz="1300" dirty="0"/>
          </a:p>
        </p:txBody>
      </p:sp>
      <p:sp>
        <p:nvSpPr>
          <p:cNvPr id="23" name="Shape 21"/>
          <p:cNvSpPr/>
          <p:nvPr/>
        </p:nvSpPr>
        <p:spPr>
          <a:xfrm>
            <a:off x="4343400" y="2514600"/>
            <a:ext cx="914400" cy="2743200"/>
          </a:xfrm>
          <a:prstGeom prst="rect">
            <a:avLst/>
          </a:prstGeom>
          <a:solidFill>
            <a:srgbClr val="E0503C"/>
          </a:solidFill>
          <a:ln/>
        </p:spPr>
      </p:sp>
      <p:sp>
        <p:nvSpPr>
          <p:cNvPr id="24" name="Text 22"/>
          <p:cNvSpPr txBox="1"/>
          <p:nvPr/>
        </p:nvSpPr>
        <p:spPr>
          <a:xfrm>
            <a:off x="3977640" y="2185416"/>
            <a:ext cx="1645920" cy="274320"/>
          </a:xfrm>
          <a:prstGeom prst="rect">
            <a:avLst/>
          </a:prstGeom>
          <a:noFill/>
          <a:ln/>
        </p:spPr>
        <p:txBody>
          <a:bodyPr wrap="square" lIns="0" tIns="0" rIns="0" bIns="0" rtlCol="0" anchor="t"/>
          <a:lstStyle/>
          <a:p>
            <a:pPr algn="ctr" indent="0" marL="0">
              <a:buNone/>
            </a:pPr>
            <a:r>
              <a:rPr lang="ko-KR" altLang="en-US" sz="1250" b="1" dirty="0">
                <a:solidFill>
                  <a:srgbClr val="FFFFFF"/>
                </a:solidFill>
                <a:latin typeface="Galmuri11" pitchFamily="34" charset="0"/>
                <a:ea typeface="Galmuri11" pitchFamily="34" charset="-122"/>
                <a:cs typeface="Galmuri11" pitchFamily="34" charset="-120"/>
              </a:rPr>
              <a:t>219만 6,469건</a:t>
            </a:r>
            <a:endParaRPr lang="ko-KR" sz="1250" dirty="0"/>
          </a:p>
        </p:txBody>
      </p:sp>
      <p:sp>
        <p:nvSpPr>
          <p:cNvPr id="25" name="Text 23"/>
          <p:cNvSpPr txBox="1"/>
          <p:nvPr/>
        </p:nvSpPr>
        <p:spPr>
          <a:xfrm>
            <a:off x="4160520" y="5330952"/>
            <a:ext cx="1280160" cy="274320"/>
          </a:xfrm>
          <a:prstGeom prst="rect">
            <a:avLst/>
          </a:prstGeom>
          <a:noFill/>
          <a:ln/>
        </p:spPr>
        <p:txBody>
          <a:bodyPr wrap="square" lIns="0" tIns="0" rIns="0" bIns="0" rtlCol="0" anchor="t"/>
          <a:lstStyle/>
          <a:p>
            <a:pPr algn="ctr" indent="0" marL="0">
              <a:buNone/>
            </a:pPr>
            <a:r>
              <a:rPr lang="ko-KR" altLang="en-US" sz="1300" dirty="0">
                <a:solidFill>
                  <a:srgbClr val="B9C6E2"/>
                </a:solidFill>
                <a:latin typeface="Galmuri11" pitchFamily="34" charset="0"/>
                <a:ea typeface="Galmuri11" pitchFamily="34" charset="-122"/>
                <a:cs typeface="Galmuri11" pitchFamily="34" charset="-120"/>
              </a:rPr>
              <a:t>2024</a:t>
            </a:r>
            <a:endParaRPr lang="ko-KR" sz="1300" dirty="0"/>
          </a:p>
        </p:txBody>
      </p:sp>
      <p:sp>
        <p:nvSpPr>
          <p:cNvPr id="26" name="Shape 24"/>
          <p:cNvSpPr/>
          <p:nvPr/>
        </p:nvSpPr>
        <p:spPr>
          <a:xfrm>
            <a:off x="868680" y="5257800"/>
            <a:ext cx="4846320" cy="36576"/>
          </a:xfrm>
          <a:prstGeom prst="rect">
            <a:avLst/>
          </a:prstGeom>
          <a:solidFill>
            <a:srgbClr val="3A4E7A"/>
          </a:solidFill>
          <a:ln/>
        </p:spPr>
      </p:sp>
      <p:sp>
        <p:nvSpPr>
          <p:cNvPr id="27" name="Text 25"/>
          <p:cNvSpPr txBox="1"/>
          <p:nvPr/>
        </p:nvSpPr>
        <p:spPr>
          <a:xfrm>
            <a:off x="868680" y="2148840"/>
            <a:ext cx="2926080" cy="365760"/>
          </a:xfrm>
          <a:prstGeom prst="rect">
            <a:avLst/>
          </a:prstGeom>
          <a:noFill/>
          <a:ln/>
        </p:spPr>
        <p:txBody>
          <a:bodyPr wrap="square" lIns="0" tIns="0" rIns="0" bIns="0" rtlCol="0" anchor="t"/>
          <a:lstStyle/>
          <a:p>
            <a:pPr indent="0" marL="0">
              <a:buNone/>
            </a:pPr>
            <a:r>
              <a:rPr lang="ko-KR" altLang="en-US" sz="1800" b="1" dirty="0">
                <a:solidFill>
                  <a:srgbClr val="E0503C"/>
                </a:solidFill>
                <a:latin typeface="Galmuri11" pitchFamily="34" charset="0"/>
                <a:ea typeface="Galmuri11" pitchFamily="34" charset="-122"/>
                <a:cs typeface="Galmuri11" pitchFamily="34" charset="-120"/>
              </a:rPr>
              <a:t>2년 만에 약 59배 ↑</a:t>
            </a:r>
            <a:endParaRPr lang="ko-KR" sz="1800" dirty="0"/>
          </a:p>
        </p:txBody>
      </p:sp>
      <p:sp>
        <p:nvSpPr>
          <p:cNvPr id="28" name="Shape 26"/>
          <p:cNvSpPr/>
          <p:nvPr/>
        </p:nvSpPr>
        <p:spPr>
          <a:xfrm>
            <a:off x="6263640" y="1572768"/>
            <a:ext cx="5376672" cy="1261872"/>
          </a:xfrm>
          <a:prstGeom prst="rect">
            <a:avLst/>
          </a:prstGeom>
          <a:solidFill>
            <a:srgbClr val="3A4E7A"/>
          </a:solidFill>
          <a:ln/>
        </p:spPr>
      </p:sp>
      <p:sp>
        <p:nvSpPr>
          <p:cNvPr id="29" name="Shape 27"/>
          <p:cNvSpPr/>
          <p:nvPr/>
        </p:nvSpPr>
        <p:spPr>
          <a:xfrm>
            <a:off x="6313932" y="1623060"/>
            <a:ext cx="5276088" cy="1161288"/>
          </a:xfrm>
          <a:prstGeom prst="rect">
            <a:avLst/>
          </a:prstGeom>
          <a:solidFill>
            <a:srgbClr val="151C33"/>
          </a:solidFill>
          <a:ln/>
        </p:spPr>
      </p:sp>
      <p:sp>
        <p:nvSpPr>
          <p:cNvPr id="30" name="Shape 28"/>
          <p:cNvSpPr/>
          <p:nvPr/>
        </p:nvSpPr>
        <p:spPr>
          <a:xfrm>
            <a:off x="6263640" y="1572768"/>
            <a:ext cx="50292" cy="50292"/>
          </a:xfrm>
          <a:prstGeom prst="rect">
            <a:avLst/>
          </a:prstGeom>
          <a:solidFill>
            <a:srgbClr val="0F1426"/>
          </a:solidFill>
          <a:ln/>
        </p:spPr>
      </p:sp>
      <p:sp>
        <p:nvSpPr>
          <p:cNvPr id="31" name="Shape 29"/>
          <p:cNvSpPr/>
          <p:nvPr/>
        </p:nvSpPr>
        <p:spPr>
          <a:xfrm>
            <a:off x="11590020" y="1572768"/>
            <a:ext cx="50292" cy="50292"/>
          </a:xfrm>
          <a:prstGeom prst="rect">
            <a:avLst/>
          </a:prstGeom>
          <a:solidFill>
            <a:srgbClr val="0F1426"/>
          </a:solidFill>
          <a:ln/>
        </p:spPr>
      </p:sp>
      <p:sp>
        <p:nvSpPr>
          <p:cNvPr id="32" name="Shape 30"/>
          <p:cNvSpPr/>
          <p:nvPr/>
        </p:nvSpPr>
        <p:spPr>
          <a:xfrm>
            <a:off x="6263640" y="2784348"/>
            <a:ext cx="50292" cy="50292"/>
          </a:xfrm>
          <a:prstGeom prst="rect">
            <a:avLst/>
          </a:prstGeom>
          <a:solidFill>
            <a:srgbClr val="0F1426"/>
          </a:solidFill>
          <a:ln/>
        </p:spPr>
      </p:sp>
      <p:sp>
        <p:nvSpPr>
          <p:cNvPr id="33" name="Shape 31"/>
          <p:cNvSpPr/>
          <p:nvPr/>
        </p:nvSpPr>
        <p:spPr>
          <a:xfrm>
            <a:off x="11590020" y="2784348"/>
            <a:ext cx="50292" cy="50292"/>
          </a:xfrm>
          <a:prstGeom prst="rect">
            <a:avLst/>
          </a:prstGeom>
          <a:solidFill>
            <a:srgbClr val="0F1426"/>
          </a:solidFill>
          <a:ln/>
        </p:spPr>
      </p:sp>
      <p:sp>
        <p:nvSpPr>
          <p:cNvPr id="34" name="Shape 32"/>
          <p:cNvSpPr/>
          <p:nvPr/>
        </p:nvSpPr>
        <p:spPr>
          <a:xfrm>
            <a:off x="6464808" y="1773936"/>
            <a:ext cx="548640" cy="548640"/>
          </a:xfrm>
          <a:prstGeom prst="rect">
            <a:avLst/>
          </a:prstGeom>
          <a:solidFill>
            <a:srgbClr val="22201F"/>
          </a:solidFill>
          <a:ln/>
        </p:spPr>
      </p:sp>
      <p:sp>
        <p:nvSpPr>
          <p:cNvPr id="35" name="Shape 33"/>
          <p:cNvSpPr/>
          <p:nvPr/>
        </p:nvSpPr>
        <p:spPr>
          <a:xfrm>
            <a:off x="6515100" y="1824228"/>
            <a:ext cx="448056" cy="448056"/>
          </a:xfrm>
          <a:prstGeom prst="rect">
            <a:avLst/>
          </a:prstGeom>
          <a:solidFill>
            <a:srgbClr val="45C7C1"/>
          </a:solidFill>
          <a:ln/>
        </p:spPr>
      </p:sp>
      <p:sp>
        <p:nvSpPr>
          <p:cNvPr id="36" name="Shape 34"/>
          <p:cNvSpPr/>
          <p:nvPr/>
        </p:nvSpPr>
        <p:spPr>
          <a:xfrm>
            <a:off x="6464808" y="1773936"/>
            <a:ext cx="50292" cy="50292"/>
          </a:xfrm>
          <a:prstGeom prst="rect">
            <a:avLst/>
          </a:prstGeom>
          <a:solidFill>
            <a:srgbClr val="151C33"/>
          </a:solidFill>
          <a:ln/>
        </p:spPr>
      </p:sp>
      <p:sp>
        <p:nvSpPr>
          <p:cNvPr id="37" name="Shape 35"/>
          <p:cNvSpPr/>
          <p:nvPr/>
        </p:nvSpPr>
        <p:spPr>
          <a:xfrm>
            <a:off x="6963156" y="1773936"/>
            <a:ext cx="50292" cy="50292"/>
          </a:xfrm>
          <a:prstGeom prst="rect">
            <a:avLst/>
          </a:prstGeom>
          <a:solidFill>
            <a:srgbClr val="151C33"/>
          </a:solidFill>
          <a:ln/>
        </p:spPr>
      </p:sp>
      <p:sp>
        <p:nvSpPr>
          <p:cNvPr id="38" name="Shape 36"/>
          <p:cNvSpPr/>
          <p:nvPr/>
        </p:nvSpPr>
        <p:spPr>
          <a:xfrm>
            <a:off x="6464808" y="2272284"/>
            <a:ext cx="50292" cy="50292"/>
          </a:xfrm>
          <a:prstGeom prst="rect">
            <a:avLst/>
          </a:prstGeom>
          <a:solidFill>
            <a:srgbClr val="151C33"/>
          </a:solidFill>
          <a:ln/>
        </p:spPr>
      </p:sp>
      <p:sp>
        <p:nvSpPr>
          <p:cNvPr id="39" name="Shape 37"/>
          <p:cNvSpPr/>
          <p:nvPr/>
        </p:nvSpPr>
        <p:spPr>
          <a:xfrm>
            <a:off x="6963156" y="2272284"/>
            <a:ext cx="50292" cy="50292"/>
          </a:xfrm>
          <a:prstGeom prst="rect">
            <a:avLst/>
          </a:prstGeom>
          <a:solidFill>
            <a:srgbClr val="151C33"/>
          </a:solidFill>
          <a:ln/>
        </p:spPr>
      </p:sp>
      <p:pic>
        <p:nvPicPr>
          <p:cNvPr id="40" name="Image 0" descr="preencoded.png">    </p:cNvPr>
          <p:cNvPicPr>
            <a:picLocks noChangeAspect="1"/>
          </p:cNvPicPr>
          <p:nvPr/>
        </p:nvPicPr>
        <p:blipFill>
          <a:blip r:embed="rId1"/>
          <a:stretch>
            <a:fillRect/>
          </a:stretch>
        </p:blipFill>
        <p:spPr>
          <a:xfrm>
            <a:off x="6585509" y="1894637"/>
            <a:ext cx="307238" cy="307238"/>
          </a:xfrm>
          <a:prstGeom prst="rect">
            <a:avLst/>
          </a:prstGeom>
        </p:spPr>
      </p:pic>
      <p:sp>
        <p:nvSpPr>
          <p:cNvPr id="41" name="Text 38"/>
          <p:cNvSpPr txBox="1"/>
          <p:nvPr/>
        </p:nvSpPr>
        <p:spPr>
          <a:xfrm>
            <a:off x="7223760" y="1728216"/>
            <a:ext cx="4297680" cy="347472"/>
          </a:xfrm>
          <a:prstGeom prst="rect">
            <a:avLst/>
          </a:prstGeom>
          <a:noFill/>
          <a:ln/>
        </p:spPr>
        <p:txBody>
          <a:bodyPr wrap="square" lIns="0" tIns="0" rIns="0" bIns="0" rtlCol="0" anchor="t"/>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세대를 가리지 않는다</a:t>
            </a:r>
            <a:endParaRPr lang="ko-KR" sz="1500" dirty="0"/>
          </a:p>
        </p:txBody>
      </p:sp>
      <p:sp>
        <p:nvSpPr>
          <p:cNvPr id="42" name="Text 39"/>
          <p:cNvSpPr txBox="1"/>
          <p:nvPr/>
        </p:nvSpPr>
        <p:spPr>
          <a:xfrm>
            <a:off x="7223760" y="2093976"/>
            <a:ext cx="4343400" cy="658368"/>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택배·쇼핑·가족·기관을 사칭한 문자와</a:t>
            </a:r>
            <a:endParaRPr lang="ko-KR" sz="1200" dirty="0"/>
          </a:p>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메일이 어린이부터 어르신까지 온다.</a:t>
            </a:r>
            <a:endParaRPr lang="ko-KR" sz="1200" dirty="0"/>
          </a:p>
        </p:txBody>
      </p:sp>
      <p:sp>
        <p:nvSpPr>
          <p:cNvPr id="43" name="Shape 40"/>
          <p:cNvSpPr/>
          <p:nvPr/>
        </p:nvSpPr>
        <p:spPr>
          <a:xfrm>
            <a:off x="6263640" y="2990088"/>
            <a:ext cx="5376672" cy="1261872"/>
          </a:xfrm>
          <a:prstGeom prst="rect">
            <a:avLst/>
          </a:prstGeom>
          <a:solidFill>
            <a:srgbClr val="3A4E7A"/>
          </a:solidFill>
          <a:ln/>
        </p:spPr>
      </p:sp>
      <p:sp>
        <p:nvSpPr>
          <p:cNvPr id="44" name="Shape 41"/>
          <p:cNvSpPr/>
          <p:nvPr/>
        </p:nvSpPr>
        <p:spPr>
          <a:xfrm>
            <a:off x="6313932" y="3040380"/>
            <a:ext cx="5276088" cy="1161288"/>
          </a:xfrm>
          <a:prstGeom prst="rect">
            <a:avLst/>
          </a:prstGeom>
          <a:solidFill>
            <a:srgbClr val="151C33"/>
          </a:solidFill>
          <a:ln/>
        </p:spPr>
      </p:sp>
      <p:sp>
        <p:nvSpPr>
          <p:cNvPr id="45" name="Shape 42"/>
          <p:cNvSpPr/>
          <p:nvPr/>
        </p:nvSpPr>
        <p:spPr>
          <a:xfrm>
            <a:off x="6263640" y="2990088"/>
            <a:ext cx="50292" cy="50292"/>
          </a:xfrm>
          <a:prstGeom prst="rect">
            <a:avLst/>
          </a:prstGeom>
          <a:solidFill>
            <a:srgbClr val="0F1426"/>
          </a:solidFill>
          <a:ln/>
        </p:spPr>
      </p:sp>
      <p:sp>
        <p:nvSpPr>
          <p:cNvPr id="46" name="Shape 43"/>
          <p:cNvSpPr/>
          <p:nvPr/>
        </p:nvSpPr>
        <p:spPr>
          <a:xfrm>
            <a:off x="11590020" y="2990088"/>
            <a:ext cx="50292" cy="50292"/>
          </a:xfrm>
          <a:prstGeom prst="rect">
            <a:avLst/>
          </a:prstGeom>
          <a:solidFill>
            <a:srgbClr val="0F1426"/>
          </a:solidFill>
          <a:ln/>
        </p:spPr>
      </p:sp>
      <p:sp>
        <p:nvSpPr>
          <p:cNvPr id="47" name="Shape 44"/>
          <p:cNvSpPr/>
          <p:nvPr/>
        </p:nvSpPr>
        <p:spPr>
          <a:xfrm>
            <a:off x="6263640" y="4201668"/>
            <a:ext cx="50292" cy="50292"/>
          </a:xfrm>
          <a:prstGeom prst="rect">
            <a:avLst/>
          </a:prstGeom>
          <a:solidFill>
            <a:srgbClr val="0F1426"/>
          </a:solidFill>
          <a:ln/>
        </p:spPr>
      </p:sp>
      <p:sp>
        <p:nvSpPr>
          <p:cNvPr id="48" name="Shape 45"/>
          <p:cNvSpPr/>
          <p:nvPr/>
        </p:nvSpPr>
        <p:spPr>
          <a:xfrm>
            <a:off x="11590020" y="4201668"/>
            <a:ext cx="50292" cy="50292"/>
          </a:xfrm>
          <a:prstGeom prst="rect">
            <a:avLst/>
          </a:prstGeom>
          <a:solidFill>
            <a:srgbClr val="0F1426"/>
          </a:solidFill>
          <a:ln/>
        </p:spPr>
      </p:sp>
      <p:sp>
        <p:nvSpPr>
          <p:cNvPr id="49" name="Shape 46"/>
          <p:cNvSpPr/>
          <p:nvPr/>
        </p:nvSpPr>
        <p:spPr>
          <a:xfrm>
            <a:off x="6464808" y="3191256"/>
            <a:ext cx="548640" cy="548640"/>
          </a:xfrm>
          <a:prstGeom prst="rect">
            <a:avLst/>
          </a:prstGeom>
          <a:solidFill>
            <a:srgbClr val="22201F"/>
          </a:solidFill>
          <a:ln/>
        </p:spPr>
      </p:sp>
      <p:sp>
        <p:nvSpPr>
          <p:cNvPr id="50" name="Shape 47"/>
          <p:cNvSpPr/>
          <p:nvPr/>
        </p:nvSpPr>
        <p:spPr>
          <a:xfrm>
            <a:off x="6515100" y="3241548"/>
            <a:ext cx="448056" cy="448056"/>
          </a:xfrm>
          <a:prstGeom prst="rect">
            <a:avLst/>
          </a:prstGeom>
          <a:solidFill>
            <a:srgbClr val="45C7C1"/>
          </a:solidFill>
          <a:ln/>
        </p:spPr>
      </p:sp>
      <p:sp>
        <p:nvSpPr>
          <p:cNvPr id="51" name="Shape 48"/>
          <p:cNvSpPr/>
          <p:nvPr/>
        </p:nvSpPr>
        <p:spPr>
          <a:xfrm>
            <a:off x="6464808" y="3191256"/>
            <a:ext cx="50292" cy="50292"/>
          </a:xfrm>
          <a:prstGeom prst="rect">
            <a:avLst/>
          </a:prstGeom>
          <a:solidFill>
            <a:srgbClr val="151C33"/>
          </a:solidFill>
          <a:ln/>
        </p:spPr>
      </p:sp>
      <p:sp>
        <p:nvSpPr>
          <p:cNvPr id="52" name="Shape 49"/>
          <p:cNvSpPr/>
          <p:nvPr/>
        </p:nvSpPr>
        <p:spPr>
          <a:xfrm>
            <a:off x="6963156" y="3191256"/>
            <a:ext cx="50292" cy="50292"/>
          </a:xfrm>
          <a:prstGeom prst="rect">
            <a:avLst/>
          </a:prstGeom>
          <a:solidFill>
            <a:srgbClr val="151C33"/>
          </a:solidFill>
          <a:ln/>
        </p:spPr>
      </p:sp>
      <p:sp>
        <p:nvSpPr>
          <p:cNvPr id="53" name="Shape 50"/>
          <p:cNvSpPr/>
          <p:nvPr/>
        </p:nvSpPr>
        <p:spPr>
          <a:xfrm>
            <a:off x="6464808" y="3689604"/>
            <a:ext cx="50292" cy="50292"/>
          </a:xfrm>
          <a:prstGeom prst="rect">
            <a:avLst/>
          </a:prstGeom>
          <a:solidFill>
            <a:srgbClr val="151C33"/>
          </a:solidFill>
          <a:ln/>
        </p:spPr>
      </p:sp>
      <p:sp>
        <p:nvSpPr>
          <p:cNvPr id="54" name="Shape 51"/>
          <p:cNvSpPr/>
          <p:nvPr/>
        </p:nvSpPr>
        <p:spPr>
          <a:xfrm>
            <a:off x="6963156" y="3689604"/>
            <a:ext cx="50292" cy="50292"/>
          </a:xfrm>
          <a:prstGeom prst="rect">
            <a:avLst/>
          </a:prstGeom>
          <a:solidFill>
            <a:srgbClr val="151C33"/>
          </a:solidFill>
          <a:ln/>
        </p:spPr>
      </p:sp>
      <p:pic>
        <p:nvPicPr>
          <p:cNvPr id="55" name="Image 1" descr="preencoded.png">    </p:cNvPr>
          <p:cNvPicPr>
            <a:picLocks noChangeAspect="1"/>
          </p:cNvPicPr>
          <p:nvPr/>
        </p:nvPicPr>
        <p:blipFill>
          <a:blip r:embed="rId2"/>
          <a:stretch>
            <a:fillRect/>
          </a:stretch>
        </p:blipFill>
        <p:spPr>
          <a:xfrm>
            <a:off x="6585509" y="3311957"/>
            <a:ext cx="307238" cy="307238"/>
          </a:xfrm>
          <a:prstGeom prst="rect">
            <a:avLst/>
          </a:prstGeom>
        </p:spPr>
      </p:pic>
      <p:sp>
        <p:nvSpPr>
          <p:cNvPr id="56" name="Text 52"/>
          <p:cNvSpPr txBox="1"/>
          <p:nvPr/>
        </p:nvSpPr>
        <p:spPr>
          <a:xfrm>
            <a:off x="7223760" y="3145536"/>
            <a:ext cx="4297680" cy="347472"/>
          </a:xfrm>
          <a:prstGeom prst="rect">
            <a:avLst/>
          </a:prstGeom>
          <a:noFill/>
          <a:ln/>
        </p:spPr>
        <p:txBody>
          <a:bodyPr wrap="square" lIns="0" tIns="0" rIns="0" bIns="0" rtlCol="0" anchor="t"/>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직접 판단해야 하는 순간</a:t>
            </a:r>
            <a:endParaRPr lang="ko-KR" sz="1500" dirty="0"/>
          </a:p>
        </p:txBody>
      </p:sp>
      <p:sp>
        <p:nvSpPr>
          <p:cNvPr id="57" name="Text 53"/>
          <p:cNvSpPr txBox="1"/>
          <p:nvPr/>
        </p:nvSpPr>
        <p:spPr>
          <a:xfrm>
            <a:off x="7223760" y="3511296"/>
            <a:ext cx="4343400" cy="658368"/>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링크를 누를지, 파일을 열지, 인증번호를</a:t>
            </a:r>
            <a:endParaRPr lang="ko-KR" sz="1200" dirty="0"/>
          </a:p>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줄지 스마트폰 앞에서 혼자 정한다.</a:t>
            </a:r>
            <a:endParaRPr lang="ko-KR" sz="1200" dirty="0"/>
          </a:p>
        </p:txBody>
      </p:sp>
      <p:sp>
        <p:nvSpPr>
          <p:cNvPr id="58" name="Shape 54"/>
          <p:cNvSpPr/>
          <p:nvPr/>
        </p:nvSpPr>
        <p:spPr>
          <a:xfrm>
            <a:off x="6263640" y="4407408"/>
            <a:ext cx="5376672" cy="1261872"/>
          </a:xfrm>
          <a:prstGeom prst="rect">
            <a:avLst/>
          </a:prstGeom>
          <a:solidFill>
            <a:srgbClr val="3A4E7A"/>
          </a:solidFill>
          <a:ln/>
        </p:spPr>
      </p:sp>
      <p:sp>
        <p:nvSpPr>
          <p:cNvPr id="59" name="Shape 55"/>
          <p:cNvSpPr/>
          <p:nvPr/>
        </p:nvSpPr>
        <p:spPr>
          <a:xfrm>
            <a:off x="6313932" y="4457700"/>
            <a:ext cx="5276088" cy="1161288"/>
          </a:xfrm>
          <a:prstGeom prst="rect">
            <a:avLst/>
          </a:prstGeom>
          <a:solidFill>
            <a:srgbClr val="151C33"/>
          </a:solidFill>
          <a:ln/>
        </p:spPr>
      </p:sp>
      <p:sp>
        <p:nvSpPr>
          <p:cNvPr id="60" name="Shape 56"/>
          <p:cNvSpPr/>
          <p:nvPr/>
        </p:nvSpPr>
        <p:spPr>
          <a:xfrm>
            <a:off x="6263640" y="4407408"/>
            <a:ext cx="50292" cy="50292"/>
          </a:xfrm>
          <a:prstGeom prst="rect">
            <a:avLst/>
          </a:prstGeom>
          <a:solidFill>
            <a:srgbClr val="0F1426"/>
          </a:solidFill>
          <a:ln/>
        </p:spPr>
      </p:sp>
      <p:sp>
        <p:nvSpPr>
          <p:cNvPr id="61" name="Shape 57"/>
          <p:cNvSpPr/>
          <p:nvPr/>
        </p:nvSpPr>
        <p:spPr>
          <a:xfrm>
            <a:off x="11590020" y="4407408"/>
            <a:ext cx="50292" cy="50292"/>
          </a:xfrm>
          <a:prstGeom prst="rect">
            <a:avLst/>
          </a:prstGeom>
          <a:solidFill>
            <a:srgbClr val="0F1426"/>
          </a:solidFill>
          <a:ln/>
        </p:spPr>
      </p:sp>
      <p:sp>
        <p:nvSpPr>
          <p:cNvPr id="62" name="Shape 58"/>
          <p:cNvSpPr/>
          <p:nvPr/>
        </p:nvSpPr>
        <p:spPr>
          <a:xfrm>
            <a:off x="6263640" y="5618988"/>
            <a:ext cx="50292" cy="50292"/>
          </a:xfrm>
          <a:prstGeom prst="rect">
            <a:avLst/>
          </a:prstGeom>
          <a:solidFill>
            <a:srgbClr val="0F1426"/>
          </a:solidFill>
          <a:ln/>
        </p:spPr>
      </p:sp>
      <p:sp>
        <p:nvSpPr>
          <p:cNvPr id="63" name="Shape 59"/>
          <p:cNvSpPr/>
          <p:nvPr/>
        </p:nvSpPr>
        <p:spPr>
          <a:xfrm>
            <a:off x="11590020" y="5618988"/>
            <a:ext cx="50292" cy="50292"/>
          </a:xfrm>
          <a:prstGeom prst="rect">
            <a:avLst/>
          </a:prstGeom>
          <a:solidFill>
            <a:srgbClr val="0F1426"/>
          </a:solidFill>
          <a:ln/>
        </p:spPr>
      </p:sp>
      <p:sp>
        <p:nvSpPr>
          <p:cNvPr id="64" name="Shape 60"/>
          <p:cNvSpPr/>
          <p:nvPr/>
        </p:nvSpPr>
        <p:spPr>
          <a:xfrm>
            <a:off x="6464808" y="4608576"/>
            <a:ext cx="548640" cy="548640"/>
          </a:xfrm>
          <a:prstGeom prst="rect">
            <a:avLst/>
          </a:prstGeom>
          <a:solidFill>
            <a:srgbClr val="22201F"/>
          </a:solidFill>
          <a:ln/>
        </p:spPr>
      </p:sp>
      <p:sp>
        <p:nvSpPr>
          <p:cNvPr id="65" name="Shape 61"/>
          <p:cNvSpPr/>
          <p:nvPr/>
        </p:nvSpPr>
        <p:spPr>
          <a:xfrm>
            <a:off x="6515100" y="4658868"/>
            <a:ext cx="448056" cy="448056"/>
          </a:xfrm>
          <a:prstGeom prst="rect">
            <a:avLst/>
          </a:prstGeom>
          <a:solidFill>
            <a:srgbClr val="45C7C1"/>
          </a:solidFill>
          <a:ln/>
        </p:spPr>
      </p:sp>
      <p:sp>
        <p:nvSpPr>
          <p:cNvPr id="66" name="Shape 62"/>
          <p:cNvSpPr/>
          <p:nvPr/>
        </p:nvSpPr>
        <p:spPr>
          <a:xfrm>
            <a:off x="6464808" y="4608576"/>
            <a:ext cx="50292" cy="50292"/>
          </a:xfrm>
          <a:prstGeom prst="rect">
            <a:avLst/>
          </a:prstGeom>
          <a:solidFill>
            <a:srgbClr val="151C33"/>
          </a:solidFill>
          <a:ln/>
        </p:spPr>
      </p:sp>
      <p:sp>
        <p:nvSpPr>
          <p:cNvPr id="67" name="Shape 63"/>
          <p:cNvSpPr/>
          <p:nvPr/>
        </p:nvSpPr>
        <p:spPr>
          <a:xfrm>
            <a:off x="6963156" y="4608576"/>
            <a:ext cx="50292" cy="50292"/>
          </a:xfrm>
          <a:prstGeom prst="rect">
            <a:avLst/>
          </a:prstGeom>
          <a:solidFill>
            <a:srgbClr val="151C33"/>
          </a:solidFill>
          <a:ln/>
        </p:spPr>
      </p:sp>
      <p:sp>
        <p:nvSpPr>
          <p:cNvPr id="68" name="Shape 64"/>
          <p:cNvSpPr/>
          <p:nvPr/>
        </p:nvSpPr>
        <p:spPr>
          <a:xfrm>
            <a:off x="6464808" y="5106924"/>
            <a:ext cx="50292" cy="50292"/>
          </a:xfrm>
          <a:prstGeom prst="rect">
            <a:avLst/>
          </a:prstGeom>
          <a:solidFill>
            <a:srgbClr val="151C33"/>
          </a:solidFill>
          <a:ln/>
        </p:spPr>
      </p:sp>
      <p:sp>
        <p:nvSpPr>
          <p:cNvPr id="69" name="Shape 65"/>
          <p:cNvSpPr/>
          <p:nvPr/>
        </p:nvSpPr>
        <p:spPr>
          <a:xfrm>
            <a:off x="6963156" y="5106924"/>
            <a:ext cx="50292" cy="50292"/>
          </a:xfrm>
          <a:prstGeom prst="rect">
            <a:avLst/>
          </a:prstGeom>
          <a:solidFill>
            <a:srgbClr val="151C33"/>
          </a:solidFill>
          <a:ln/>
        </p:spPr>
      </p:sp>
      <p:pic>
        <p:nvPicPr>
          <p:cNvPr id="70" name="Image 2" descr="preencoded.png">    </p:cNvPr>
          <p:cNvPicPr>
            <a:picLocks noChangeAspect="1"/>
          </p:cNvPicPr>
          <p:nvPr/>
        </p:nvPicPr>
        <p:blipFill>
          <a:blip r:embed="rId3"/>
          <a:stretch>
            <a:fillRect/>
          </a:stretch>
        </p:blipFill>
        <p:spPr>
          <a:xfrm>
            <a:off x="6585509" y="4729277"/>
            <a:ext cx="307238" cy="307238"/>
          </a:xfrm>
          <a:prstGeom prst="rect">
            <a:avLst/>
          </a:prstGeom>
        </p:spPr>
      </p:pic>
      <p:sp>
        <p:nvSpPr>
          <p:cNvPr id="71" name="Text 66"/>
          <p:cNvSpPr txBox="1"/>
          <p:nvPr/>
        </p:nvSpPr>
        <p:spPr>
          <a:xfrm>
            <a:off x="7223760" y="4562856"/>
            <a:ext cx="4297680" cy="347472"/>
          </a:xfrm>
          <a:prstGeom prst="rect">
            <a:avLst/>
          </a:prstGeom>
          <a:noFill/>
          <a:ln/>
        </p:spPr>
        <p:txBody>
          <a:bodyPr wrap="square" lIns="0" tIns="0" rIns="0" bIns="0" rtlCol="0" anchor="t"/>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게임 소재로 딱 좋은 이유</a:t>
            </a:r>
            <a:endParaRPr lang="ko-KR" sz="1500" dirty="0"/>
          </a:p>
        </p:txBody>
      </p:sp>
      <p:sp>
        <p:nvSpPr>
          <p:cNvPr id="72" name="Text 67"/>
          <p:cNvSpPr txBox="1"/>
          <p:nvPr/>
        </p:nvSpPr>
        <p:spPr>
          <a:xfrm>
            <a:off x="7223760" y="4928616"/>
            <a:ext cx="4343400" cy="658368"/>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누구나 받아 본 문자라 설명 없이 몰입하고,</a:t>
            </a:r>
            <a:endParaRPr lang="ko-KR" sz="1200" dirty="0"/>
          </a:p>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진짜와 가짜의 작은 차이가 그대로 퍼즐이 된다.</a:t>
            </a:r>
            <a:endParaRPr lang="ko-KR" sz="1200" dirty="0"/>
          </a:p>
        </p:txBody>
      </p:sp>
      <p:sp>
        <p:nvSpPr>
          <p:cNvPr id="73" name="Shape 68"/>
          <p:cNvSpPr/>
          <p:nvPr/>
        </p:nvSpPr>
        <p:spPr>
          <a:xfrm>
            <a:off x="548640" y="5870448"/>
            <a:ext cx="11091672" cy="457200"/>
          </a:xfrm>
          <a:prstGeom prst="rect">
            <a:avLst/>
          </a:prstGeom>
          <a:solidFill>
            <a:srgbClr val="B08E1C"/>
          </a:solidFill>
          <a:ln/>
        </p:spPr>
      </p:sp>
      <p:sp>
        <p:nvSpPr>
          <p:cNvPr id="74" name="Shape 69"/>
          <p:cNvSpPr/>
          <p:nvPr/>
        </p:nvSpPr>
        <p:spPr>
          <a:xfrm>
            <a:off x="598932" y="5920740"/>
            <a:ext cx="10991088" cy="356616"/>
          </a:xfrm>
          <a:prstGeom prst="rect">
            <a:avLst/>
          </a:prstGeom>
          <a:solidFill>
            <a:srgbClr val="F2EBD9"/>
          </a:solidFill>
          <a:ln/>
        </p:spPr>
      </p:sp>
      <p:sp>
        <p:nvSpPr>
          <p:cNvPr id="75" name="Shape 70"/>
          <p:cNvSpPr/>
          <p:nvPr/>
        </p:nvSpPr>
        <p:spPr>
          <a:xfrm>
            <a:off x="548640" y="5870448"/>
            <a:ext cx="50292" cy="50292"/>
          </a:xfrm>
          <a:prstGeom prst="rect">
            <a:avLst/>
          </a:prstGeom>
          <a:solidFill>
            <a:srgbClr val="0F1426"/>
          </a:solidFill>
          <a:ln/>
        </p:spPr>
      </p:sp>
      <p:sp>
        <p:nvSpPr>
          <p:cNvPr id="76" name="Shape 71"/>
          <p:cNvSpPr/>
          <p:nvPr/>
        </p:nvSpPr>
        <p:spPr>
          <a:xfrm>
            <a:off x="11590020" y="5870448"/>
            <a:ext cx="50292" cy="50292"/>
          </a:xfrm>
          <a:prstGeom prst="rect">
            <a:avLst/>
          </a:prstGeom>
          <a:solidFill>
            <a:srgbClr val="0F1426"/>
          </a:solidFill>
          <a:ln/>
        </p:spPr>
      </p:sp>
      <p:sp>
        <p:nvSpPr>
          <p:cNvPr id="77" name="Shape 72"/>
          <p:cNvSpPr/>
          <p:nvPr/>
        </p:nvSpPr>
        <p:spPr>
          <a:xfrm>
            <a:off x="548640" y="6277356"/>
            <a:ext cx="50292" cy="50292"/>
          </a:xfrm>
          <a:prstGeom prst="rect">
            <a:avLst/>
          </a:prstGeom>
          <a:solidFill>
            <a:srgbClr val="0F1426"/>
          </a:solidFill>
          <a:ln/>
        </p:spPr>
      </p:sp>
      <p:sp>
        <p:nvSpPr>
          <p:cNvPr id="78" name="Shape 73"/>
          <p:cNvSpPr/>
          <p:nvPr/>
        </p:nvSpPr>
        <p:spPr>
          <a:xfrm>
            <a:off x="11590020" y="6277356"/>
            <a:ext cx="50292" cy="50292"/>
          </a:xfrm>
          <a:prstGeom prst="rect">
            <a:avLst/>
          </a:prstGeom>
          <a:solidFill>
            <a:srgbClr val="0F1426"/>
          </a:solidFill>
          <a:ln/>
        </p:spPr>
      </p:sp>
      <p:sp>
        <p:nvSpPr>
          <p:cNvPr id="79" name="Text 74"/>
          <p:cNvSpPr txBox="1"/>
          <p:nvPr/>
        </p:nvSpPr>
        <p:spPr>
          <a:xfrm>
            <a:off x="731520" y="5870448"/>
            <a:ext cx="10789920" cy="457200"/>
          </a:xfrm>
          <a:prstGeom prst="rect">
            <a:avLst/>
          </a:prstGeom>
          <a:noFill/>
          <a:ln/>
        </p:spPr>
        <p:txBody>
          <a:bodyPr wrap="square" lIns="0" tIns="0" rIns="0" bIns="0" rtlCol="0" anchor="ctr"/>
          <a:lstStyle/>
          <a:p>
            <a:pPr indent="0" marL="0">
              <a:buNone/>
            </a:pPr>
            <a:r>
              <a:rPr lang="ko-KR" altLang="en-US" sz="1400" b="1" dirty="0">
                <a:solidFill>
                  <a:srgbClr val="8E2B25"/>
                </a:solidFill>
                <a:latin typeface="맑은 고딕" pitchFamily="34" charset="0"/>
                <a:ea typeface="맑은 고딕" pitchFamily="34" charset="-122"/>
                <a:cs typeface="맑은 고딕" pitchFamily="34" charset="-120"/>
              </a:rPr>
              <a:t>→ 누구나 겪는 '이거 진짜일까?'의 순간을, 단서를 대조해 가려내는 추리 게임으로 만든다</a:t>
            </a:r>
            <a:endParaRPr lang="ko-KR" sz="14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29184"/>
            <a:ext cx="1956816" cy="310896"/>
          </a:xfrm>
          <a:prstGeom prst="rect">
            <a:avLst/>
          </a:prstGeom>
          <a:solidFill>
            <a:srgbClr val="22201F"/>
          </a:solidFill>
          <a:ln/>
        </p:spPr>
      </p:sp>
      <p:sp>
        <p:nvSpPr>
          <p:cNvPr id="3" name="Shape 1"/>
          <p:cNvSpPr/>
          <p:nvPr/>
        </p:nvSpPr>
        <p:spPr>
          <a:xfrm>
            <a:off x="598932" y="379476"/>
            <a:ext cx="185623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45516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455164" y="589788"/>
            <a:ext cx="50292" cy="50292"/>
          </a:xfrm>
          <a:prstGeom prst="rect">
            <a:avLst/>
          </a:prstGeom>
          <a:solidFill>
            <a:srgbClr val="0F1426"/>
          </a:solidFill>
          <a:ln/>
        </p:spPr>
      </p:sp>
      <p:sp>
        <p:nvSpPr>
          <p:cNvPr id="8" name="Text 6"/>
          <p:cNvSpPr txBox="1"/>
          <p:nvPr/>
        </p:nvSpPr>
        <p:spPr>
          <a:xfrm>
            <a:off x="548640" y="329184"/>
            <a:ext cx="195681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01  시장 · 경쟁 분석</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비슷한 게임은 있지만, 같은 경험은 없다</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1581912"/>
                <a:gridCol w="2331720"/>
                <a:gridCol w="2331720"/>
                <a:gridCol w="2331720"/>
                <a:gridCol w="2514600"/>
              </a:tblGrid>
              <a:tr h="457200">
                <a:tc>
                  <a:txBody>
                    <a:bodyPr/>
                    <a:lstStyle/>
                    <a:p>
                      <a:pPr algn="ctr" indent="0" marL="0">
                        <a:buNone/>
                      </a:pPr>
                      <a:endParaRPr lang="en-US" sz="130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algn="ctr" indent="0" marL="0">
                        <a:buNone/>
                      </a:pPr>
                      <a:r>
                        <a:rPr lang="en-US" sz="1300" b="1" dirty="0">
                          <a:solidFill>
                            <a:srgbClr val="FFFFFF"/>
                          </a:solidFill>
                          <a:latin typeface="Galmuri11" pitchFamily="34" charset="0"/>
                          <a:ea typeface="Galmuri11" pitchFamily="34" charset="-122"/>
                          <a:cs typeface="Galmuri11" pitchFamily="34" charset="-120"/>
                        </a:rPr>
                        <a:t>Papers, Please</a:t>
                      </a:r>
                      <a:endParaRPr lang="en-US" sz="130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algn="ctr" indent="0" marL="0">
                        <a:buNone/>
                      </a:pPr>
                      <a:r>
                        <a:rPr lang="en-US" sz="1300" b="1" dirty="0">
                          <a:solidFill>
                            <a:srgbClr val="FFFFFF"/>
                          </a:solidFill>
                          <a:latin typeface="Galmuri11" pitchFamily="34" charset="0"/>
                          <a:ea typeface="Galmuri11" pitchFamily="34" charset="-122"/>
                          <a:cs typeface="Galmuri11" pitchFamily="34" charset="-120"/>
                        </a:rPr>
                        <a:t>Jigsaw Phishing Quiz</a:t>
                      </a:r>
                      <a:endParaRPr lang="en-US" sz="130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algn="ctr" indent="0" marL="0">
                        <a:buNone/>
                      </a:pPr>
                      <a:r>
                        <a:rPr lang="en-US" sz="1300" b="1" dirty="0">
                          <a:solidFill>
                            <a:srgbClr val="FFFFFF"/>
                          </a:solidFill>
                          <a:latin typeface="Galmuri11" pitchFamily="34" charset="0"/>
                          <a:ea typeface="Galmuri11" pitchFamily="34" charset="-122"/>
                          <a:cs typeface="Galmuri11" pitchFamily="34" charset="-120"/>
                        </a:rPr>
                        <a:t>CyberStart</a:t>
                      </a:r>
                      <a:endParaRPr lang="en-US" sz="130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algn="ctr" indent="0" marL="0">
                        <a:buNone/>
                      </a:pPr>
                      <a:r>
                        <a:rPr lang="en-US" sz="1300" b="1" dirty="0">
                          <a:solidFill>
                            <a:srgbClr val="22201F"/>
                          </a:solidFill>
                          <a:latin typeface="Galmuri11" pitchFamily="34" charset="0"/>
                          <a:ea typeface="Galmuri11" pitchFamily="34" charset="-122"/>
                          <a:cs typeface="Galmuri11" pitchFamily="34" charset="-120"/>
                        </a:rPr>
                        <a:t>Data, Please.</a:t>
                      </a:r>
                      <a:endParaRPr lang="en-US" sz="130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45C7C1"/>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장르</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문서 심사 시뮬레이션</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피싱 판별 퀴즈</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보안 퍼즐·챌린지</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창구 심사 추리 퍼즐</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핵심 플레이</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입국 서류·규칙 대조</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메일 한 통씩 판별</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기술 과제 풀이</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문자·메일·파일·로그인 대조</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판정</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승인 · 거부</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정상 · 피싱</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과제별</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승인 · 거부 · 추가 확인</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결과 공개</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하루가 끝난 뒤</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문항마다 즉시</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과제별</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근무가 끝난 뒤 해설</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반복 동기</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스토리 · 엔딩</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없음</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단계 진행</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2EBD9"/>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난이도 4단계 · 경쟁 모드 랭킹</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r h="457200">
                <a:tc>
                  <a:txBody>
                    <a:bodyPr/>
                    <a:lstStyle/>
                    <a:p>
                      <a:pPr algn="l" indent="0" marL="0">
                        <a:buNone/>
                      </a:pPr>
                      <a:r>
                        <a:rPr lang="en-US" sz="1250" b="1" dirty="0">
                          <a:solidFill>
                            <a:srgbClr val="FFFFFF"/>
                          </a:solidFill>
                          <a:latin typeface="Galmuri11" pitchFamily="34" charset="0"/>
                          <a:ea typeface="Galmuri11" pitchFamily="34" charset="-122"/>
                          <a:cs typeface="Galmuri11" pitchFamily="34" charset="-120"/>
                        </a:rPr>
                        <a:t>플랫폼 · 상태</a:t>
                      </a:r>
                      <a:endParaRPr lang="en-US" sz="1250" dirty="0">
                        <a:latin typeface="Galmuri11" charset="0"/>
                        <a:ea typeface="Galmuri11" charset="0"/>
                        <a:cs typeface="Galmuri11"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PC · 모바일 출시</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2019년 웹 공개</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dirty="0">
                          <a:solidFill>
                            <a:srgbClr val="22201F"/>
                          </a:solidFill>
                          <a:latin typeface="맑은 고딕" pitchFamily="34" charset="0"/>
                          <a:ea typeface="맑은 고딕" pitchFamily="34" charset="-122"/>
                          <a:cs typeface="맑은 고딕" pitchFamily="34" charset="-120"/>
                        </a:rPr>
                        <a:t>2024년 종료</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3D7BC"/>
                    </a:solidFill>
                  </a:tcPr>
                </a:tc>
                <a:tc>
                  <a:txBody>
                    <a:bodyPr/>
                    <a:lstStyle/>
                    <a:p>
                      <a:pPr algn="ctr" indent="0" marL="0">
                        <a:buNone/>
                      </a:pPr>
                      <a:r>
                        <a:rPr lang="en-US" sz="1250" b="1" dirty="0">
                          <a:solidFill>
                            <a:srgbClr val="22201F"/>
                          </a:solidFill>
                          <a:latin typeface="맑은 고딕" pitchFamily="34" charset="0"/>
                          <a:ea typeface="맑은 고딕" pitchFamily="34" charset="-122"/>
                          <a:cs typeface="맑은 고딕" pitchFamily="34" charset="-120"/>
                        </a:rPr>
                        <a:t>모바일 세로 · 기획 단계</a:t>
                      </a:r>
                      <a:endParaRPr lang="en-US" sz="1250" dirty="0">
                        <a:latin typeface="맑은 고딕" charset="0"/>
                        <a:ea typeface="맑은 고딕" charset="0"/>
                        <a:cs typeface="맑은 고딕" charset="0"/>
                      </a:endParaRPr>
                    </a:p>
                  </a:txBody>
                  <a:tcPr marL="73152" marR="73152" marT="27432" marB="27432"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9BE3DF"/>
                    </a:solidFill>
                  </a:tcPr>
                </a:tc>
              </a:tr>
            </a:tbl>
          </a:graphicData>
        </a:graphic>
      </p:graphicFrame>
      <p:sp>
        <p:nvSpPr>
          <p:cNvPr id="11" name="Shape 8"/>
          <p:cNvSpPr/>
          <p:nvPr/>
        </p:nvSpPr>
        <p:spPr>
          <a:xfrm>
            <a:off x="548640" y="4956048"/>
            <a:ext cx="11091672" cy="822960"/>
          </a:xfrm>
          <a:prstGeom prst="rect">
            <a:avLst/>
          </a:prstGeom>
          <a:solidFill>
            <a:srgbClr val="3A4E7A"/>
          </a:solidFill>
          <a:ln/>
        </p:spPr>
      </p:sp>
      <p:sp>
        <p:nvSpPr>
          <p:cNvPr id="12" name="Shape 9"/>
          <p:cNvSpPr/>
          <p:nvPr/>
        </p:nvSpPr>
        <p:spPr>
          <a:xfrm>
            <a:off x="598932" y="5006340"/>
            <a:ext cx="10991088" cy="722376"/>
          </a:xfrm>
          <a:prstGeom prst="rect">
            <a:avLst/>
          </a:prstGeom>
          <a:solidFill>
            <a:srgbClr val="151C33"/>
          </a:solidFill>
          <a:ln/>
        </p:spPr>
      </p:sp>
      <p:sp>
        <p:nvSpPr>
          <p:cNvPr id="13" name="Shape 10"/>
          <p:cNvSpPr/>
          <p:nvPr/>
        </p:nvSpPr>
        <p:spPr>
          <a:xfrm>
            <a:off x="548640" y="4956048"/>
            <a:ext cx="50292" cy="50292"/>
          </a:xfrm>
          <a:prstGeom prst="rect">
            <a:avLst/>
          </a:prstGeom>
          <a:solidFill>
            <a:srgbClr val="0F1426"/>
          </a:solidFill>
          <a:ln/>
        </p:spPr>
      </p:sp>
      <p:sp>
        <p:nvSpPr>
          <p:cNvPr id="14" name="Shape 11"/>
          <p:cNvSpPr/>
          <p:nvPr/>
        </p:nvSpPr>
        <p:spPr>
          <a:xfrm>
            <a:off x="11590020" y="4956048"/>
            <a:ext cx="50292" cy="50292"/>
          </a:xfrm>
          <a:prstGeom prst="rect">
            <a:avLst/>
          </a:prstGeom>
          <a:solidFill>
            <a:srgbClr val="0F1426"/>
          </a:solidFill>
          <a:ln/>
        </p:spPr>
      </p:sp>
      <p:sp>
        <p:nvSpPr>
          <p:cNvPr id="15" name="Shape 12"/>
          <p:cNvSpPr/>
          <p:nvPr/>
        </p:nvSpPr>
        <p:spPr>
          <a:xfrm>
            <a:off x="548640" y="5728716"/>
            <a:ext cx="50292" cy="50292"/>
          </a:xfrm>
          <a:prstGeom prst="rect">
            <a:avLst/>
          </a:prstGeom>
          <a:solidFill>
            <a:srgbClr val="0F1426"/>
          </a:solidFill>
          <a:ln/>
        </p:spPr>
      </p:sp>
      <p:sp>
        <p:nvSpPr>
          <p:cNvPr id="16" name="Shape 13"/>
          <p:cNvSpPr/>
          <p:nvPr/>
        </p:nvSpPr>
        <p:spPr>
          <a:xfrm>
            <a:off x="11590020" y="5728716"/>
            <a:ext cx="50292" cy="50292"/>
          </a:xfrm>
          <a:prstGeom prst="rect">
            <a:avLst/>
          </a:prstGeom>
          <a:solidFill>
            <a:srgbClr val="0F1426"/>
          </a:solidFill>
          <a:ln/>
        </p:spPr>
      </p:sp>
      <p:pic>
        <p:nvPicPr>
          <p:cNvPr id="17" name="Image 0" descr="preencoded.png">    </p:cNvPr>
          <p:cNvPicPr>
            <a:picLocks noChangeAspect="1"/>
          </p:cNvPicPr>
          <p:nvPr/>
        </p:nvPicPr>
        <p:blipFill>
          <a:blip r:embed="rId1"/>
          <a:stretch>
            <a:fillRect/>
          </a:stretch>
        </p:blipFill>
        <p:spPr>
          <a:xfrm>
            <a:off x="777240" y="5138928"/>
            <a:ext cx="438912" cy="438912"/>
          </a:xfrm>
          <a:prstGeom prst="rect">
            <a:avLst/>
          </a:prstGeom>
        </p:spPr>
      </p:pic>
      <p:sp>
        <p:nvSpPr>
          <p:cNvPr id="18" name="Text 14"/>
          <p:cNvSpPr txBox="1"/>
          <p:nvPr/>
        </p:nvSpPr>
        <p:spPr>
          <a:xfrm>
            <a:off x="1371600" y="5001768"/>
            <a:ext cx="10149840" cy="731520"/>
          </a:xfrm>
          <a:prstGeom prst="rect">
            <a:avLst/>
          </a:prstGeom>
          <a:noFill/>
          <a:ln/>
        </p:spPr>
        <p:txBody>
          <a:bodyPr wrap="square" lIns="0" tIns="0" rIns="0" bIns="0" rtlCol="0" anchor="ctr"/>
          <a:lstStyle/>
          <a:p>
            <a:pPr indent="0" marL="0">
              <a:lnSpc>
                <a:spcPct val="115000"/>
              </a:lnSpc>
              <a:buNone/>
            </a:pPr>
            <a:r>
              <a:rPr lang="ko-KR" altLang="en-US" sz="1300" b="1" dirty="0">
                <a:solidFill>
                  <a:srgbClr val="45C7C1"/>
                </a:solidFill>
                <a:latin typeface="맑은 고딕" pitchFamily="34" charset="0"/>
                <a:ea typeface="맑은 고딕" pitchFamily="34" charset="-122"/>
                <a:cs typeface="맑은 고딕" pitchFamily="34" charset="-120"/>
              </a:rPr>
              <a:t>시장 포인트  </a:t>
            </a:r>
            <a:pPr indent="0" marL="0">
              <a:lnSpc>
                <a:spcPct val="115000"/>
              </a:lnSpc>
              <a:buNone/>
            </a:pPr>
            <a:r>
              <a:rPr lang="ko-KR" altLang="en-US" sz="1300" dirty="0">
                <a:solidFill>
                  <a:srgbClr val="FFFFFF"/>
                </a:solidFill>
                <a:latin typeface="맑은 고딕" pitchFamily="34" charset="0"/>
                <a:ea typeface="맑은 고딕" pitchFamily="34" charset="-122"/>
                <a:cs typeface="맑은 고딕" pitchFamily="34" charset="-120"/>
              </a:rPr>
              <a:t>세로 한 손·10~15분 한 판의 캐주얼 퍼즐 이용자, 그리고 가족·친구가 같이 해 볼 거리를 찾는 이용자.</a:t>
            </a:r>
            <a:pPr indent="0" marL="0">
              <a:lnSpc>
                <a:spcPct val="115000"/>
              </a:lnSpc>
              <a:buNone/>
            </a:pPr>
            <a:endParaRPr lang="ko-KR" sz="1300" dirty="0"/>
          </a:p>
          <a:p>
            <a:pPr indent="0" marL="0">
              <a:lnSpc>
                <a:spcPct val="115000"/>
              </a:lnSpc>
              <a:buNone/>
            </a:pPr>
            <a:r>
              <a:rPr lang="ko-KR" altLang="en-US" sz="1300" b="1" dirty="0">
                <a:solidFill>
                  <a:srgbClr val="F7D84A"/>
                </a:solidFill>
                <a:latin typeface="맑은 고딕" pitchFamily="34" charset="0"/>
                <a:ea typeface="맑은 고딕" pitchFamily="34" charset="-122"/>
                <a:cs typeface="맑은 고딕" pitchFamily="34" charset="-120"/>
              </a:rPr>
              <a:t>빈자리  </a:t>
            </a:r>
            <a:pPr indent="0" marL="0">
              <a:lnSpc>
                <a:spcPct val="115000"/>
              </a:lnSpc>
              <a:buNone/>
            </a:pPr>
            <a:r>
              <a:rPr lang="ko-KR" altLang="en-US" sz="1300" dirty="0">
                <a:solidFill>
                  <a:srgbClr val="FFFFFF"/>
                </a:solidFill>
                <a:latin typeface="맑은 고딕" pitchFamily="34" charset="0"/>
                <a:ea typeface="맑은 고딕" pitchFamily="34" charset="-122"/>
                <a:cs typeface="맑은 고딕" pitchFamily="34" charset="-120"/>
              </a:rPr>
              <a:t>심사 장르의 재미 × 생활 속 사칭 사건 × 모바일 세로 화면을 함께 가진 게임이 없다.</a:t>
            </a:r>
            <a:endParaRPr lang="ko-KR" sz="1300" dirty="0"/>
          </a:p>
        </p:txBody>
      </p:sp>
      <p:sp>
        <p:nvSpPr>
          <p:cNvPr id="19" name="Text 15"/>
          <p:cNvSpPr txBox="1"/>
          <p:nvPr/>
        </p:nvSpPr>
        <p:spPr>
          <a:xfrm>
            <a:off x="548640" y="5897880"/>
            <a:ext cx="11064240" cy="365760"/>
          </a:xfrm>
          <a:prstGeom prst="rect">
            <a:avLst/>
          </a:prstGeom>
          <a:noFill/>
          <a:ln/>
        </p:spPr>
        <p:txBody>
          <a:bodyPr wrap="square" lIns="0" tIns="0" rIns="0" bIns="0" rtlCol="0" anchor="t"/>
          <a:lstStyle/>
          <a:p>
            <a:pPr indent="0" marL="0">
              <a:buNone/>
            </a:pPr>
            <a:r>
              <a:rPr lang="ko-KR" altLang="en-US" sz="950" dirty="0">
                <a:solidFill>
                  <a:srgbClr val="8197B5"/>
                </a:solidFill>
                <a:latin typeface="Galmuri11" pitchFamily="34" charset="0"/>
                <a:ea typeface="Galmuri11" pitchFamily="34" charset="-122"/>
                <a:cs typeface="Galmuri11" pitchFamily="34" charset="-120"/>
              </a:rPr>
              <a:t>출처: Pocket Gamer(2022.07) Papers, Please 모바일 출시 / Dark Reading(2019.01.23) Google 피싱 퀴즈 / HackerDNA(2026) CyberStart 종료 — 2026년 10월 조사. 공개 자료 기준 비교이며 Data, Please. 열은 기획 목표.</a:t>
            </a:r>
            <a:endParaRPr lang="ko-KR" sz="9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01  SWOT 분석</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강점은 살리고, 약점은 설계로 막는다</a:t>
            </a:r>
            <a:endParaRPr lang="en-US" sz="2800" dirty="0"/>
          </a:p>
        </p:txBody>
      </p:sp>
      <p:sp>
        <p:nvSpPr>
          <p:cNvPr id="10" name="Shape 8"/>
          <p:cNvSpPr/>
          <p:nvPr/>
        </p:nvSpPr>
        <p:spPr>
          <a:xfrm>
            <a:off x="548640" y="1572768"/>
            <a:ext cx="5486400" cy="1984248"/>
          </a:xfrm>
          <a:prstGeom prst="rect">
            <a:avLst/>
          </a:prstGeom>
          <a:solidFill>
            <a:srgbClr val="3FBF6F"/>
          </a:solidFill>
          <a:ln/>
        </p:spPr>
      </p:sp>
      <p:sp>
        <p:nvSpPr>
          <p:cNvPr id="11" name="Shape 9"/>
          <p:cNvSpPr/>
          <p:nvPr/>
        </p:nvSpPr>
        <p:spPr>
          <a:xfrm>
            <a:off x="598932" y="1623060"/>
            <a:ext cx="5385816" cy="1883664"/>
          </a:xfrm>
          <a:prstGeom prst="rect">
            <a:avLst/>
          </a:prstGeom>
          <a:solidFill>
            <a:srgbClr val="1F2A4A"/>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5984748" y="1572768"/>
            <a:ext cx="50292" cy="50292"/>
          </a:xfrm>
          <a:prstGeom prst="rect">
            <a:avLst/>
          </a:prstGeom>
          <a:solidFill>
            <a:srgbClr val="0F1426"/>
          </a:solidFill>
          <a:ln/>
        </p:spPr>
      </p:sp>
      <p:sp>
        <p:nvSpPr>
          <p:cNvPr id="14" name="Shape 12"/>
          <p:cNvSpPr/>
          <p:nvPr/>
        </p:nvSpPr>
        <p:spPr>
          <a:xfrm>
            <a:off x="548640" y="3506724"/>
            <a:ext cx="50292" cy="50292"/>
          </a:xfrm>
          <a:prstGeom prst="rect">
            <a:avLst/>
          </a:prstGeom>
          <a:solidFill>
            <a:srgbClr val="0F1426"/>
          </a:solidFill>
          <a:ln/>
        </p:spPr>
      </p:sp>
      <p:sp>
        <p:nvSpPr>
          <p:cNvPr id="15" name="Shape 13"/>
          <p:cNvSpPr/>
          <p:nvPr/>
        </p:nvSpPr>
        <p:spPr>
          <a:xfrm>
            <a:off x="5984748" y="3506724"/>
            <a:ext cx="50292" cy="50292"/>
          </a:xfrm>
          <a:prstGeom prst="rect">
            <a:avLst/>
          </a:prstGeom>
          <a:solidFill>
            <a:srgbClr val="0F1426"/>
          </a:solidFill>
          <a:ln/>
        </p:spPr>
      </p:sp>
      <p:sp>
        <p:nvSpPr>
          <p:cNvPr id="16" name="Shape 14"/>
          <p:cNvSpPr/>
          <p:nvPr/>
        </p:nvSpPr>
        <p:spPr>
          <a:xfrm>
            <a:off x="731520" y="1755648"/>
            <a:ext cx="566928" cy="566928"/>
          </a:xfrm>
          <a:prstGeom prst="rect">
            <a:avLst/>
          </a:prstGeom>
          <a:solidFill>
            <a:srgbClr val="22201F"/>
          </a:solidFill>
          <a:ln/>
        </p:spPr>
      </p:sp>
      <p:sp>
        <p:nvSpPr>
          <p:cNvPr id="17" name="Shape 15"/>
          <p:cNvSpPr/>
          <p:nvPr/>
        </p:nvSpPr>
        <p:spPr>
          <a:xfrm>
            <a:off x="781812" y="1805940"/>
            <a:ext cx="466344" cy="466344"/>
          </a:xfrm>
          <a:prstGeom prst="rect">
            <a:avLst/>
          </a:prstGeom>
          <a:solidFill>
            <a:srgbClr val="3FBF6F"/>
          </a:solidFill>
          <a:ln/>
        </p:spPr>
      </p:sp>
      <p:sp>
        <p:nvSpPr>
          <p:cNvPr id="18" name="Shape 16"/>
          <p:cNvSpPr/>
          <p:nvPr/>
        </p:nvSpPr>
        <p:spPr>
          <a:xfrm>
            <a:off x="731520" y="1755648"/>
            <a:ext cx="50292" cy="50292"/>
          </a:xfrm>
          <a:prstGeom prst="rect">
            <a:avLst/>
          </a:prstGeom>
          <a:solidFill>
            <a:srgbClr val="1F2A4A"/>
          </a:solidFill>
          <a:ln/>
        </p:spPr>
      </p:sp>
      <p:sp>
        <p:nvSpPr>
          <p:cNvPr id="19" name="Shape 17"/>
          <p:cNvSpPr/>
          <p:nvPr/>
        </p:nvSpPr>
        <p:spPr>
          <a:xfrm>
            <a:off x="1248156" y="1755648"/>
            <a:ext cx="50292" cy="50292"/>
          </a:xfrm>
          <a:prstGeom prst="rect">
            <a:avLst/>
          </a:prstGeom>
          <a:solidFill>
            <a:srgbClr val="1F2A4A"/>
          </a:solidFill>
          <a:ln/>
        </p:spPr>
      </p:sp>
      <p:sp>
        <p:nvSpPr>
          <p:cNvPr id="20" name="Shape 18"/>
          <p:cNvSpPr/>
          <p:nvPr/>
        </p:nvSpPr>
        <p:spPr>
          <a:xfrm>
            <a:off x="731520" y="2272284"/>
            <a:ext cx="50292" cy="50292"/>
          </a:xfrm>
          <a:prstGeom prst="rect">
            <a:avLst/>
          </a:prstGeom>
          <a:solidFill>
            <a:srgbClr val="1F2A4A"/>
          </a:solidFill>
          <a:ln/>
        </p:spPr>
      </p:sp>
      <p:sp>
        <p:nvSpPr>
          <p:cNvPr id="21" name="Shape 19"/>
          <p:cNvSpPr/>
          <p:nvPr/>
        </p:nvSpPr>
        <p:spPr>
          <a:xfrm>
            <a:off x="1248156" y="2272284"/>
            <a:ext cx="50292" cy="50292"/>
          </a:xfrm>
          <a:prstGeom prst="rect">
            <a:avLst/>
          </a:prstGeom>
          <a:solidFill>
            <a:srgbClr val="1F2A4A"/>
          </a:solidFill>
          <a:ln/>
        </p:spPr>
      </p:sp>
      <p:sp>
        <p:nvSpPr>
          <p:cNvPr id="22" name="Text 20"/>
          <p:cNvSpPr txBox="1"/>
          <p:nvPr/>
        </p:nvSpPr>
        <p:spPr>
          <a:xfrm>
            <a:off x="731520" y="1755648"/>
            <a:ext cx="566928" cy="566928"/>
          </a:xfrm>
          <a:prstGeom prst="rect">
            <a:avLst/>
          </a:prstGeom>
          <a:noFill/>
          <a:ln/>
        </p:spPr>
        <p:txBody>
          <a:bodyPr wrap="square" lIns="0" tIns="0" rIns="0" bIns="0" rtlCol="0" anchor="ctr"/>
          <a:lstStyle/>
          <a:p>
            <a:pPr algn="ctr" indent="0" marL="0">
              <a:buNone/>
            </a:pPr>
            <a:r>
              <a:rPr lang="ko-KR" altLang="en-US" sz="2400" dirty="0">
                <a:solidFill>
                  <a:srgbClr val="22201F"/>
                </a:solidFill>
                <a:latin typeface="Galmuri14" pitchFamily="34" charset="0"/>
                <a:ea typeface="Galmuri14" pitchFamily="34" charset="-122"/>
                <a:cs typeface="Galmuri14" pitchFamily="34" charset="-120"/>
              </a:rPr>
              <a:t>S</a:t>
            </a:r>
            <a:endParaRPr lang="ko-KR" sz="2400" dirty="0"/>
          </a:p>
        </p:txBody>
      </p:sp>
      <p:sp>
        <p:nvSpPr>
          <p:cNvPr id="23" name="Text 21"/>
          <p:cNvSpPr txBox="1"/>
          <p:nvPr/>
        </p:nvSpPr>
        <p:spPr>
          <a:xfrm>
            <a:off x="1444752" y="1773936"/>
            <a:ext cx="2743200" cy="530352"/>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강점</a:t>
            </a:r>
            <a:endParaRPr lang="ko-KR" sz="1900" dirty="0"/>
          </a:p>
        </p:txBody>
      </p:sp>
      <p:sp>
        <p:nvSpPr>
          <p:cNvPr id="24" name="Text 22"/>
          <p:cNvSpPr txBox="1"/>
          <p:nvPr/>
        </p:nvSpPr>
        <p:spPr>
          <a:xfrm>
            <a:off x="1444752" y="2359152"/>
            <a:ext cx="4434840" cy="1115568"/>
          </a:xfrm>
          <a:prstGeom prst="rect">
            <a:avLst/>
          </a:prstGeom>
          <a:noFill/>
          <a:ln/>
        </p:spPr>
        <p:txBody>
          <a:bodyPr wrap="square" lIns="0" tIns="0" rIns="0" bIns="0" rtlCol="0" anchor="t"/>
          <a:lstStyle/>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서류 대조 + 3가지 판정의 독창적인 플레이</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택배·가족·파일 등 누구나 겪는 생활 사건</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판정 규칙을 데이터로 분리 → 사건 추가가 쉬움</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HTML 시제품으로 흐름을 미리 검증</a:t>
            </a:r>
            <a:endParaRPr lang="ko-KR" sz="1250" dirty="0"/>
          </a:p>
        </p:txBody>
      </p:sp>
      <p:sp>
        <p:nvSpPr>
          <p:cNvPr id="25" name="Shape 23"/>
          <p:cNvSpPr/>
          <p:nvPr/>
        </p:nvSpPr>
        <p:spPr>
          <a:xfrm>
            <a:off x="6153912" y="1572768"/>
            <a:ext cx="5486400" cy="1984248"/>
          </a:xfrm>
          <a:prstGeom prst="rect">
            <a:avLst/>
          </a:prstGeom>
          <a:solidFill>
            <a:srgbClr val="F7D84A"/>
          </a:solidFill>
          <a:ln/>
        </p:spPr>
      </p:sp>
      <p:sp>
        <p:nvSpPr>
          <p:cNvPr id="26" name="Shape 24"/>
          <p:cNvSpPr/>
          <p:nvPr/>
        </p:nvSpPr>
        <p:spPr>
          <a:xfrm>
            <a:off x="6204204" y="1623060"/>
            <a:ext cx="5385816" cy="1883664"/>
          </a:xfrm>
          <a:prstGeom prst="rect">
            <a:avLst/>
          </a:prstGeom>
          <a:solidFill>
            <a:srgbClr val="1F2A4A"/>
          </a:solidFill>
          <a:ln/>
        </p:spPr>
      </p:sp>
      <p:sp>
        <p:nvSpPr>
          <p:cNvPr id="27" name="Shape 25"/>
          <p:cNvSpPr/>
          <p:nvPr/>
        </p:nvSpPr>
        <p:spPr>
          <a:xfrm>
            <a:off x="6153912" y="1572768"/>
            <a:ext cx="50292" cy="50292"/>
          </a:xfrm>
          <a:prstGeom prst="rect">
            <a:avLst/>
          </a:prstGeom>
          <a:solidFill>
            <a:srgbClr val="0F1426"/>
          </a:solidFill>
          <a:ln/>
        </p:spPr>
      </p:sp>
      <p:sp>
        <p:nvSpPr>
          <p:cNvPr id="28" name="Shape 26"/>
          <p:cNvSpPr/>
          <p:nvPr/>
        </p:nvSpPr>
        <p:spPr>
          <a:xfrm>
            <a:off x="11590020" y="1572768"/>
            <a:ext cx="50292" cy="50292"/>
          </a:xfrm>
          <a:prstGeom prst="rect">
            <a:avLst/>
          </a:prstGeom>
          <a:solidFill>
            <a:srgbClr val="0F1426"/>
          </a:solidFill>
          <a:ln/>
        </p:spPr>
      </p:sp>
      <p:sp>
        <p:nvSpPr>
          <p:cNvPr id="29" name="Shape 27"/>
          <p:cNvSpPr/>
          <p:nvPr/>
        </p:nvSpPr>
        <p:spPr>
          <a:xfrm>
            <a:off x="6153912" y="3506724"/>
            <a:ext cx="50292" cy="50292"/>
          </a:xfrm>
          <a:prstGeom prst="rect">
            <a:avLst/>
          </a:prstGeom>
          <a:solidFill>
            <a:srgbClr val="0F1426"/>
          </a:solidFill>
          <a:ln/>
        </p:spPr>
      </p:sp>
      <p:sp>
        <p:nvSpPr>
          <p:cNvPr id="30" name="Shape 28"/>
          <p:cNvSpPr/>
          <p:nvPr/>
        </p:nvSpPr>
        <p:spPr>
          <a:xfrm>
            <a:off x="11590020" y="3506724"/>
            <a:ext cx="50292" cy="50292"/>
          </a:xfrm>
          <a:prstGeom prst="rect">
            <a:avLst/>
          </a:prstGeom>
          <a:solidFill>
            <a:srgbClr val="0F1426"/>
          </a:solidFill>
          <a:ln/>
        </p:spPr>
      </p:sp>
      <p:sp>
        <p:nvSpPr>
          <p:cNvPr id="31" name="Shape 29"/>
          <p:cNvSpPr/>
          <p:nvPr/>
        </p:nvSpPr>
        <p:spPr>
          <a:xfrm>
            <a:off x="6336792" y="1755648"/>
            <a:ext cx="566928" cy="566928"/>
          </a:xfrm>
          <a:prstGeom prst="rect">
            <a:avLst/>
          </a:prstGeom>
          <a:solidFill>
            <a:srgbClr val="22201F"/>
          </a:solidFill>
          <a:ln/>
        </p:spPr>
      </p:sp>
      <p:sp>
        <p:nvSpPr>
          <p:cNvPr id="32" name="Shape 30"/>
          <p:cNvSpPr/>
          <p:nvPr/>
        </p:nvSpPr>
        <p:spPr>
          <a:xfrm>
            <a:off x="6387084" y="1805940"/>
            <a:ext cx="466344" cy="466344"/>
          </a:xfrm>
          <a:prstGeom prst="rect">
            <a:avLst/>
          </a:prstGeom>
          <a:solidFill>
            <a:srgbClr val="F7D84A"/>
          </a:solidFill>
          <a:ln/>
        </p:spPr>
      </p:sp>
      <p:sp>
        <p:nvSpPr>
          <p:cNvPr id="33" name="Shape 31"/>
          <p:cNvSpPr/>
          <p:nvPr/>
        </p:nvSpPr>
        <p:spPr>
          <a:xfrm>
            <a:off x="6336792" y="1755648"/>
            <a:ext cx="50292" cy="50292"/>
          </a:xfrm>
          <a:prstGeom prst="rect">
            <a:avLst/>
          </a:prstGeom>
          <a:solidFill>
            <a:srgbClr val="1F2A4A"/>
          </a:solidFill>
          <a:ln/>
        </p:spPr>
      </p:sp>
      <p:sp>
        <p:nvSpPr>
          <p:cNvPr id="34" name="Shape 32"/>
          <p:cNvSpPr/>
          <p:nvPr/>
        </p:nvSpPr>
        <p:spPr>
          <a:xfrm>
            <a:off x="6853428" y="1755648"/>
            <a:ext cx="50292" cy="50292"/>
          </a:xfrm>
          <a:prstGeom prst="rect">
            <a:avLst/>
          </a:prstGeom>
          <a:solidFill>
            <a:srgbClr val="1F2A4A"/>
          </a:solidFill>
          <a:ln/>
        </p:spPr>
      </p:sp>
      <p:sp>
        <p:nvSpPr>
          <p:cNvPr id="35" name="Shape 33"/>
          <p:cNvSpPr/>
          <p:nvPr/>
        </p:nvSpPr>
        <p:spPr>
          <a:xfrm>
            <a:off x="6336792" y="2272284"/>
            <a:ext cx="50292" cy="50292"/>
          </a:xfrm>
          <a:prstGeom prst="rect">
            <a:avLst/>
          </a:prstGeom>
          <a:solidFill>
            <a:srgbClr val="1F2A4A"/>
          </a:solidFill>
          <a:ln/>
        </p:spPr>
      </p:sp>
      <p:sp>
        <p:nvSpPr>
          <p:cNvPr id="36" name="Shape 34"/>
          <p:cNvSpPr/>
          <p:nvPr/>
        </p:nvSpPr>
        <p:spPr>
          <a:xfrm>
            <a:off x="6853428" y="2272284"/>
            <a:ext cx="50292" cy="50292"/>
          </a:xfrm>
          <a:prstGeom prst="rect">
            <a:avLst/>
          </a:prstGeom>
          <a:solidFill>
            <a:srgbClr val="1F2A4A"/>
          </a:solidFill>
          <a:ln/>
        </p:spPr>
      </p:sp>
      <p:sp>
        <p:nvSpPr>
          <p:cNvPr id="37" name="Text 35"/>
          <p:cNvSpPr txBox="1"/>
          <p:nvPr/>
        </p:nvSpPr>
        <p:spPr>
          <a:xfrm>
            <a:off x="6336792" y="1755648"/>
            <a:ext cx="566928" cy="566928"/>
          </a:xfrm>
          <a:prstGeom prst="rect">
            <a:avLst/>
          </a:prstGeom>
          <a:noFill/>
          <a:ln/>
        </p:spPr>
        <p:txBody>
          <a:bodyPr wrap="square" lIns="0" tIns="0" rIns="0" bIns="0" rtlCol="0" anchor="ctr"/>
          <a:lstStyle/>
          <a:p>
            <a:pPr algn="ctr" indent="0" marL="0">
              <a:buNone/>
            </a:pPr>
            <a:r>
              <a:rPr lang="ko-KR" altLang="en-US" sz="2400" dirty="0">
                <a:solidFill>
                  <a:srgbClr val="22201F"/>
                </a:solidFill>
                <a:latin typeface="Galmuri14" pitchFamily="34" charset="0"/>
                <a:ea typeface="Galmuri14" pitchFamily="34" charset="-122"/>
                <a:cs typeface="Galmuri14" pitchFamily="34" charset="-120"/>
              </a:rPr>
              <a:t>W</a:t>
            </a:r>
            <a:endParaRPr lang="ko-KR" sz="2400" dirty="0"/>
          </a:p>
        </p:txBody>
      </p:sp>
      <p:sp>
        <p:nvSpPr>
          <p:cNvPr id="38" name="Text 36"/>
          <p:cNvSpPr txBox="1"/>
          <p:nvPr/>
        </p:nvSpPr>
        <p:spPr>
          <a:xfrm>
            <a:off x="7050024" y="1773936"/>
            <a:ext cx="2743200" cy="530352"/>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약점</a:t>
            </a:r>
            <a:endParaRPr lang="ko-KR" sz="1900" dirty="0"/>
          </a:p>
        </p:txBody>
      </p:sp>
      <p:sp>
        <p:nvSpPr>
          <p:cNvPr id="39" name="Text 37"/>
          <p:cNvSpPr txBox="1"/>
          <p:nvPr/>
        </p:nvSpPr>
        <p:spPr>
          <a:xfrm>
            <a:off x="7050024" y="2359152"/>
            <a:ext cx="4434840" cy="1115568"/>
          </a:xfrm>
          <a:prstGeom prst="rect">
            <a:avLst/>
          </a:prstGeom>
          <a:noFill/>
          <a:ln/>
        </p:spPr>
        <p:txBody>
          <a:bodyPr wrap="square" lIns="0" tIns="0" rIns="0" bIns="0" rtlCol="0" anchor="t"/>
          <a:lstStyle/>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사건을 직접 써야 해서 콘텐츠 제작 부담</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읽을 글이 많아 어린이에게 어려울 수 있음</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4명 · 두 학기라는 짧은 제작 기간</a:t>
            </a:r>
            <a:endParaRPr lang="ko-KR" sz="1250" dirty="0"/>
          </a:p>
        </p:txBody>
      </p:sp>
      <p:sp>
        <p:nvSpPr>
          <p:cNvPr id="40" name="Shape 38"/>
          <p:cNvSpPr/>
          <p:nvPr/>
        </p:nvSpPr>
        <p:spPr>
          <a:xfrm>
            <a:off x="548640" y="3694176"/>
            <a:ext cx="5486400" cy="1984248"/>
          </a:xfrm>
          <a:prstGeom prst="rect">
            <a:avLst/>
          </a:prstGeom>
          <a:solidFill>
            <a:srgbClr val="45C7C1"/>
          </a:solidFill>
          <a:ln/>
        </p:spPr>
      </p:sp>
      <p:sp>
        <p:nvSpPr>
          <p:cNvPr id="41" name="Shape 39"/>
          <p:cNvSpPr/>
          <p:nvPr/>
        </p:nvSpPr>
        <p:spPr>
          <a:xfrm>
            <a:off x="598932" y="3744468"/>
            <a:ext cx="5385816" cy="1883664"/>
          </a:xfrm>
          <a:prstGeom prst="rect">
            <a:avLst/>
          </a:prstGeom>
          <a:solidFill>
            <a:srgbClr val="1F2A4A"/>
          </a:solidFill>
          <a:ln/>
        </p:spPr>
      </p:sp>
      <p:sp>
        <p:nvSpPr>
          <p:cNvPr id="42" name="Shape 40"/>
          <p:cNvSpPr/>
          <p:nvPr/>
        </p:nvSpPr>
        <p:spPr>
          <a:xfrm>
            <a:off x="548640" y="3694176"/>
            <a:ext cx="50292" cy="50292"/>
          </a:xfrm>
          <a:prstGeom prst="rect">
            <a:avLst/>
          </a:prstGeom>
          <a:solidFill>
            <a:srgbClr val="0F1426"/>
          </a:solidFill>
          <a:ln/>
        </p:spPr>
      </p:sp>
      <p:sp>
        <p:nvSpPr>
          <p:cNvPr id="43" name="Shape 41"/>
          <p:cNvSpPr/>
          <p:nvPr/>
        </p:nvSpPr>
        <p:spPr>
          <a:xfrm>
            <a:off x="5984748" y="3694176"/>
            <a:ext cx="50292" cy="50292"/>
          </a:xfrm>
          <a:prstGeom prst="rect">
            <a:avLst/>
          </a:prstGeom>
          <a:solidFill>
            <a:srgbClr val="0F1426"/>
          </a:solidFill>
          <a:ln/>
        </p:spPr>
      </p:sp>
      <p:sp>
        <p:nvSpPr>
          <p:cNvPr id="44" name="Shape 42"/>
          <p:cNvSpPr/>
          <p:nvPr/>
        </p:nvSpPr>
        <p:spPr>
          <a:xfrm>
            <a:off x="548640" y="5628132"/>
            <a:ext cx="50292" cy="50292"/>
          </a:xfrm>
          <a:prstGeom prst="rect">
            <a:avLst/>
          </a:prstGeom>
          <a:solidFill>
            <a:srgbClr val="0F1426"/>
          </a:solidFill>
          <a:ln/>
        </p:spPr>
      </p:sp>
      <p:sp>
        <p:nvSpPr>
          <p:cNvPr id="45" name="Shape 43"/>
          <p:cNvSpPr/>
          <p:nvPr/>
        </p:nvSpPr>
        <p:spPr>
          <a:xfrm>
            <a:off x="5984748" y="5628132"/>
            <a:ext cx="50292" cy="50292"/>
          </a:xfrm>
          <a:prstGeom prst="rect">
            <a:avLst/>
          </a:prstGeom>
          <a:solidFill>
            <a:srgbClr val="0F1426"/>
          </a:solidFill>
          <a:ln/>
        </p:spPr>
      </p:sp>
      <p:sp>
        <p:nvSpPr>
          <p:cNvPr id="46" name="Shape 44"/>
          <p:cNvSpPr/>
          <p:nvPr/>
        </p:nvSpPr>
        <p:spPr>
          <a:xfrm>
            <a:off x="731520" y="3877056"/>
            <a:ext cx="566928" cy="566928"/>
          </a:xfrm>
          <a:prstGeom prst="rect">
            <a:avLst/>
          </a:prstGeom>
          <a:solidFill>
            <a:srgbClr val="22201F"/>
          </a:solidFill>
          <a:ln/>
        </p:spPr>
      </p:sp>
      <p:sp>
        <p:nvSpPr>
          <p:cNvPr id="47" name="Shape 45"/>
          <p:cNvSpPr/>
          <p:nvPr/>
        </p:nvSpPr>
        <p:spPr>
          <a:xfrm>
            <a:off x="781812" y="3927348"/>
            <a:ext cx="466344" cy="466344"/>
          </a:xfrm>
          <a:prstGeom prst="rect">
            <a:avLst/>
          </a:prstGeom>
          <a:solidFill>
            <a:srgbClr val="45C7C1"/>
          </a:solidFill>
          <a:ln/>
        </p:spPr>
      </p:sp>
      <p:sp>
        <p:nvSpPr>
          <p:cNvPr id="48" name="Shape 46"/>
          <p:cNvSpPr/>
          <p:nvPr/>
        </p:nvSpPr>
        <p:spPr>
          <a:xfrm>
            <a:off x="731520" y="3877056"/>
            <a:ext cx="50292" cy="50292"/>
          </a:xfrm>
          <a:prstGeom prst="rect">
            <a:avLst/>
          </a:prstGeom>
          <a:solidFill>
            <a:srgbClr val="1F2A4A"/>
          </a:solidFill>
          <a:ln/>
        </p:spPr>
      </p:sp>
      <p:sp>
        <p:nvSpPr>
          <p:cNvPr id="49" name="Shape 47"/>
          <p:cNvSpPr/>
          <p:nvPr/>
        </p:nvSpPr>
        <p:spPr>
          <a:xfrm>
            <a:off x="1248156" y="3877056"/>
            <a:ext cx="50292" cy="50292"/>
          </a:xfrm>
          <a:prstGeom prst="rect">
            <a:avLst/>
          </a:prstGeom>
          <a:solidFill>
            <a:srgbClr val="1F2A4A"/>
          </a:solidFill>
          <a:ln/>
        </p:spPr>
      </p:sp>
      <p:sp>
        <p:nvSpPr>
          <p:cNvPr id="50" name="Shape 48"/>
          <p:cNvSpPr/>
          <p:nvPr/>
        </p:nvSpPr>
        <p:spPr>
          <a:xfrm>
            <a:off x="731520" y="4393692"/>
            <a:ext cx="50292" cy="50292"/>
          </a:xfrm>
          <a:prstGeom prst="rect">
            <a:avLst/>
          </a:prstGeom>
          <a:solidFill>
            <a:srgbClr val="1F2A4A"/>
          </a:solidFill>
          <a:ln/>
        </p:spPr>
      </p:sp>
      <p:sp>
        <p:nvSpPr>
          <p:cNvPr id="51" name="Shape 49"/>
          <p:cNvSpPr/>
          <p:nvPr/>
        </p:nvSpPr>
        <p:spPr>
          <a:xfrm>
            <a:off x="1248156" y="4393692"/>
            <a:ext cx="50292" cy="50292"/>
          </a:xfrm>
          <a:prstGeom prst="rect">
            <a:avLst/>
          </a:prstGeom>
          <a:solidFill>
            <a:srgbClr val="1F2A4A"/>
          </a:solidFill>
          <a:ln/>
        </p:spPr>
      </p:sp>
      <p:sp>
        <p:nvSpPr>
          <p:cNvPr id="52" name="Text 50"/>
          <p:cNvSpPr txBox="1"/>
          <p:nvPr/>
        </p:nvSpPr>
        <p:spPr>
          <a:xfrm>
            <a:off x="731520" y="3877056"/>
            <a:ext cx="566928" cy="566928"/>
          </a:xfrm>
          <a:prstGeom prst="rect">
            <a:avLst/>
          </a:prstGeom>
          <a:noFill/>
          <a:ln/>
        </p:spPr>
        <p:txBody>
          <a:bodyPr wrap="square" lIns="0" tIns="0" rIns="0" bIns="0" rtlCol="0" anchor="ctr"/>
          <a:lstStyle/>
          <a:p>
            <a:pPr algn="ctr" indent="0" marL="0">
              <a:buNone/>
            </a:pPr>
            <a:r>
              <a:rPr lang="ko-KR" altLang="en-US" sz="2400" dirty="0">
                <a:solidFill>
                  <a:srgbClr val="22201F"/>
                </a:solidFill>
                <a:latin typeface="Galmuri14" pitchFamily="34" charset="0"/>
                <a:ea typeface="Galmuri14" pitchFamily="34" charset="-122"/>
                <a:cs typeface="Galmuri14" pitchFamily="34" charset="-120"/>
              </a:rPr>
              <a:t>O</a:t>
            </a:r>
            <a:endParaRPr lang="ko-KR" sz="2400" dirty="0"/>
          </a:p>
        </p:txBody>
      </p:sp>
      <p:sp>
        <p:nvSpPr>
          <p:cNvPr id="53" name="Text 51"/>
          <p:cNvSpPr txBox="1"/>
          <p:nvPr/>
        </p:nvSpPr>
        <p:spPr>
          <a:xfrm>
            <a:off x="1444752" y="3895344"/>
            <a:ext cx="2743200" cy="530352"/>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기회</a:t>
            </a:r>
            <a:endParaRPr lang="ko-KR" sz="1900" dirty="0"/>
          </a:p>
        </p:txBody>
      </p:sp>
      <p:sp>
        <p:nvSpPr>
          <p:cNvPr id="54" name="Text 52"/>
          <p:cNvSpPr txBox="1"/>
          <p:nvPr/>
        </p:nvSpPr>
        <p:spPr>
          <a:xfrm>
            <a:off x="1444752" y="4480560"/>
            <a:ext cx="4434840" cy="1115568"/>
          </a:xfrm>
          <a:prstGeom prst="rect">
            <a:avLst/>
          </a:prstGeom>
          <a:noFill/>
          <a:ln/>
        </p:spPr>
        <p:txBody>
          <a:bodyPr wrap="square" lIns="0" tIns="0" rIns="0" bIns="0" rtlCol="0" anchor="t"/>
          <a:lstStyle/>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스미싱 급증으로 관심이 커진 소재</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Papers, Please로 검증된 심사 장르의 재미</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가족·친구와 같이 하기 좋은 주제</a:t>
            </a:r>
            <a:endParaRPr lang="ko-KR" sz="1250" dirty="0"/>
          </a:p>
        </p:txBody>
      </p:sp>
      <p:sp>
        <p:nvSpPr>
          <p:cNvPr id="55" name="Shape 53"/>
          <p:cNvSpPr/>
          <p:nvPr/>
        </p:nvSpPr>
        <p:spPr>
          <a:xfrm>
            <a:off x="6153912" y="3694176"/>
            <a:ext cx="5486400" cy="1984248"/>
          </a:xfrm>
          <a:prstGeom prst="rect">
            <a:avLst/>
          </a:prstGeom>
          <a:solidFill>
            <a:srgbClr val="E0503C"/>
          </a:solidFill>
          <a:ln/>
        </p:spPr>
      </p:sp>
      <p:sp>
        <p:nvSpPr>
          <p:cNvPr id="56" name="Shape 54"/>
          <p:cNvSpPr/>
          <p:nvPr/>
        </p:nvSpPr>
        <p:spPr>
          <a:xfrm>
            <a:off x="6204204" y="3744468"/>
            <a:ext cx="5385816" cy="1883664"/>
          </a:xfrm>
          <a:prstGeom prst="rect">
            <a:avLst/>
          </a:prstGeom>
          <a:solidFill>
            <a:srgbClr val="1F2A4A"/>
          </a:solidFill>
          <a:ln/>
        </p:spPr>
      </p:sp>
      <p:sp>
        <p:nvSpPr>
          <p:cNvPr id="57" name="Shape 55"/>
          <p:cNvSpPr/>
          <p:nvPr/>
        </p:nvSpPr>
        <p:spPr>
          <a:xfrm>
            <a:off x="6153912" y="3694176"/>
            <a:ext cx="50292" cy="50292"/>
          </a:xfrm>
          <a:prstGeom prst="rect">
            <a:avLst/>
          </a:prstGeom>
          <a:solidFill>
            <a:srgbClr val="0F1426"/>
          </a:solidFill>
          <a:ln/>
        </p:spPr>
      </p:sp>
      <p:sp>
        <p:nvSpPr>
          <p:cNvPr id="58" name="Shape 56"/>
          <p:cNvSpPr/>
          <p:nvPr/>
        </p:nvSpPr>
        <p:spPr>
          <a:xfrm>
            <a:off x="11590020" y="3694176"/>
            <a:ext cx="50292" cy="50292"/>
          </a:xfrm>
          <a:prstGeom prst="rect">
            <a:avLst/>
          </a:prstGeom>
          <a:solidFill>
            <a:srgbClr val="0F1426"/>
          </a:solidFill>
          <a:ln/>
        </p:spPr>
      </p:sp>
      <p:sp>
        <p:nvSpPr>
          <p:cNvPr id="59" name="Shape 57"/>
          <p:cNvSpPr/>
          <p:nvPr/>
        </p:nvSpPr>
        <p:spPr>
          <a:xfrm>
            <a:off x="6153912" y="5628132"/>
            <a:ext cx="50292" cy="50292"/>
          </a:xfrm>
          <a:prstGeom prst="rect">
            <a:avLst/>
          </a:prstGeom>
          <a:solidFill>
            <a:srgbClr val="0F1426"/>
          </a:solidFill>
          <a:ln/>
        </p:spPr>
      </p:sp>
      <p:sp>
        <p:nvSpPr>
          <p:cNvPr id="60" name="Shape 58"/>
          <p:cNvSpPr/>
          <p:nvPr/>
        </p:nvSpPr>
        <p:spPr>
          <a:xfrm>
            <a:off x="11590020" y="5628132"/>
            <a:ext cx="50292" cy="50292"/>
          </a:xfrm>
          <a:prstGeom prst="rect">
            <a:avLst/>
          </a:prstGeom>
          <a:solidFill>
            <a:srgbClr val="0F1426"/>
          </a:solidFill>
          <a:ln/>
        </p:spPr>
      </p:sp>
      <p:sp>
        <p:nvSpPr>
          <p:cNvPr id="61" name="Shape 59"/>
          <p:cNvSpPr/>
          <p:nvPr/>
        </p:nvSpPr>
        <p:spPr>
          <a:xfrm>
            <a:off x="6336792" y="3877056"/>
            <a:ext cx="566928" cy="566928"/>
          </a:xfrm>
          <a:prstGeom prst="rect">
            <a:avLst/>
          </a:prstGeom>
          <a:solidFill>
            <a:srgbClr val="22201F"/>
          </a:solidFill>
          <a:ln/>
        </p:spPr>
      </p:sp>
      <p:sp>
        <p:nvSpPr>
          <p:cNvPr id="62" name="Shape 60"/>
          <p:cNvSpPr/>
          <p:nvPr/>
        </p:nvSpPr>
        <p:spPr>
          <a:xfrm>
            <a:off x="6387084" y="3927348"/>
            <a:ext cx="466344" cy="466344"/>
          </a:xfrm>
          <a:prstGeom prst="rect">
            <a:avLst/>
          </a:prstGeom>
          <a:solidFill>
            <a:srgbClr val="E0503C"/>
          </a:solidFill>
          <a:ln/>
        </p:spPr>
      </p:sp>
      <p:sp>
        <p:nvSpPr>
          <p:cNvPr id="63" name="Shape 61"/>
          <p:cNvSpPr/>
          <p:nvPr/>
        </p:nvSpPr>
        <p:spPr>
          <a:xfrm>
            <a:off x="6336792" y="3877056"/>
            <a:ext cx="50292" cy="50292"/>
          </a:xfrm>
          <a:prstGeom prst="rect">
            <a:avLst/>
          </a:prstGeom>
          <a:solidFill>
            <a:srgbClr val="1F2A4A"/>
          </a:solidFill>
          <a:ln/>
        </p:spPr>
      </p:sp>
      <p:sp>
        <p:nvSpPr>
          <p:cNvPr id="64" name="Shape 62"/>
          <p:cNvSpPr/>
          <p:nvPr/>
        </p:nvSpPr>
        <p:spPr>
          <a:xfrm>
            <a:off x="6853428" y="3877056"/>
            <a:ext cx="50292" cy="50292"/>
          </a:xfrm>
          <a:prstGeom prst="rect">
            <a:avLst/>
          </a:prstGeom>
          <a:solidFill>
            <a:srgbClr val="1F2A4A"/>
          </a:solidFill>
          <a:ln/>
        </p:spPr>
      </p:sp>
      <p:sp>
        <p:nvSpPr>
          <p:cNvPr id="65" name="Shape 63"/>
          <p:cNvSpPr/>
          <p:nvPr/>
        </p:nvSpPr>
        <p:spPr>
          <a:xfrm>
            <a:off x="6336792" y="4393692"/>
            <a:ext cx="50292" cy="50292"/>
          </a:xfrm>
          <a:prstGeom prst="rect">
            <a:avLst/>
          </a:prstGeom>
          <a:solidFill>
            <a:srgbClr val="1F2A4A"/>
          </a:solidFill>
          <a:ln/>
        </p:spPr>
      </p:sp>
      <p:sp>
        <p:nvSpPr>
          <p:cNvPr id="66" name="Shape 64"/>
          <p:cNvSpPr/>
          <p:nvPr/>
        </p:nvSpPr>
        <p:spPr>
          <a:xfrm>
            <a:off x="6853428" y="4393692"/>
            <a:ext cx="50292" cy="50292"/>
          </a:xfrm>
          <a:prstGeom prst="rect">
            <a:avLst/>
          </a:prstGeom>
          <a:solidFill>
            <a:srgbClr val="1F2A4A"/>
          </a:solidFill>
          <a:ln/>
        </p:spPr>
      </p:sp>
      <p:sp>
        <p:nvSpPr>
          <p:cNvPr id="67" name="Text 65"/>
          <p:cNvSpPr txBox="1"/>
          <p:nvPr/>
        </p:nvSpPr>
        <p:spPr>
          <a:xfrm>
            <a:off x="6336792" y="3877056"/>
            <a:ext cx="566928" cy="566928"/>
          </a:xfrm>
          <a:prstGeom prst="rect">
            <a:avLst/>
          </a:prstGeom>
          <a:noFill/>
          <a:ln/>
        </p:spPr>
        <p:txBody>
          <a:bodyPr wrap="square" lIns="0" tIns="0" rIns="0" bIns="0" rtlCol="0" anchor="ctr"/>
          <a:lstStyle/>
          <a:p>
            <a:pPr algn="ctr" indent="0" marL="0">
              <a:buNone/>
            </a:pPr>
            <a:r>
              <a:rPr lang="ko-KR" altLang="en-US" sz="2400" dirty="0">
                <a:solidFill>
                  <a:srgbClr val="22201F"/>
                </a:solidFill>
                <a:latin typeface="Galmuri14" pitchFamily="34" charset="0"/>
                <a:ea typeface="Galmuri14" pitchFamily="34" charset="-122"/>
                <a:cs typeface="Galmuri14" pitchFamily="34" charset="-120"/>
              </a:rPr>
              <a:t>T</a:t>
            </a:r>
            <a:endParaRPr lang="ko-KR" sz="2400" dirty="0"/>
          </a:p>
        </p:txBody>
      </p:sp>
      <p:sp>
        <p:nvSpPr>
          <p:cNvPr id="68" name="Text 66"/>
          <p:cNvSpPr txBox="1"/>
          <p:nvPr/>
        </p:nvSpPr>
        <p:spPr>
          <a:xfrm>
            <a:off x="7050024" y="3895344"/>
            <a:ext cx="2743200" cy="530352"/>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위협</a:t>
            </a:r>
            <a:endParaRPr lang="ko-KR" sz="1900" dirty="0"/>
          </a:p>
        </p:txBody>
      </p:sp>
      <p:sp>
        <p:nvSpPr>
          <p:cNvPr id="69" name="Text 67"/>
          <p:cNvSpPr txBox="1"/>
          <p:nvPr/>
        </p:nvSpPr>
        <p:spPr>
          <a:xfrm>
            <a:off x="7050024" y="4480560"/>
            <a:ext cx="4434840" cy="1115568"/>
          </a:xfrm>
          <a:prstGeom prst="rect">
            <a:avLst/>
          </a:prstGeom>
          <a:noFill/>
          <a:ln/>
        </p:spPr>
        <p:txBody>
          <a:bodyPr wrap="square" lIns="0" tIns="0" rIns="0" bIns="0" rtlCol="0" anchor="t"/>
          <a:lstStyle/>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사칭 수법이 빠르게 바뀜 → 사건 업데이트 필요</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무료 퀴즈형 콘텐츠와 비교됨</a:t>
            </a:r>
            <a:endParaRPr lang="ko-KR" sz="1250" dirty="0"/>
          </a:p>
          <a:p>
            <a:pPr marL="152400" indent="-152400">
              <a:spcAft>
                <a:spcPts val="200"/>
              </a:spcAft>
              <a:buSzPct val="100000"/>
              <a:buChar char="•"/>
            </a:pPr>
            <a:r>
              <a:rPr lang="ko-KR" altLang="en-US" sz="1250" dirty="0">
                <a:solidFill>
                  <a:srgbClr val="B9C6E2"/>
                </a:solidFill>
                <a:latin typeface="맑은 고딕" pitchFamily="34" charset="0"/>
                <a:ea typeface="맑은 고딕" pitchFamily="34" charset="-122"/>
                <a:cs typeface="맑은 고딕" pitchFamily="34" charset="-120"/>
              </a:rPr>
              <a:t>랭킹 점수 조작 가능성</a:t>
            </a:r>
            <a:endParaRPr lang="ko-KR" sz="1250" dirty="0"/>
          </a:p>
        </p:txBody>
      </p:sp>
      <p:sp>
        <p:nvSpPr>
          <p:cNvPr id="70" name="Shape 68"/>
          <p:cNvSpPr/>
          <p:nvPr/>
        </p:nvSpPr>
        <p:spPr>
          <a:xfrm>
            <a:off x="548640" y="5852160"/>
            <a:ext cx="11091672" cy="475488"/>
          </a:xfrm>
          <a:prstGeom prst="rect">
            <a:avLst/>
          </a:prstGeom>
          <a:solidFill>
            <a:srgbClr val="B08E1C"/>
          </a:solidFill>
          <a:ln/>
        </p:spPr>
      </p:sp>
      <p:sp>
        <p:nvSpPr>
          <p:cNvPr id="71" name="Shape 69"/>
          <p:cNvSpPr/>
          <p:nvPr/>
        </p:nvSpPr>
        <p:spPr>
          <a:xfrm>
            <a:off x="598932" y="5902452"/>
            <a:ext cx="10991088" cy="374904"/>
          </a:xfrm>
          <a:prstGeom prst="rect">
            <a:avLst/>
          </a:prstGeom>
          <a:solidFill>
            <a:srgbClr val="F2EBD9"/>
          </a:solidFill>
          <a:ln/>
        </p:spPr>
      </p:sp>
      <p:sp>
        <p:nvSpPr>
          <p:cNvPr id="72" name="Shape 70"/>
          <p:cNvSpPr/>
          <p:nvPr/>
        </p:nvSpPr>
        <p:spPr>
          <a:xfrm>
            <a:off x="548640" y="5852160"/>
            <a:ext cx="50292" cy="50292"/>
          </a:xfrm>
          <a:prstGeom prst="rect">
            <a:avLst/>
          </a:prstGeom>
          <a:solidFill>
            <a:srgbClr val="0F1426"/>
          </a:solidFill>
          <a:ln/>
        </p:spPr>
      </p:sp>
      <p:sp>
        <p:nvSpPr>
          <p:cNvPr id="73" name="Shape 71"/>
          <p:cNvSpPr/>
          <p:nvPr/>
        </p:nvSpPr>
        <p:spPr>
          <a:xfrm>
            <a:off x="11590020" y="5852160"/>
            <a:ext cx="50292" cy="50292"/>
          </a:xfrm>
          <a:prstGeom prst="rect">
            <a:avLst/>
          </a:prstGeom>
          <a:solidFill>
            <a:srgbClr val="0F1426"/>
          </a:solidFill>
          <a:ln/>
        </p:spPr>
      </p:sp>
      <p:sp>
        <p:nvSpPr>
          <p:cNvPr id="74" name="Shape 72"/>
          <p:cNvSpPr/>
          <p:nvPr/>
        </p:nvSpPr>
        <p:spPr>
          <a:xfrm>
            <a:off x="548640" y="6277356"/>
            <a:ext cx="50292" cy="50292"/>
          </a:xfrm>
          <a:prstGeom prst="rect">
            <a:avLst/>
          </a:prstGeom>
          <a:solidFill>
            <a:srgbClr val="0F1426"/>
          </a:solidFill>
          <a:ln/>
        </p:spPr>
      </p:sp>
      <p:sp>
        <p:nvSpPr>
          <p:cNvPr id="75" name="Shape 73"/>
          <p:cNvSpPr/>
          <p:nvPr/>
        </p:nvSpPr>
        <p:spPr>
          <a:xfrm>
            <a:off x="11590020" y="6277356"/>
            <a:ext cx="50292" cy="50292"/>
          </a:xfrm>
          <a:prstGeom prst="rect">
            <a:avLst/>
          </a:prstGeom>
          <a:solidFill>
            <a:srgbClr val="0F1426"/>
          </a:solidFill>
          <a:ln/>
        </p:spPr>
      </p:sp>
      <p:sp>
        <p:nvSpPr>
          <p:cNvPr id="76" name="Text 74"/>
          <p:cNvSpPr txBox="1"/>
          <p:nvPr/>
        </p:nvSpPr>
        <p:spPr>
          <a:xfrm>
            <a:off x="731520" y="5852160"/>
            <a:ext cx="10789920" cy="475488"/>
          </a:xfrm>
          <a:prstGeom prst="rect">
            <a:avLst/>
          </a:prstGeom>
          <a:noFill/>
          <a:ln/>
        </p:spPr>
        <p:txBody>
          <a:bodyPr wrap="square" lIns="0" tIns="0" rIns="0" bIns="0" rtlCol="0" anchor="ctr"/>
          <a:lstStyle/>
          <a:p>
            <a:pPr indent="0" marL="0">
              <a:buNone/>
            </a:pPr>
            <a:r>
              <a:rPr lang="ko-KR" altLang="en-US" sz="1250" b="1" dirty="0">
                <a:solidFill>
                  <a:srgbClr val="8E2B25"/>
                </a:solidFill>
                <a:latin typeface="맑은 고딕" pitchFamily="34" charset="0"/>
                <a:ea typeface="맑은 고딕" pitchFamily="34" charset="-122"/>
                <a:cs typeface="맑은 고딕" pitchFamily="34" charset="-120"/>
              </a:rPr>
              <a:t>전략  </a:t>
            </a:r>
            <a:pPr indent="0" marL="0">
              <a:buNone/>
            </a:pPr>
            <a:r>
              <a:rPr lang="ko-KR" altLang="en-US" sz="1250" dirty="0">
                <a:solidFill>
                  <a:srgbClr val="22201F"/>
                </a:solidFill>
                <a:latin typeface="맑은 고딕" pitchFamily="34" charset="0"/>
                <a:ea typeface="맑은 고딕" pitchFamily="34" charset="-122"/>
                <a:cs typeface="맑은 고딕" pitchFamily="34" charset="-120"/>
              </a:rPr>
              <a:t>난이도 4단계로 글 양을 조절(W) · 사건은 데이터로 추가(T) · 경쟁 모드로 다시 하기(O) · 랭킹 점수는 2단계 서버에서 다시 계산(T)</a:t>
            </a:r>
            <a:endParaRPr lang="ko-KR" sz="12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29184"/>
            <a:ext cx="1362456" cy="310896"/>
          </a:xfrm>
          <a:prstGeom prst="rect">
            <a:avLst/>
          </a:prstGeom>
          <a:solidFill>
            <a:srgbClr val="22201F"/>
          </a:solidFill>
          <a:ln/>
        </p:spPr>
      </p:sp>
      <p:sp>
        <p:nvSpPr>
          <p:cNvPr id="3" name="Shape 1"/>
          <p:cNvSpPr/>
          <p:nvPr/>
        </p:nvSpPr>
        <p:spPr>
          <a:xfrm>
            <a:off x="598932" y="379476"/>
            <a:ext cx="126187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86080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860804" y="589788"/>
            <a:ext cx="50292" cy="50292"/>
          </a:xfrm>
          <a:prstGeom prst="rect">
            <a:avLst/>
          </a:prstGeom>
          <a:solidFill>
            <a:srgbClr val="0F1426"/>
          </a:solidFill>
          <a:ln/>
        </p:spPr>
      </p:sp>
      <p:sp>
        <p:nvSpPr>
          <p:cNvPr id="8" name="Text 6"/>
          <p:cNvSpPr txBox="1"/>
          <p:nvPr/>
        </p:nvSpPr>
        <p:spPr>
          <a:xfrm>
            <a:off x="548640" y="329184"/>
            <a:ext cx="136245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02  해결 방안</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플레이어 한 명이 창구에서, 단서로 가려낸다</a:t>
            </a:r>
            <a:endParaRPr lang="en-US" sz="2800" dirty="0"/>
          </a:p>
        </p:txBody>
      </p:sp>
      <p:sp>
        <p:nvSpPr>
          <p:cNvPr id="10" name="Shape 8"/>
          <p:cNvSpPr/>
          <p:nvPr/>
        </p:nvSpPr>
        <p:spPr>
          <a:xfrm>
            <a:off x="649224" y="1673352"/>
            <a:ext cx="11091672" cy="1188720"/>
          </a:xfrm>
          <a:prstGeom prst="rect">
            <a:avLst/>
          </a:prstGeom>
          <a:solidFill>
            <a:srgbClr val="0B0F1E"/>
          </a:solidFill>
          <a:ln/>
        </p:spPr>
      </p:sp>
      <p:sp>
        <p:nvSpPr>
          <p:cNvPr id="11" name="Shape 9"/>
          <p:cNvSpPr/>
          <p:nvPr/>
        </p:nvSpPr>
        <p:spPr>
          <a:xfrm>
            <a:off x="548640" y="1572768"/>
            <a:ext cx="11091672" cy="1188720"/>
          </a:xfrm>
          <a:prstGeom prst="rect">
            <a:avLst/>
          </a:prstGeom>
          <a:solidFill>
            <a:srgbClr val="B08E1C"/>
          </a:solidFill>
          <a:ln/>
        </p:spPr>
      </p:sp>
      <p:sp>
        <p:nvSpPr>
          <p:cNvPr id="12" name="Shape 10"/>
          <p:cNvSpPr/>
          <p:nvPr/>
        </p:nvSpPr>
        <p:spPr>
          <a:xfrm>
            <a:off x="598932" y="1623060"/>
            <a:ext cx="10991088" cy="1088136"/>
          </a:xfrm>
          <a:prstGeom prst="rect">
            <a:avLst/>
          </a:prstGeom>
          <a:solidFill>
            <a:srgbClr val="F2EBD9"/>
          </a:solidFill>
          <a:ln/>
        </p:spPr>
      </p:sp>
      <p:sp>
        <p:nvSpPr>
          <p:cNvPr id="13" name="Shape 11"/>
          <p:cNvSpPr/>
          <p:nvPr/>
        </p:nvSpPr>
        <p:spPr>
          <a:xfrm>
            <a:off x="548640" y="1572768"/>
            <a:ext cx="50292" cy="50292"/>
          </a:xfrm>
          <a:prstGeom prst="rect">
            <a:avLst/>
          </a:prstGeom>
          <a:solidFill>
            <a:srgbClr val="0F1426"/>
          </a:solidFill>
          <a:ln/>
        </p:spPr>
      </p:sp>
      <p:sp>
        <p:nvSpPr>
          <p:cNvPr id="14" name="Shape 12"/>
          <p:cNvSpPr/>
          <p:nvPr/>
        </p:nvSpPr>
        <p:spPr>
          <a:xfrm>
            <a:off x="11590020" y="1572768"/>
            <a:ext cx="50292" cy="50292"/>
          </a:xfrm>
          <a:prstGeom prst="rect">
            <a:avLst/>
          </a:prstGeom>
          <a:solidFill>
            <a:srgbClr val="0F1426"/>
          </a:solidFill>
          <a:ln/>
        </p:spPr>
      </p:sp>
      <p:sp>
        <p:nvSpPr>
          <p:cNvPr id="15" name="Shape 13"/>
          <p:cNvSpPr/>
          <p:nvPr/>
        </p:nvSpPr>
        <p:spPr>
          <a:xfrm>
            <a:off x="548640" y="2711196"/>
            <a:ext cx="50292" cy="50292"/>
          </a:xfrm>
          <a:prstGeom prst="rect">
            <a:avLst/>
          </a:prstGeom>
          <a:solidFill>
            <a:srgbClr val="0F1426"/>
          </a:solidFill>
          <a:ln/>
        </p:spPr>
      </p:sp>
      <p:sp>
        <p:nvSpPr>
          <p:cNvPr id="16" name="Shape 14"/>
          <p:cNvSpPr/>
          <p:nvPr/>
        </p:nvSpPr>
        <p:spPr>
          <a:xfrm>
            <a:off x="11590020" y="2711196"/>
            <a:ext cx="50292" cy="50292"/>
          </a:xfrm>
          <a:prstGeom prst="rect">
            <a:avLst/>
          </a:prstGeom>
          <a:solidFill>
            <a:srgbClr val="0F1426"/>
          </a:solidFill>
          <a:ln/>
        </p:spPr>
      </p:sp>
      <p:sp>
        <p:nvSpPr>
          <p:cNvPr id="17" name="Text 15"/>
          <p:cNvSpPr txBox="1"/>
          <p:nvPr/>
        </p:nvSpPr>
        <p:spPr>
          <a:xfrm>
            <a:off x="822960" y="1627632"/>
            <a:ext cx="10607040" cy="1078992"/>
          </a:xfrm>
          <a:prstGeom prst="rect">
            <a:avLst/>
          </a:prstGeom>
          <a:noFill/>
          <a:ln/>
        </p:spPr>
        <p:txBody>
          <a:bodyPr wrap="square" lIns="0" tIns="0" rIns="0" bIns="0" rtlCol="0" anchor="ctr"/>
          <a:lstStyle/>
          <a:p>
            <a:pPr indent="0" marL="0">
              <a:lnSpc>
                <a:spcPct val="120000"/>
              </a:lnSpc>
              <a:buNone/>
            </a:pPr>
            <a:pPr indent="0" marL="0">
              <a:lnSpc>
                <a:spcPct val="120000"/>
              </a:lnSpc>
              <a:buNone/>
            </a:pPr>
            <a:r>
              <a:rPr lang="ko-KR" altLang="en-US" sz="1700" b="1" dirty="0">
                <a:solidFill>
                  <a:srgbClr val="8E2B25"/>
                </a:solidFill>
                <a:latin typeface="맑은 고딕" pitchFamily="34" charset="0"/>
                <a:ea typeface="맑은 고딕" pitchFamily="34" charset="-122"/>
                <a:cs typeface="맑은 고딕" pitchFamily="34" charset="-120"/>
              </a:rPr>
              <a:t>플레이어 한 명</a:t>
            </a:r>
            <a:pPr indent="0" marL="0">
              <a:lnSpc>
                <a:spcPct val="120000"/>
              </a:lnSpc>
              <a:buNone/>
            </a:pPr>
            <a:r>
              <a:rPr lang="ko-KR" altLang="en-US" sz="1700" b="1" dirty="0">
                <a:solidFill>
                  <a:srgbClr val="22201F"/>
                </a:solidFill>
                <a:latin typeface="맑은 고딕" pitchFamily="34" charset="0"/>
                <a:ea typeface="맑은 고딕" pitchFamily="34" charset="-122"/>
                <a:cs typeface="맑은 고딕" pitchFamily="34" charset="-120"/>
              </a:rPr>
              <a:t>이 디지털 안전 센터 창구에서, 들어오는 문자·메일·파일 요청을</a:t>
            </a:r>
            <a:endParaRPr lang="ko-KR" sz="1700" dirty="0"/>
          </a:p>
          <a:p>
            <a:pPr indent="0" marL="0">
              <a:lnSpc>
                <a:spcPct val="120000"/>
              </a:lnSpc>
              <a:buNone/>
            </a:pPr>
            <a:r>
              <a:rPr lang="ko-KR" altLang="en-US" sz="1700" b="1" dirty="0">
                <a:solidFill>
                  <a:srgbClr val="1D7570"/>
                </a:solidFill>
                <a:latin typeface="맑은 고딕" pitchFamily="34" charset="0"/>
                <a:ea typeface="맑은 고딕" pitchFamily="34" charset="-122"/>
                <a:cs typeface="맑은 고딕" pitchFamily="34" charset="-120"/>
              </a:rPr>
              <a:t>내 기록·공식 자료와 대조</a:t>
            </a:r>
            <a:pPr indent="0" marL="0">
              <a:lnSpc>
                <a:spcPct val="120000"/>
              </a:lnSpc>
              <a:buNone/>
            </a:pPr>
            <a:r>
              <a:rPr lang="ko-KR" altLang="en-US" sz="1700" b="1" dirty="0">
                <a:solidFill>
                  <a:srgbClr val="22201F"/>
                </a:solidFill>
                <a:latin typeface="맑은 고딕" pitchFamily="34" charset="0"/>
                <a:ea typeface="맑은 고딕" pitchFamily="34" charset="-122"/>
                <a:cs typeface="맑은 고딕" pitchFamily="34" charset="-120"/>
              </a:rPr>
              <a:t>하고 </a:t>
            </a:r>
            <a:pPr indent="0" marL="0">
              <a:lnSpc>
                <a:spcPct val="120000"/>
              </a:lnSpc>
              <a:buNone/>
            </a:pPr>
            <a:r>
              <a:rPr lang="ko-KR" altLang="en-US" sz="1700" b="1" dirty="0">
                <a:solidFill>
                  <a:srgbClr val="8E2B25"/>
                </a:solidFill>
                <a:latin typeface="맑은 고딕" pitchFamily="34" charset="0"/>
                <a:ea typeface="맑은 고딕" pitchFamily="34" charset="-122"/>
                <a:cs typeface="맑은 고딕" pitchFamily="34" charset="-120"/>
              </a:rPr>
              <a:t>승인 · 거부 · 추가 확인</a:t>
            </a:r>
            <a:pPr indent="0" marL="0">
              <a:lnSpc>
                <a:spcPct val="120000"/>
              </a:lnSpc>
              <a:buNone/>
            </a:pPr>
            <a:r>
              <a:rPr lang="ko-KR" altLang="en-US" sz="1700" b="1" dirty="0">
                <a:solidFill>
                  <a:srgbClr val="22201F"/>
                </a:solidFill>
                <a:latin typeface="맑은 고딕" pitchFamily="34" charset="0"/>
                <a:ea typeface="맑은 고딕" pitchFamily="34" charset="-122"/>
                <a:cs typeface="맑은 고딕" pitchFamily="34" charset="-120"/>
              </a:rPr>
              <a:t>으로 판정한다.</a:t>
            </a:r>
            <a:endParaRPr lang="ko-KR" sz="1700" dirty="0"/>
          </a:p>
        </p:txBody>
      </p:sp>
      <p:sp>
        <p:nvSpPr>
          <p:cNvPr id="18" name="Shape 16"/>
          <p:cNvSpPr/>
          <p:nvPr/>
        </p:nvSpPr>
        <p:spPr>
          <a:xfrm>
            <a:off x="548640" y="3017520"/>
            <a:ext cx="3575304" cy="2514600"/>
          </a:xfrm>
          <a:prstGeom prst="rect">
            <a:avLst/>
          </a:prstGeom>
          <a:solidFill>
            <a:srgbClr val="3A4E7A"/>
          </a:solidFill>
          <a:ln/>
        </p:spPr>
      </p:sp>
      <p:sp>
        <p:nvSpPr>
          <p:cNvPr id="19" name="Shape 17"/>
          <p:cNvSpPr/>
          <p:nvPr/>
        </p:nvSpPr>
        <p:spPr>
          <a:xfrm>
            <a:off x="598932" y="3067812"/>
            <a:ext cx="3474720" cy="2414016"/>
          </a:xfrm>
          <a:prstGeom prst="rect">
            <a:avLst/>
          </a:prstGeom>
          <a:solidFill>
            <a:srgbClr val="1F2A4A"/>
          </a:solidFill>
          <a:ln/>
        </p:spPr>
      </p:sp>
      <p:sp>
        <p:nvSpPr>
          <p:cNvPr id="20" name="Shape 18"/>
          <p:cNvSpPr/>
          <p:nvPr/>
        </p:nvSpPr>
        <p:spPr>
          <a:xfrm>
            <a:off x="548640" y="3017520"/>
            <a:ext cx="50292" cy="50292"/>
          </a:xfrm>
          <a:prstGeom prst="rect">
            <a:avLst/>
          </a:prstGeom>
          <a:solidFill>
            <a:srgbClr val="0F1426"/>
          </a:solidFill>
          <a:ln/>
        </p:spPr>
      </p:sp>
      <p:sp>
        <p:nvSpPr>
          <p:cNvPr id="21" name="Shape 19"/>
          <p:cNvSpPr/>
          <p:nvPr/>
        </p:nvSpPr>
        <p:spPr>
          <a:xfrm>
            <a:off x="4073652" y="3017520"/>
            <a:ext cx="50292" cy="50292"/>
          </a:xfrm>
          <a:prstGeom prst="rect">
            <a:avLst/>
          </a:prstGeom>
          <a:solidFill>
            <a:srgbClr val="0F1426"/>
          </a:solidFill>
          <a:ln/>
        </p:spPr>
      </p:sp>
      <p:sp>
        <p:nvSpPr>
          <p:cNvPr id="22" name="Shape 20"/>
          <p:cNvSpPr/>
          <p:nvPr/>
        </p:nvSpPr>
        <p:spPr>
          <a:xfrm>
            <a:off x="548640" y="5481828"/>
            <a:ext cx="50292" cy="50292"/>
          </a:xfrm>
          <a:prstGeom prst="rect">
            <a:avLst/>
          </a:prstGeom>
          <a:solidFill>
            <a:srgbClr val="0F1426"/>
          </a:solidFill>
          <a:ln/>
        </p:spPr>
      </p:sp>
      <p:sp>
        <p:nvSpPr>
          <p:cNvPr id="23" name="Shape 21"/>
          <p:cNvSpPr/>
          <p:nvPr/>
        </p:nvSpPr>
        <p:spPr>
          <a:xfrm>
            <a:off x="4073652" y="5481828"/>
            <a:ext cx="50292" cy="50292"/>
          </a:xfrm>
          <a:prstGeom prst="rect">
            <a:avLst/>
          </a:prstGeom>
          <a:solidFill>
            <a:srgbClr val="0F1426"/>
          </a:solidFill>
          <a:ln/>
        </p:spPr>
      </p:sp>
      <p:sp>
        <p:nvSpPr>
          <p:cNvPr id="24" name="Shape 22"/>
          <p:cNvSpPr/>
          <p:nvPr/>
        </p:nvSpPr>
        <p:spPr>
          <a:xfrm>
            <a:off x="804672" y="3218688"/>
            <a:ext cx="603504" cy="603504"/>
          </a:xfrm>
          <a:prstGeom prst="rect">
            <a:avLst/>
          </a:prstGeom>
          <a:solidFill>
            <a:srgbClr val="22201F"/>
          </a:solidFill>
          <a:ln/>
        </p:spPr>
      </p:sp>
      <p:sp>
        <p:nvSpPr>
          <p:cNvPr id="25" name="Shape 23"/>
          <p:cNvSpPr/>
          <p:nvPr/>
        </p:nvSpPr>
        <p:spPr>
          <a:xfrm>
            <a:off x="854964" y="3268980"/>
            <a:ext cx="502920" cy="502920"/>
          </a:xfrm>
          <a:prstGeom prst="rect">
            <a:avLst/>
          </a:prstGeom>
          <a:solidFill>
            <a:srgbClr val="45C7C1"/>
          </a:solidFill>
          <a:ln/>
        </p:spPr>
      </p:sp>
      <p:sp>
        <p:nvSpPr>
          <p:cNvPr id="26" name="Shape 24"/>
          <p:cNvSpPr/>
          <p:nvPr/>
        </p:nvSpPr>
        <p:spPr>
          <a:xfrm>
            <a:off x="804672" y="3218688"/>
            <a:ext cx="50292" cy="50292"/>
          </a:xfrm>
          <a:prstGeom prst="rect">
            <a:avLst/>
          </a:prstGeom>
          <a:solidFill>
            <a:srgbClr val="1F2A4A"/>
          </a:solidFill>
          <a:ln/>
        </p:spPr>
      </p:sp>
      <p:sp>
        <p:nvSpPr>
          <p:cNvPr id="27" name="Shape 25"/>
          <p:cNvSpPr/>
          <p:nvPr/>
        </p:nvSpPr>
        <p:spPr>
          <a:xfrm>
            <a:off x="1357884" y="3218688"/>
            <a:ext cx="50292" cy="50292"/>
          </a:xfrm>
          <a:prstGeom prst="rect">
            <a:avLst/>
          </a:prstGeom>
          <a:solidFill>
            <a:srgbClr val="1F2A4A"/>
          </a:solidFill>
          <a:ln/>
        </p:spPr>
      </p:sp>
      <p:sp>
        <p:nvSpPr>
          <p:cNvPr id="28" name="Shape 26"/>
          <p:cNvSpPr/>
          <p:nvPr/>
        </p:nvSpPr>
        <p:spPr>
          <a:xfrm>
            <a:off x="804672" y="3771900"/>
            <a:ext cx="50292" cy="50292"/>
          </a:xfrm>
          <a:prstGeom prst="rect">
            <a:avLst/>
          </a:prstGeom>
          <a:solidFill>
            <a:srgbClr val="1F2A4A"/>
          </a:solidFill>
          <a:ln/>
        </p:spPr>
      </p:sp>
      <p:sp>
        <p:nvSpPr>
          <p:cNvPr id="29" name="Shape 27"/>
          <p:cNvSpPr/>
          <p:nvPr/>
        </p:nvSpPr>
        <p:spPr>
          <a:xfrm>
            <a:off x="1357884" y="3771900"/>
            <a:ext cx="50292" cy="50292"/>
          </a:xfrm>
          <a:prstGeom prst="rect">
            <a:avLst/>
          </a:prstGeom>
          <a:solidFill>
            <a:srgbClr val="1F2A4A"/>
          </a:solidFill>
          <a:ln/>
        </p:spPr>
      </p:sp>
      <p:pic>
        <p:nvPicPr>
          <p:cNvPr id="30" name="Image 0" descr="preencoded.png">    </p:cNvPr>
          <p:cNvPicPr>
            <a:picLocks noChangeAspect="1"/>
          </p:cNvPicPr>
          <p:nvPr/>
        </p:nvPicPr>
        <p:blipFill>
          <a:blip r:embed="rId1"/>
          <a:stretch>
            <a:fillRect/>
          </a:stretch>
        </p:blipFill>
        <p:spPr>
          <a:xfrm>
            <a:off x="937443" y="3351459"/>
            <a:ext cx="337962" cy="337962"/>
          </a:xfrm>
          <a:prstGeom prst="rect">
            <a:avLst/>
          </a:prstGeom>
        </p:spPr>
      </p:pic>
      <p:sp>
        <p:nvSpPr>
          <p:cNvPr id="31" name="Text 28"/>
          <p:cNvSpPr txBox="1"/>
          <p:nvPr/>
        </p:nvSpPr>
        <p:spPr>
          <a:xfrm>
            <a:off x="1554480" y="3218688"/>
            <a:ext cx="2468880" cy="603504"/>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한 명이 모든 판정</a:t>
            </a:r>
            <a:endParaRPr lang="ko-KR" sz="1800" dirty="0"/>
          </a:p>
        </p:txBody>
      </p:sp>
      <p:sp>
        <p:nvSpPr>
          <p:cNvPr id="32" name="Text 29"/>
          <p:cNvSpPr txBox="1"/>
          <p:nvPr/>
        </p:nvSpPr>
        <p:spPr>
          <a:xfrm>
            <a:off x="804672" y="4023360"/>
            <a:ext cx="3200400" cy="1371600"/>
          </a:xfrm>
          <a:prstGeom prst="rect">
            <a:avLst/>
          </a:prstGeom>
          <a:noFill/>
          <a:ln/>
        </p:spPr>
        <p:txBody>
          <a:bodyPr wrap="square" lIns="0" tIns="0" rIns="0" bIns="0" rtlCol="0" anchor="t"/>
          <a:lstStyle/>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동료·상사 없이 플레이어 혼자</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창구의 모든 요청을 보고 결정한다.</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(회의: “모든 것 한 명 = 유저 역할”)</a:t>
            </a:r>
            <a:endParaRPr lang="ko-KR" sz="1300" dirty="0"/>
          </a:p>
        </p:txBody>
      </p:sp>
      <p:sp>
        <p:nvSpPr>
          <p:cNvPr id="33" name="Shape 30"/>
          <p:cNvSpPr/>
          <p:nvPr/>
        </p:nvSpPr>
        <p:spPr>
          <a:xfrm>
            <a:off x="4306824" y="3017520"/>
            <a:ext cx="3575304" cy="2514600"/>
          </a:xfrm>
          <a:prstGeom prst="rect">
            <a:avLst/>
          </a:prstGeom>
          <a:solidFill>
            <a:srgbClr val="3A4E7A"/>
          </a:solidFill>
          <a:ln/>
        </p:spPr>
      </p:sp>
      <p:sp>
        <p:nvSpPr>
          <p:cNvPr id="34" name="Shape 31"/>
          <p:cNvSpPr/>
          <p:nvPr/>
        </p:nvSpPr>
        <p:spPr>
          <a:xfrm>
            <a:off x="4357116" y="3067812"/>
            <a:ext cx="3474720" cy="2414016"/>
          </a:xfrm>
          <a:prstGeom prst="rect">
            <a:avLst/>
          </a:prstGeom>
          <a:solidFill>
            <a:srgbClr val="1F2A4A"/>
          </a:solidFill>
          <a:ln/>
        </p:spPr>
      </p:sp>
      <p:sp>
        <p:nvSpPr>
          <p:cNvPr id="35" name="Shape 32"/>
          <p:cNvSpPr/>
          <p:nvPr/>
        </p:nvSpPr>
        <p:spPr>
          <a:xfrm>
            <a:off x="4306824" y="3017520"/>
            <a:ext cx="50292" cy="50292"/>
          </a:xfrm>
          <a:prstGeom prst="rect">
            <a:avLst/>
          </a:prstGeom>
          <a:solidFill>
            <a:srgbClr val="0F1426"/>
          </a:solidFill>
          <a:ln/>
        </p:spPr>
      </p:sp>
      <p:sp>
        <p:nvSpPr>
          <p:cNvPr id="36" name="Shape 33"/>
          <p:cNvSpPr/>
          <p:nvPr/>
        </p:nvSpPr>
        <p:spPr>
          <a:xfrm>
            <a:off x="7831836" y="3017520"/>
            <a:ext cx="50292" cy="50292"/>
          </a:xfrm>
          <a:prstGeom prst="rect">
            <a:avLst/>
          </a:prstGeom>
          <a:solidFill>
            <a:srgbClr val="0F1426"/>
          </a:solidFill>
          <a:ln/>
        </p:spPr>
      </p:sp>
      <p:sp>
        <p:nvSpPr>
          <p:cNvPr id="37" name="Shape 34"/>
          <p:cNvSpPr/>
          <p:nvPr/>
        </p:nvSpPr>
        <p:spPr>
          <a:xfrm>
            <a:off x="4306824" y="5481828"/>
            <a:ext cx="50292" cy="50292"/>
          </a:xfrm>
          <a:prstGeom prst="rect">
            <a:avLst/>
          </a:prstGeom>
          <a:solidFill>
            <a:srgbClr val="0F1426"/>
          </a:solidFill>
          <a:ln/>
        </p:spPr>
      </p:sp>
      <p:sp>
        <p:nvSpPr>
          <p:cNvPr id="38" name="Shape 35"/>
          <p:cNvSpPr/>
          <p:nvPr/>
        </p:nvSpPr>
        <p:spPr>
          <a:xfrm>
            <a:off x="7831836" y="5481828"/>
            <a:ext cx="50292" cy="50292"/>
          </a:xfrm>
          <a:prstGeom prst="rect">
            <a:avLst/>
          </a:prstGeom>
          <a:solidFill>
            <a:srgbClr val="0F1426"/>
          </a:solidFill>
          <a:ln/>
        </p:spPr>
      </p:sp>
      <p:sp>
        <p:nvSpPr>
          <p:cNvPr id="39" name="Shape 36"/>
          <p:cNvSpPr/>
          <p:nvPr/>
        </p:nvSpPr>
        <p:spPr>
          <a:xfrm>
            <a:off x="4562856" y="3218688"/>
            <a:ext cx="603504" cy="603504"/>
          </a:xfrm>
          <a:prstGeom prst="rect">
            <a:avLst/>
          </a:prstGeom>
          <a:solidFill>
            <a:srgbClr val="22201F"/>
          </a:solidFill>
          <a:ln/>
        </p:spPr>
      </p:sp>
      <p:sp>
        <p:nvSpPr>
          <p:cNvPr id="40" name="Shape 37"/>
          <p:cNvSpPr/>
          <p:nvPr/>
        </p:nvSpPr>
        <p:spPr>
          <a:xfrm>
            <a:off x="4613148" y="3268980"/>
            <a:ext cx="502920" cy="502920"/>
          </a:xfrm>
          <a:prstGeom prst="rect">
            <a:avLst/>
          </a:prstGeom>
          <a:solidFill>
            <a:srgbClr val="F7D84A"/>
          </a:solidFill>
          <a:ln/>
        </p:spPr>
      </p:sp>
      <p:sp>
        <p:nvSpPr>
          <p:cNvPr id="41" name="Shape 38"/>
          <p:cNvSpPr/>
          <p:nvPr/>
        </p:nvSpPr>
        <p:spPr>
          <a:xfrm>
            <a:off x="4562856" y="3218688"/>
            <a:ext cx="50292" cy="50292"/>
          </a:xfrm>
          <a:prstGeom prst="rect">
            <a:avLst/>
          </a:prstGeom>
          <a:solidFill>
            <a:srgbClr val="1F2A4A"/>
          </a:solidFill>
          <a:ln/>
        </p:spPr>
      </p:sp>
      <p:sp>
        <p:nvSpPr>
          <p:cNvPr id="42" name="Shape 39"/>
          <p:cNvSpPr/>
          <p:nvPr/>
        </p:nvSpPr>
        <p:spPr>
          <a:xfrm>
            <a:off x="5116068" y="3218688"/>
            <a:ext cx="50292" cy="50292"/>
          </a:xfrm>
          <a:prstGeom prst="rect">
            <a:avLst/>
          </a:prstGeom>
          <a:solidFill>
            <a:srgbClr val="1F2A4A"/>
          </a:solidFill>
          <a:ln/>
        </p:spPr>
      </p:sp>
      <p:sp>
        <p:nvSpPr>
          <p:cNvPr id="43" name="Shape 40"/>
          <p:cNvSpPr/>
          <p:nvPr/>
        </p:nvSpPr>
        <p:spPr>
          <a:xfrm>
            <a:off x="4562856" y="3771900"/>
            <a:ext cx="50292" cy="50292"/>
          </a:xfrm>
          <a:prstGeom prst="rect">
            <a:avLst/>
          </a:prstGeom>
          <a:solidFill>
            <a:srgbClr val="1F2A4A"/>
          </a:solidFill>
          <a:ln/>
        </p:spPr>
      </p:sp>
      <p:sp>
        <p:nvSpPr>
          <p:cNvPr id="44" name="Shape 41"/>
          <p:cNvSpPr/>
          <p:nvPr/>
        </p:nvSpPr>
        <p:spPr>
          <a:xfrm>
            <a:off x="5116068" y="3771900"/>
            <a:ext cx="50292" cy="50292"/>
          </a:xfrm>
          <a:prstGeom prst="rect">
            <a:avLst/>
          </a:prstGeom>
          <a:solidFill>
            <a:srgbClr val="1F2A4A"/>
          </a:solidFill>
          <a:ln/>
        </p:spPr>
      </p:sp>
      <p:pic>
        <p:nvPicPr>
          <p:cNvPr id="45" name="Image 1" descr="preencoded.png">    </p:cNvPr>
          <p:cNvPicPr>
            <a:picLocks noChangeAspect="1"/>
          </p:cNvPicPr>
          <p:nvPr/>
        </p:nvPicPr>
        <p:blipFill>
          <a:blip r:embed="rId2"/>
          <a:stretch>
            <a:fillRect/>
          </a:stretch>
        </p:blipFill>
        <p:spPr>
          <a:xfrm>
            <a:off x="4695627" y="3351459"/>
            <a:ext cx="337962" cy="337962"/>
          </a:xfrm>
          <a:prstGeom prst="rect">
            <a:avLst/>
          </a:prstGeom>
        </p:spPr>
      </p:pic>
      <p:sp>
        <p:nvSpPr>
          <p:cNvPr id="46" name="Text 42"/>
          <p:cNvSpPr txBox="1"/>
          <p:nvPr/>
        </p:nvSpPr>
        <p:spPr>
          <a:xfrm>
            <a:off x="5312664" y="3218688"/>
            <a:ext cx="2468880" cy="603504"/>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대조해서 판단</a:t>
            </a:r>
            <a:endParaRPr lang="ko-KR" sz="1800" dirty="0"/>
          </a:p>
        </p:txBody>
      </p:sp>
      <p:sp>
        <p:nvSpPr>
          <p:cNvPr id="47" name="Text 43"/>
          <p:cNvSpPr txBox="1"/>
          <p:nvPr/>
        </p:nvSpPr>
        <p:spPr>
          <a:xfrm>
            <a:off x="4562856" y="4023360"/>
            <a:ext cx="3200400" cy="1371600"/>
          </a:xfrm>
          <a:prstGeom prst="rect">
            <a:avLst/>
          </a:prstGeom>
          <a:noFill/>
          <a:ln/>
        </p:spPr>
        <p:txBody>
          <a:bodyPr wrap="square" lIns="0" tIns="0" rIns="0" bIns="0" rtlCol="0" anchor="t"/>
          <a:lstStyle/>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요청이 말하는 것 ↔ 내가 원래 아는 것.</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단서를 모아 근거를 만들고, 정답은</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근무가 끝난 뒤 한꺼번에 공개한다.</a:t>
            </a:r>
            <a:endParaRPr lang="ko-KR" sz="1300" dirty="0"/>
          </a:p>
        </p:txBody>
      </p:sp>
      <p:sp>
        <p:nvSpPr>
          <p:cNvPr id="48" name="Shape 44"/>
          <p:cNvSpPr/>
          <p:nvPr/>
        </p:nvSpPr>
        <p:spPr>
          <a:xfrm>
            <a:off x="8065008" y="3017520"/>
            <a:ext cx="3575304" cy="2514600"/>
          </a:xfrm>
          <a:prstGeom prst="rect">
            <a:avLst/>
          </a:prstGeom>
          <a:solidFill>
            <a:srgbClr val="3A4E7A"/>
          </a:solidFill>
          <a:ln/>
        </p:spPr>
      </p:sp>
      <p:sp>
        <p:nvSpPr>
          <p:cNvPr id="49" name="Shape 45"/>
          <p:cNvSpPr/>
          <p:nvPr/>
        </p:nvSpPr>
        <p:spPr>
          <a:xfrm>
            <a:off x="8115300" y="3067812"/>
            <a:ext cx="3474720" cy="2414016"/>
          </a:xfrm>
          <a:prstGeom prst="rect">
            <a:avLst/>
          </a:prstGeom>
          <a:solidFill>
            <a:srgbClr val="1F2A4A"/>
          </a:solidFill>
          <a:ln/>
        </p:spPr>
      </p:sp>
      <p:sp>
        <p:nvSpPr>
          <p:cNvPr id="50" name="Shape 46"/>
          <p:cNvSpPr/>
          <p:nvPr/>
        </p:nvSpPr>
        <p:spPr>
          <a:xfrm>
            <a:off x="8065008" y="3017520"/>
            <a:ext cx="50292" cy="50292"/>
          </a:xfrm>
          <a:prstGeom prst="rect">
            <a:avLst/>
          </a:prstGeom>
          <a:solidFill>
            <a:srgbClr val="0F1426"/>
          </a:solidFill>
          <a:ln/>
        </p:spPr>
      </p:sp>
      <p:sp>
        <p:nvSpPr>
          <p:cNvPr id="51" name="Shape 47"/>
          <p:cNvSpPr/>
          <p:nvPr/>
        </p:nvSpPr>
        <p:spPr>
          <a:xfrm>
            <a:off x="11590020" y="3017520"/>
            <a:ext cx="50292" cy="50292"/>
          </a:xfrm>
          <a:prstGeom prst="rect">
            <a:avLst/>
          </a:prstGeom>
          <a:solidFill>
            <a:srgbClr val="0F1426"/>
          </a:solidFill>
          <a:ln/>
        </p:spPr>
      </p:sp>
      <p:sp>
        <p:nvSpPr>
          <p:cNvPr id="52" name="Shape 48"/>
          <p:cNvSpPr/>
          <p:nvPr/>
        </p:nvSpPr>
        <p:spPr>
          <a:xfrm>
            <a:off x="8065008" y="5481828"/>
            <a:ext cx="50292" cy="50292"/>
          </a:xfrm>
          <a:prstGeom prst="rect">
            <a:avLst/>
          </a:prstGeom>
          <a:solidFill>
            <a:srgbClr val="0F1426"/>
          </a:solidFill>
          <a:ln/>
        </p:spPr>
      </p:sp>
      <p:sp>
        <p:nvSpPr>
          <p:cNvPr id="53" name="Shape 49"/>
          <p:cNvSpPr/>
          <p:nvPr/>
        </p:nvSpPr>
        <p:spPr>
          <a:xfrm>
            <a:off x="11590020" y="5481828"/>
            <a:ext cx="50292" cy="50292"/>
          </a:xfrm>
          <a:prstGeom prst="rect">
            <a:avLst/>
          </a:prstGeom>
          <a:solidFill>
            <a:srgbClr val="0F1426"/>
          </a:solidFill>
          <a:ln/>
        </p:spPr>
      </p:sp>
      <p:sp>
        <p:nvSpPr>
          <p:cNvPr id="54" name="Shape 50"/>
          <p:cNvSpPr/>
          <p:nvPr/>
        </p:nvSpPr>
        <p:spPr>
          <a:xfrm>
            <a:off x="8321040" y="3218688"/>
            <a:ext cx="603504" cy="603504"/>
          </a:xfrm>
          <a:prstGeom prst="rect">
            <a:avLst/>
          </a:prstGeom>
          <a:solidFill>
            <a:srgbClr val="22201F"/>
          </a:solidFill>
          <a:ln/>
        </p:spPr>
      </p:sp>
      <p:sp>
        <p:nvSpPr>
          <p:cNvPr id="55" name="Shape 51"/>
          <p:cNvSpPr/>
          <p:nvPr/>
        </p:nvSpPr>
        <p:spPr>
          <a:xfrm>
            <a:off x="8371332" y="3268980"/>
            <a:ext cx="502920" cy="502920"/>
          </a:xfrm>
          <a:prstGeom prst="rect">
            <a:avLst/>
          </a:prstGeom>
          <a:solidFill>
            <a:srgbClr val="3FBF6F"/>
          </a:solidFill>
          <a:ln/>
        </p:spPr>
      </p:sp>
      <p:sp>
        <p:nvSpPr>
          <p:cNvPr id="56" name="Shape 52"/>
          <p:cNvSpPr/>
          <p:nvPr/>
        </p:nvSpPr>
        <p:spPr>
          <a:xfrm>
            <a:off x="8321040" y="3218688"/>
            <a:ext cx="50292" cy="50292"/>
          </a:xfrm>
          <a:prstGeom prst="rect">
            <a:avLst/>
          </a:prstGeom>
          <a:solidFill>
            <a:srgbClr val="1F2A4A"/>
          </a:solidFill>
          <a:ln/>
        </p:spPr>
      </p:sp>
      <p:sp>
        <p:nvSpPr>
          <p:cNvPr id="57" name="Shape 53"/>
          <p:cNvSpPr/>
          <p:nvPr/>
        </p:nvSpPr>
        <p:spPr>
          <a:xfrm>
            <a:off x="8874252" y="3218688"/>
            <a:ext cx="50292" cy="50292"/>
          </a:xfrm>
          <a:prstGeom prst="rect">
            <a:avLst/>
          </a:prstGeom>
          <a:solidFill>
            <a:srgbClr val="1F2A4A"/>
          </a:solidFill>
          <a:ln/>
        </p:spPr>
      </p:sp>
      <p:sp>
        <p:nvSpPr>
          <p:cNvPr id="58" name="Shape 54"/>
          <p:cNvSpPr/>
          <p:nvPr/>
        </p:nvSpPr>
        <p:spPr>
          <a:xfrm>
            <a:off x="8321040" y="3771900"/>
            <a:ext cx="50292" cy="50292"/>
          </a:xfrm>
          <a:prstGeom prst="rect">
            <a:avLst/>
          </a:prstGeom>
          <a:solidFill>
            <a:srgbClr val="1F2A4A"/>
          </a:solidFill>
          <a:ln/>
        </p:spPr>
      </p:sp>
      <p:sp>
        <p:nvSpPr>
          <p:cNvPr id="59" name="Shape 55"/>
          <p:cNvSpPr/>
          <p:nvPr/>
        </p:nvSpPr>
        <p:spPr>
          <a:xfrm>
            <a:off x="8874252" y="3771900"/>
            <a:ext cx="50292" cy="50292"/>
          </a:xfrm>
          <a:prstGeom prst="rect">
            <a:avLst/>
          </a:prstGeom>
          <a:solidFill>
            <a:srgbClr val="1F2A4A"/>
          </a:solidFill>
          <a:ln/>
        </p:spPr>
      </p:sp>
      <p:pic>
        <p:nvPicPr>
          <p:cNvPr id="60" name="Image 2" descr="preencoded.png">    </p:cNvPr>
          <p:cNvPicPr>
            <a:picLocks noChangeAspect="1"/>
          </p:cNvPicPr>
          <p:nvPr/>
        </p:nvPicPr>
        <p:blipFill>
          <a:blip r:embed="rId3"/>
          <a:stretch>
            <a:fillRect/>
          </a:stretch>
        </p:blipFill>
        <p:spPr>
          <a:xfrm>
            <a:off x="8453811" y="3351459"/>
            <a:ext cx="337962" cy="337962"/>
          </a:xfrm>
          <a:prstGeom prst="rect">
            <a:avLst/>
          </a:prstGeom>
        </p:spPr>
      </p:pic>
      <p:sp>
        <p:nvSpPr>
          <p:cNvPr id="61" name="Text 56"/>
          <p:cNvSpPr txBox="1"/>
          <p:nvPr/>
        </p:nvSpPr>
        <p:spPr>
          <a:xfrm>
            <a:off x="9070848" y="3218688"/>
            <a:ext cx="2468880" cy="603504"/>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두 가지로 즐기기</a:t>
            </a:r>
            <a:endParaRPr lang="ko-KR" sz="1800" dirty="0"/>
          </a:p>
        </p:txBody>
      </p:sp>
      <p:sp>
        <p:nvSpPr>
          <p:cNvPr id="62" name="Text 57"/>
          <p:cNvSpPr txBox="1"/>
          <p:nvPr/>
        </p:nvSpPr>
        <p:spPr>
          <a:xfrm>
            <a:off x="8321040" y="4023360"/>
            <a:ext cx="3200400" cy="1371600"/>
          </a:xfrm>
          <a:prstGeom prst="rect">
            <a:avLst/>
          </a:prstGeom>
          <a:noFill/>
          <a:ln/>
        </p:spPr>
        <p:txBody>
          <a:bodyPr wrap="square" lIns="0" tIns="0" rIns="0" bIns="0" rtlCol="0" anchor="t"/>
          <a:lstStyle/>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일반 모드: 시간 제한 없이 차근차근</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경쟁 모드: 사건마다 제한 시간,</a:t>
            </a:r>
            <a:endParaRPr lang="ko-KR" sz="1300" dirty="0"/>
          </a:p>
          <a:p>
            <a:pPr indent="0" marL="0">
              <a:lnSpc>
                <a:spcPct val="115000"/>
              </a:lnSpc>
              <a:buNone/>
            </a:pPr>
            <a:r>
              <a:rPr lang="ko-KR" altLang="en-US" sz="1300" dirty="0">
                <a:solidFill>
                  <a:srgbClr val="B9C6E2"/>
                </a:solidFill>
                <a:latin typeface="맑은 고딕" pitchFamily="34" charset="0"/>
                <a:ea typeface="맑은 고딕" pitchFamily="34" charset="-122"/>
                <a:cs typeface="맑은 고딕" pitchFamily="34" charset="-120"/>
              </a:rPr>
              <a:t>빠르고 정확할수록 랭킹 위로.</a:t>
            </a:r>
            <a:endParaRPr lang="ko-KR" sz="1300" dirty="0"/>
          </a:p>
        </p:txBody>
      </p:sp>
      <p:sp>
        <p:nvSpPr>
          <p:cNvPr id="63" name="Text 58"/>
          <p:cNvSpPr txBox="1"/>
          <p:nvPr/>
        </p:nvSpPr>
        <p:spPr>
          <a:xfrm>
            <a:off x="548640" y="5806440"/>
            <a:ext cx="11064240" cy="274320"/>
          </a:xfrm>
          <a:prstGeom prst="rect">
            <a:avLst/>
          </a:prstGeom>
          <a:noFill/>
          <a:ln/>
        </p:spPr>
        <p:txBody>
          <a:bodyPr wrap="square" lIns="0" tIns="0" rIns="0" bIns="0" rtlCol="0" anchor="t"/>
          <a:lstStyle/>
          <a:p>
            <a:pPr indent="0" marL="0">
              <a:buNone/>
            </a:pPr>
            <a:r>
              <a:rPr lang="ko-KR" altLang="en-US" sz="1200" dirty="0">
                <a:solidFill>
                  <a:srgbClr val="B9C6E2"/>
                </a:solidFill>
                <a:latin typeface="Galmuri11" pitchFamily="34" charset="0"/>
                <a:ea typeface="Galmuri11" pitchFamily="34" charset="-122"/>
                <a:cs typeface="Galmuri11" pitchFamily="34" charset="-120"/>
              </a:rPr>
              <a:t>분위기는 어둡게(밤 근무)·밝게(낮 근무) 두 가지를 만들어 설정에서 고른다 — 기본값은 오늘 의견을 받아 확정 (15쪽)</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29184"/>
            <a:ext cx="1362456" cy="310896"/>
          </a:xfrm>
          <a:prstGeom prst="rect">
            <a:avLst/>
          </a:prstGeom>
          <a:solidFill>
            <a:srgbClr val="22201F"/>
          </a:solidFill>
          <a:ln/>
        </p:spPr>
      </p:sp>
      <p:sp>
        <p:nvSpPr>
          <p:cNvPr id="3" name="Shape 1"/>
          <p:cNvSpPr/>
          <p:nvPr/>
        </p:nvSpPr>
        <p:spPr>
          <a:xfrm>
            <a:off x="598932" y="379476"/>
            <a:ext cx="126187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86080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860804" y="589788"/>
            <a:ext cx="50292" cy="50292"/>
          </a:xfrm>
          <a:prstGeom prst="rect">
            <a:avLst/>
          </a:prstGeom>
          <a:solidFill>
            <a:srgbClr val="0F1426"/>
          </a:solidFill>
          <a:ln/>
        </p:spPr>
      </p:sp>
      <p:sp>
        <p:nvSpPr>
          <p:cNvPr id="8" name="Text 6"/>
          <p:cNvSpPr txBox="1"/>
          <p:nvPr/>
        </p:nvSpPr>
        <p:spPr>
          <a:xfrm>
            <a:off x="548640" y="329184"/>
            <a:ext cx="136245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02  핵심 기능</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꼭 만들 핵심 기능 6가지</a:t>
            </a:r>
            <a:endParaRPr lang="en-US" sz="2800" dirty="0"/>
          </a:p>
        </p:txBody>
      </p:sp>
      <p:sp>
        <p:nvSpPr>
          <p:cNvPr id="10" name="Shape 8"/>
          <p:cNvSpPr/>
          <p:nvPr/>
        </p:nvSpPr>
        <p:spPr>
          <a:xfrm>
            <a:off x="548640" y="1572768"/>
            <a:ext cx="3575304" cy="2084832"/>
          </a:xfrm>
          <a:prstGeom prst="rect">
            <a:avLst/>
          </a:prstGeom>
          <a:solidFill>
            <a:srgbClr val="3A4E7A"/>
          </a:solidFill>
          <a:ln/>
        </p:spPr>
      </p:sp>
      <p:sp>
        <p:nvSpPr>
          <p:cNvPr id="11" name="Shape 9"/>
          <p:cNvSpPr/>
          <p:nvPr/>
        </p:nvSpPr>
        <p:spPr>
          <a:xfrm>
            <a:off x="598932" y="1623060"/>
            <a:ext cx="3474720" cy="1984248"/>
          </a:xfrm>
          <a:prstGeom prst="rect">
            <a:avLst/>
          </a:prstGeom>
          <a:solidFill>
            <a:srgbClr val="1F2A4A"/>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4073652" y="1572768"/>
            <a:ext cx="50292" cy="50292"/>
          </a:xfrm>
          <a:prstGeom prst="rect">
            <a:avLst/>
          </a:prstGeom>
          <a:solidFill>
            <a:srgbClr val="0F1426"/>
          </a:solidFill>
          <a:ln/>
        </p:spPr>
      </p:sp>
      <p:sp>
        <p:nvSpPr>
          <p:cNvPr id="14" name="Shape 12"/>
          <p:cNvSpPr/>
          <p:nvPr/>
        </p:nvSpPr>
        <p:spPr>
          <a:xfrm>
            <a:off x="548640" y="3607308"/>
            <a:ext cx="50292" cy="50292"/>
          </a:xfrm>
          <a:prstGeom prst="rect">
            <a:avLst/>
          </a:prstGeom>
          <a:solidFill>
            <a:srgbClr val="0F1426"/>
          </a:solidFill>
          <a:ln/>
        </p:spPr>
      </p:sp>
      <p:sp>
        <p:nvSpPr>
          <p:cNvPr id="15" name="Shape 13"/>
          <p:cNvSpPr/>
          <p:nvPr/>
        </p:nvSpPr>
        <p:spPr>
          <a:xfrm>
            <a:off x="4073652" y="3607308"/>
            <a:ext cx="50292" cy="50292"/>
          </a:xfrm>
          <a:prstGeom prst="rect">
            <a:avLst/>
          </a:prstGeom>
          <a:solidFill>
            <a:srgbClr val="0F1426"/>
          </a:solidFill>
          <a:ln/>
        </p:spPr>
      </p:sp>
      <p:sp>
        <p:nvSpPr>
          <p:cNvPr id="16" name="Shape 14"/>
          <p:cNvSpPr/>
          <p:nvPr/>
        </p:nvSpPr>
        <p:spPr>
          <a:xfrm>
            <a:off x="749808" y="1773936"/>
            <a:ext cx="530352" cy="274320"/>
          </a:xfrm>
          <a:prstGeom prst="rect">
            <a:avLst/>
          </a:prstGeom>
          <a:solidFill>
            <a:srgbClr val="22201F"/>
          </a:solidFill>
          <a:ln/>
        </p:spPr>
      </p:sp>
      <p:sp>
        <p:nvSpPr>
          <p:cNvPr id="17" name="Shape 15"/>
          <p:cNvSpPr/>
          <p:nvPr/>
        </p:nvSpPr>
        <p:spPr>
          <a:xfrm>
            <a:off x="800100" y="1824228"/>
            <a:ext cx="429768" cy="173736"/>
          </a:xfrm>
          <a:prstGeom prst="rect">
            <a:avLst/>
          </a:prstGeom>
          <a:solidFill>
            <a:srgbClr val="F7D84A"/>
          </a:solidFill>
          <a:ln/>
        </p:spPr>
      </p:sp>
      <p:sp>
        <p:nvSpPr>
          <p:cNvPr id="18" name="Shape 16"/>
          <p:cNvSpPr/>
          <p:nvPr/>
        </p:nvSpPr>
        <p:spPr>
          <a:xfrm>
            <a:off x="749808" y="1773936"/>
            <a:ext cx="50292" cy="50292"/>
          </a:xfrm>
          <a:prstGeom prst="rect">
            <a:avLst/>
          </a:prstGeom>
          <a:solidFill>
            <a:srgbClr val="1F2A4A"/>
          </a:solidFill>
          <a:ln/>
        </p:spPr>
      </p:sp>
      <p:sp>
        <p:nvSpPr>
          <p:cNvPr id="19" name="Shape 17"/>
          <p:cNvSpPr/>
          <p:nvPr/>
        </p:nvSpPr>
        <p:spPr>
          <a:xfrm>
            <a:off x="1229868" y="1773936"/>
            <a:ext cx="50292" cy="50292"/>
          </a:xfrm>
          <a:prstGeom prst="rect">
            <a:avLst/>
          </a:prstGeom>
          <a:solidFill>
            <a:srgbClr val="1F2A4A"/>
          </a:solidFill>
          <a:ln/>
        </p:spPr>
      </p:sp>
      <p:sp>
        <p:nvSpPr>
          <p:cNvPr id="20" name="Shape 18"/>
          <p:cNvSpPr/>
          <p:nvPr/>
        </p:nvSpPr>
        <p:spPr>
          <a:xfrm>
            <a:off x="749808" y="1997964"/>
            <a:ext cx="50292" cy="50292"/>
          </a:xfrm>
          <a:prstGeom prst="rect">
            <a:avLst/>
          </a:prstGeom>
          <a:solidFill>
            <a:srgbClr val="1F2A4A"/>
          </a:solidFill>
          <a:ln/>
        </p:spPr>
      </p:sp>
      <p:sp>
        <p:nvSpPr>
          <p:cNvPr id="21" name="Shape 19"/>
          <p:cNvSpPr/>
          <p:nvPr/>
        </p:nvSpPr>
        <p:spPr>
          <a:xfrm>
            <a:off x="1229868" y="1997964"/>
            <a:ext cx="50292" cy="50292"/>
          </a:xfrm>
          <a:prstGeom prst="rect">
            <a:avLst/>
          </a:prstGeom>
          <a:solidFill>
            <a:srgbClr val="1F2A4A"/>
          </a:solidFill>
          <a:ln/>
        </p:spPr>
      </p:sp>
      <p:sp>
        <p:nvSpPr>
          <p:cNvPr id="22" name="Text 20"/>
          <p:cNvSpPr txBox="1"/>
          <p:nvPr/>
        </p:nvSpPr>
        <p:spPr>
          <a:xfrm>
            <a:off x="749808" y="177393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F1</a:t>
            </a:r>
            <a:endParaRPr lang="ko-KR" sz="1100" dirty="0"/>
          </a:p>
        </p:txBody>
      </p:sp>
      <p:sp>
        <p:nvSpPr>
          <p:cNvPr id="23" name="Shape 21"/>
          <p:cNvSpPr/>
          <p:nvPr/>
        </p:nvSpPr>
        <p:spPr>
          <a:xfrm>
            <a:off x="749808" y="2212848"/>
            <a:ext cx="658368" cy="658368"/>
          </a:xfrm>
          <a:prstGeom prst="rect">
            <a:avLst/>
          </a:prstGeom>
          <a:solidFill>
            <a:srgbClr val="22201F"/>
          </a:solidFill>
          <a:ln/>
        </p:spPr>
      </p:sp>
      <p:sp>
        <p:nvSpPr>
          <p:cNvPr id="24" name="Shape 22"/>
          <p:cNvSpPr/>
          <p:nvPr/>
        </p:nvSpPr>
        <p:spPr>
          <a:xfrm>
            <a:off x="800100" y="2263140"/>
            <a:ext cx="557784" cy="557784"/>
          </a:xfrm>
          <a:prstGeom prst="rect">
            <a:avLst/>
          </a:prstGeom>
          <a:solidFill>
            <a:srgbClr val="45C7C1"/>
          </a:solidFill>
          <a:ln/>
        </p:spPr>
      </p:sp>
      <p:sp>
        <p:nvSpPr>
          <p:cNvPr id="25" name="Shape 23"/>
          <p:cNvSpPr/>
          <p:nvPr/>
        </p:nvSpPr>
        <p:spPr>
          <a:xfrm>
            <a:off x="749808" y="2212848"/>
            <a:ext cx="50292" cy="50292"/>
          </a:xfrm>
          <a:prstGeom prst="rect">
            <a:avLst/>
          </a:prstGeom>
          <a:solidFill>
            <a:srgbClr val="1F2A4A"/>
          </a:solidFill>
          <a:ln/>
        </p:spPr>
      </p:sp>
      <p:sp>
        <p:nvSpPr>
          <p:cNvPr id="26" name="Shape 24"/>
          <p:cNvSpPr/>
          <p:nvPr/>
        </p:nvSpPr>
        <p:spPr>
          <a:xfrm>
            <a:off x="1357884" y="2212848"/>
            <a:ext cx="50292" cy="50292"/>
          </a:xfrm>
          <a:prstGeom prst="rect">
            <a:avLst/>
          </a:prstGeom>
          <a:solidFill>
            <a:srgbClr val="1F2A4A"/>
          </a:solidFill>
          <a:ln/>
        </p:spPr>
      </p:sp>
      <p:sp>
        <p:nvSpPr>
          <p:cNvPr id="27" name="Shape 25"/>
          <p:cNvSpPr/>
          <p:nvPr/>
        </p:nvSpPr>
        <p:spPr>
          <a:xfrm>
            <a:off x="749808" y="2820924"/>
            <a:ext cx="50292" cy="50292"/>
          </a:xfrm>
          <a:prstGeom prst="rect">
            <a:avLst/>
          </a:prstGeom>
          <a:solidFill>
            <a:srgbClr val="1F2A4A"/>
          </a:solidFill>
          <a:ln/>
        </p:spPr>
      </p:sp>
      <p:sp>
        <p:nvSpPr>
          <p:cNvPr id="28" name="Shape 26"/>
          <p:cNvSpPr/>
          <p:nvPr/>
        </p:nvSpPr>
        <p:spPr>
          <a:xfrm>
            <a:off x="1357884" y="2820924"/>
            <a:ext cx="50292" cy="50292"/>
          </a:xfrm>
          <a:prstGeom prst="rect">
            <a:avLst/>
          </a:prstGeom>
          <a:solidFill>
            <a:srgbClr val="1F2A4A"/>
          </a:solidFill>
          <a:ln/>
        </p:spPr>
      </p:sp>
      <p:pic>
        <p:nvPicPr>
          <p:cNvPr id="29" name="Image 0" descr="preencoded.png">    </p:cNvPr>
          <p:cNvPicPr>
            <a:picLocks noChangeAspect="1"/>
          </p:cNvPicPr>
          <p:nvPr/>
        </p:nvPicPr>
        <p:blipFill>
          <a:blip r:embed="rId1"/>
          <a:stretch>
            <a:fillRect/>
          </a:stretch>
        </p:blipFill>
        <p:spPr>
          <a:xfrm>
            <a:off x="894649" y="2357689"/>
            <a:ext cx="368686" cy="368686"/>
          </a:xfrm>
          <a:prstGeom prst="rect">
            <a:avLst/>
          </a:prstGeom>
        </p:spPr>
      </p:pic>
      <p:sp>
        <p:nvSpPr>
          <p:cNvPr id="30" name="Text 27"/>
          <p:cNvSpPr txBox="1"/>
          <p:nvPr/>
        </p:nvSpPr>
        <p:spPr>
          <a:xfrm>
            <a:off x="1572768" y="217627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모드 선택</a:t>
            </a:r>
            <a:endParaRPr lang="ko-KR" sz="1800" dirty="0"/>
          </a:p>
        </p:txBody>
      </p:sp>
      <p:sp>
        <p:nvSpPr>
          <p:cNvPr id="31" name="Text 28"/>
          <p:cNvSpPr txBox="1"/>
          <p:nvPr/>
        </p:nvSpPr>
        <p:spPr>
          <a:xfrm>
            <a:off x="1572768" y="261518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일반 모드 · 경쟁 모드</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메인에서 바로 고르기</a:t>
            </a:r>
            <a:endParaRPr lang="ko-KR" sz="1200" dirty="0"/>
          </a:p>
        </p:txBody>
      </p:sp>
      <p:sp>
        <p:nvSpPr>
          <p:cNvPr id="32" name="Text 29"/>
          <p:cNvSpPr txBox="1"/>
          <p:nvPr/>
        </p:nvSpPr>
        <p:spPr>
          <a:xfrm>
            <a:off x="749808" y="327355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메인</a:t>
            </a:r>
            <a:endParaRPr lang="ko-KR" sz="1150" dirty="0"/>
          </a:p>
        </p:txBody>
      </p:sp>
      <p:sp>
        <p:nvSpPr>
          <p:cNvPr id="33" name="Shape 30"/>
          <p:cNvSpPr/>
          <p:nvPr/>
        </p:nvSpPr>
        <p:spPr>
          <a:xfrm>
            <a:off x="4306824" y="1572768"/>
            <a:ext cx="3575304" cy="2084832"/>
          </a:xfrm>
          <a:prstGeom prst="rect">
            <a:avLst/>
          </a:prstGeom>
          <a:solidFill>
            <a:srgbClr val="3A4E7A"/>
          </a:solidFill>
          <a:ln/>
        </p:spPr>
      </p:sp>
      <p:sp>
        <p:nvSpPr>
          <p:cNvPr id="34" name="Shape 31"/>
          <p:cNvSpPr/>
          <p:nvPr/>
        </p:nvSpPr>
        <p:spPr>
          <a:xfrm>
            <a:off x="4357116" y="1623060"/>
            <a:ext cx="3474720" cy="1984248"/>
          </a:xfrm>
          <a:prstGeom prst="rect">
            <a:avLst/>
          </a:prstGeom>
          <a:solidFill>
            <a:srgbClr val="1F2A4A"/>
          </a:solidFill>
          <a:ln/>
        </p:spPr>
      </p:sp>
      <p:sp>
        <p:nvSpPr>
          <p:cNvPr id="35" name="Shape 32"/>
          <p:cNvSpPr/>
          <p:nvPr/>
        </p:nvSpPr>
        <p:spPr>
          <a:xfrm>
            <a:off x="4306824" y="1572768"/>
            <a:ext cx="50292" cy="50292"/>
          </a:xfrm>
          <a:prstGeom prst="rect">
            <a:avLst/>
          </a:prstGeom>
          <a:solidFill>
            <a:srgbClr val="0F1426"/>
          </a:solidFill>
          <a:ln/>
        </p:spPr>
      </p:sp>
      <p:sp>
        <p:nvSpPr>
          <p:cNvPr id="36" name="Shape 33"/>
          <p:cNvSpPr/>
          <p:nvPr/>
        </p:nvSpPr>
        <p:spPr>
          <a:xfrm>
            <a:off x="7831836" y="1572768"/>
            <a:ext cx="50292" cy="50292"/>
          </a:xfrm>
          <a:prstGeom prst="rect">
            <a:avLst/>
          </a:prstGeom>
          <a:solidFill>
            <a:srgbClr val="0F1426"/>
          </a:solidFill>
          <a:ln/>
        </p:spPr>
      </p:sp>
      <p:sp>
        <p:nvSpPr>
          <p:cNvPr id="37" name="Shape 34"/>
          <p:cNvSpPr/>
          <p:nvPr/>
        </p:nvSpPr>
        <p:spPr>
          <a:xfrm>
            <a:off x="4306824" y="3607308"/>
            <a:ext cx="50292" cy="50292"/>
          </a:xfrm>
          <a:prstGeom prst="rect">
            <a:avLst/>
          </a:prstGeom>
          <a:solidFill>
            <a:srgbClr val="0F1426"/>
          </a:solidFill>
          <a:ln/>
        </p:spPr>
      </p:sp>
      <p:sp>
        <p:nvSpPr>
          <p:cNvPr id="38" name="Shape 35"/>
          <p:cNvSpPr/>
          <p:nvPr/>
        </p:nvSpPr>
        <p:spPr>
          <a:xfrm>
            <a:off x="7831836" y="3607308"/>
            <a:ext cx="50292" cy="50292"/>
          </a:xfrm>
          <a:prstGeom prst="rect">
            <a:avLst/>
          </a:prstGeom>
          <a:solidFill>
            <a:srgbClr val="0F1426"/>
          </a:solidFill>
          <a:ln/>
        </p:spPr>
      </p:sp>
      <p:sp>
        <p:nvSpPr>
          <p:cNvPr id="39" name="Shape 36"/>
          <p:cNvSpPr/>
          <p:nvPr/>
        </p:nvSpPr>
        <p:spPr>
          <a:xfrm>
            <a:off x="4507992" y="1773936"/>
            <a:ext cx="530352" cy="274320"/>
          </a:xfrm>
          <a:prstGeom prst="rect">
            <a:avLst/>
          </a:prstGeom>
          <a:solidFill>
            <a:srgbClr val="22201F"/>
          </a:solidFill>
          <a:ln/>
        </p:spPr>
      </p:sp>
      <p:sp>
        <p:nvSpPr>
          <p:cNvPr id="40" name="Shape 37"/>
          <p:cNvSpPr/>
          <p:nvPr/>
        </p:nvSpPr>
        <p:spPr>
          <a:xfrm>
            <a:off x="4558284" y="1824228"/>
            <a:ext cx="429768" cy="173736"/>
          </a:xfrm>
          <a:prstGeom prst="rect">
            <a:avLst/>
          </a:prstGeom>
          <a:solidFill>
            <a:srgbClr val="F7D84A"/>
          </a:solidFill>
          <a:ln/>
        </p:spPr>
      </p:sp>
      <p:sp>
        <p:nvSpPr>
          <p:cNvPr id="41" name="Shape 38"/>
          <p:cNvSpPr/>
          <p:nvPr/>
        </p:nvSpPr>
        <p:spPr>
          <a:xfrm>
            <a:off x="4507992" y="1773936"/>
            <a:ext cx="50292" cy="50292"/>
          </a:xfrm>
          <a:prstGeom prst="rect">
            <a:avLst/>
          </a:prstGeom>
          <a:solidFill>
            <a:srgbClr val="1F2A4A"/>
          </a:solidFill>
          <a:ln/>
        </p:spPr>
      </p:sp>
      <p:sp>
        <p:nvSpPr>
          <p:cNvPr id="42" name="Shape 39"/>
          <p:cNvSpPr/>
          <p:nvPr/>
        </p:nvSpPr>
        <p:spPr>
          <a:xfrm>
            <a:off x="4988052" y="1773936"/>
            <a:ext cx="50292" cy="50292"/>
          </a:xfrm>
          <a:prstGeom prst="rect">
            <a:avLst/>
          </a:prstGeom>
          <a:solidFill>
            <a:srgbClr val="1F2A4A"/>
          </a:solidFill>
          <a:ln/>
        </p:spPr>
      </p:sp>
      <p:sp>
        <p:nvSpPr>
          <p:cNvPr id="43" name="Shape 40"/>
          <p:cNvSpPr/>
          <p:nvPr/>
        </p:nvSpPr>
        <p:spPr>
          <a:xfrm>
            <a:off x="4507992" y="1997964"/>
            <a:ext cx="50292" cy="50292"/>
          </a:xfrm>
          <a:prstGeom prst="rect">
            <a:avLst/>
          </a:prstGeom>
          <a:solidFill>
            <a:srgbClr val="1F2A4A"/>
          </a:solidFill>
          <a:ln/>
        </p:spPr>
      </p:sp>
      <p:sp>
        <p:nvSpPr>
          <p:cNvPr id="44" name="Shape 41"/>
          <p:cNvSpPr/>
          <p:nvPr/>
        </p:nvSpPr>
        <p:spPr>
          <a:xfrm>
            <a:off x="4988052" y="1997964"/>
            <a:ext cx="50292" cy="50292"/>
          </a:xfrm>
          <a:prstGeom prst="rect">
            <a:avLst/>
          </a:prstGeom>
          <a:solidFill>
            <a:srgbClr val="1F2A4A"/>
          </a:solidFill>
          <a:ln/>
        </p:spPr>
      </p:sp>
      <p:sp>
        <p:nvSpPr>
          <p:cNvPr id="45" name="Text 42"/>
          <p:cNvSpPr txBox="1"/>
          <p:nvPr/>
        </p:nvSpPr>
        <p:spPr>
          <a:xfrm>
            <a:off x="4507992" y="177393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F2</a:t>
            </a:r>
            <a:endParaRPr lang="ko-KR" sz="1100" dirty="0"/>
          </a:p>
        </p:txBody>
      </p:sp>
      <p:sp>
        <p:nvSpPr>
          <p:cNvPr id="46" name="Shape 43"/>
          <p:cNvSpPr/>
          <p:nvPr/>
        </p:nvSpPr>
        <p:spPr>
          <a:xfrm>
            <a:off x="4507992" y="2212848"/>
            <a:ext cx="658368" cy="658368"/>
          </a:xfrm>
          <a:prstGeom prst="rect">
            <a:avLst/>
          </a:prstGeom>
          <a:solidFill>
            <a:srgbClr val="22201F"/>
          </a:solidFill>
          <a:ln/>
        </p:spPr>
      </p:sp>
      <p:sp>
        <p:nvSpPr>
          <p:cNvPr id="47" name="Shape 44"/>
          <p:cNvSpPr/>
          <p:nvPr/>
        </p:nvSpPr>
        <p:spPr>
          <a:xfrm>
            <a:off x="4558284" y="2263140"/>
            <a:ext cx="557784" cy="557784"/>
          </a:xfrm>
          <a:prstGeom prst="rect">
            <a:avLst/>
          </a:prstGeom>
          <a:solidFill>
            <a:srgbClr val="45C7C1"/>
          </a:solidFill>
          <a:ln/>
        </p:spPr>
      </p:sp>
      <p:sp>
        <p:nvSpPr>
          <p:cNvPr id="48" name="Shape 45"/>
          <p:cNvSpPr/>
          <p:nvPr/>
        </p:nvSpPr>
        <p:spPr>
          <a:xfrm>
            <a:off x="4507992" y="2212848"/>
            <a:ext cx="50292" cy="50292"/>
          </a:xfrm>
          <a:prstGeom prst="rect">
            <a:avLst/>
          </a:prstGeom>
          <a:solidFill>
            <a:srgbClr val="1F2A4A"/>
          </a:solidFill>
          <a:ln/>
        </p:spPr>
      </p:sp>
      <p:sp>
        <p:nvSpPr>
          <p:cNvPr id="49" name="Shape 46"/>
          <p:cNvSpPr/>
          <p:nvPr/>
        </p:nvSpPr>
        <p:spPr>
          <a:xfrm>
            <a:off x="5116068" y="2212848"/>
            <a:ext cx="50292" cy="50292"/>
          </a:xfrm>
          <a:prstGeom prst="rect">
            <a:avLst/>
          </a:prstGeom>
          <a:solidFill>
            <a:srgbClr val="1F2A4A"/>
          </a:solidFill>
          <a:ln/>
        </p:spPr>
      </p:sp>
      <p:sp>
        <p:nvSpPr>
          <p:cNvPr id="50" name="Shape 47"/>
          <p:cNvSpPr/>
          <p:nvPr/>
        </p:nvSpPr>
        <p:spPr>
          <a:xfrm>
            <a:off x="4507992" y="2820924"/>
            <a:ext cx="50292" cy="50292"/>
          </a:xfrm>
          <a:prstGeom prst="rect">
            <a:avLst/>
          </a:prstGeom>
          <a:solidFill>
            <a:srgbClr val="1F2A4A"/>
          </a:solidFill>
          <a:ln/>
        </p:spPr>
      </p:sp>
      <p:sp>
        <p:nvSpPr>
          <p:cNvPr id="51" name="Shape 48"/>
          <p:cNvSpPr/>
          <p:nvPr/>
        </p:nvSpPr>
        <p:spPr>
          <a:xfrm>
            <a:off x="5116068" y="2820924"/>
            <a:ext cx="50292" cy="50292"/>
          </a:xfrm>
          <a:prstGeom prst="rect">
            <a:avLst/>
          </a:prstGeom>
          <a:solidFill>
            <a:srgbClr val="1F2A4A"/>
          </a:solidFill>
          <a:ln/>
        </p:spPr>
      </p:sp>
      <p:pic>
        <p:nvPicPr>
          <p:cNvPr id="52" name="Image 1" descr="preencoded.png">    </p:cNvPr>
          <p:cNvPicPr>
            <a:picLocks noChangeAspect="1"/>
          </p:cNvPicPr>
          <p:nvPr/>
        </p:nvPicPr>
        <p:blipFill>
          <a:blip r:embed="rId2"/>
          <a:stretch>
            <a:fillRect/>
          </a:stretch>
        </p:blipFill>
        <p:spPr>
          <a:xfrm>
            <a:off x="4652833" y="2357689"/>
            <a:ext cx="368686" cy="368686"/>
          </a:xfrm>
          <a:prstGeom prst="rect">
            <a:avLst/>
          </a:prstGeom>
        </p:spPr>
      </p:pic>
      <p:sp>
        <p:nvSpPr>
          <p:cNvPr id="53" name="Text 49"/>
          <p:cNvSpPr txBox="1"/>
          <p:nvPr/>
        </p:nvSpPr>
        <p:spPr>
          <a:xfrm>
            <a:off x="5330952" y="217627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난이도 4단계</a:t>
            </a:r>
            <a:endParaRPr lang="ko-KR" sz="1800" dirty="0"/>
          </a:p>
        </p:txBody>
      </p:sp>
      <p:sp>
        <p:nvSpPr>
          <p:cNvPr id="54" name="Text 50"/>
          <p:cNvSpPr txBox="1"/>
          <p:nvPr/>
        </p:nvSpPr>
        <p:spPr>
          <a:xfrm>
            <a:off x="5330952" y="261518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쉬움·보통·어려움·전문가</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앞 단계 통과 시 열림</a:t>
            </a:r>
            <a:endParaRPr lang="ko-KR" sz="1200" dirty="0"/>
          </a:p>
        </p:txBody>
      </p:sp>
      <p:sp>
        <p:nvSpPr>
          <p:cNvPr id="55" name="Text 51"/>
          <p:cNvSpPr txBox="1"/>
          <p:nvPr/>
        </p:nvSpPr>
        <p:spPr>
          <a:xfrm>
            <a:off x="4507992" y="327355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난이도 선택</a:t>
            </a:r>
            <a:endParaRPr lang="ko-KR" sz="1150" dirty="0"/>
          </a:p>
        </p:txBody>
      </p:sp>
      <p:sp>
        <p:nvSpPr>
          <p:cNvPr id="56" name="Shape 52"/>
          <p:cNvSpPr/>
          <p:nvPr/>
        </p:nvSpPr>
        <p:spPr>
          <a:xfrm>
            <a:off x="8065008" y="1572768"/>
            <a:ext cx="3575304" cy="2084832"/>
          </a:xfrm>
          <a:prstGeom prst="rect">
            <a:avLst/>
          </a:prstGeom>
          <a:solidFill>
            <a:srgbClr val="3A4E7A"/>
          </a:solidFill>
          <a:ln/>
        </p:spPr>
      </p:sp>
      <p:sp>
        <p:nvSpPr>
          <p:cNvPr id="57" name="Shape 53"/>
          <p:cNvSpPr/>
          <p:nvPr/>
        </p:nvSpPr>
        <p:spPr>
          <a:xfrm>
            <a:off x="8115300" y="1623060"/>
            <a:ext cx="3474720" cy="1984248"/>
          </a:xfrm>
          <a:prstGeom prst="rect">
            <a:avLst/>
          </a:prstGeom>
          <a:solidFill>
            <a:srgbClr val="1F2A4A"/>
          </a:solidFill>
          <a:ln/>
        </p:spPr>
      </p:sp>
      <p:sp>
        <p:nvSpPr>
          <p:cNvPr id="58" name="Shape 54"/>
          <p:cNvSpPr/>
          <p:nvPr/>
        </p:nvSpPr>
        <p:spPr>
          <a:xfrm>
            <a:off x="8065008" y="1572768"/>
            <a:ext cx="50292" cy="50292"/>
          </a:xfrm>
          <a:prstGeom prst="rect">
            <a:avLst/>
          </a:prstGeom>
          <a:solidFill>
            <a:srgbClr val="0F1426"/>
          </a:solidFill>
          <a:ln/>
        </p:spPr>
      </p:sp>
      <p:sp>
        <p:nvSpPr>
          <p:cNvPr id="59" name="Shape 55"/>
          <p:cNvSpPr/>
          <p:nvPr/>
        </p:nvSpPr>
        <p:spPr>
          <a:xfrm>
            <a:off x="11590020" y="1572768"/>
            <a:ext cx="50292" cy="50292"/>
          </a:xfrm>
          <a:prstGeom prst="rect">
            <a:avLst/>
          </a:prstGeom>
          <a:solidFill>
            <a:srgbClr val="0F1426"/>
          </a:solidFill>
          <a:ln/>
        </p:spPr>
      </p:sp>
      <p:sp>
        <p:nvSpPr>
          <p:cNvPr id="60" name="Shape 56"/>
          <p:cNvSpPr/>
          <p:nvPr/>
        </p:nvSpPr>
        <p:spPr>
          <a:xfrm>
            <a:off x="8065008" y="3607308"/>
            <a:ext cx="50292" cy="50292"/>
          </a:xfrm>
          <a:prstGeom prst="rect">
            <a:avLst/>
          </a:prstGeom>
          <a:solidFill>
            <a:srgbClr val="0F1426"/>
          </a:solidFill>
          <a:ln/>
        </p:spPr>
      </p:sp>
      <p:sp>
        <p:nvSpPr>
          <p:cNvPr id="61" name="Shape 57"/>
          <p:cNvSpPr/>
          <p:nvPr/>
        </p:nvSpPr>
        <p:spPr>
          <a:xfrm>
            <a:off x="11590020" y="3607308"/>
            <a:ext cx="50292" cy="50292"/>
          </a:xfrm>
          <a:prstGeom prst="rect">
            <a:avLst/>
          </a:prstGeom>
          <a:solidFill>
            <a:srgbClr val="0F1426"/>
          </a:solidFill>
          <a:ln/>
        </p:spPr>
      </p:sp>
      <p:sp>
        <p:nvSpPr>
          <p:cNvPr id="62" name="Shape 58"/>
          <p:cNvSpPr/>
          <p:nvPr/>
        </p:nvSpPr>
        <p:spPr>
          <a:xfrm>
            <a:off x="8266176" y="1773936"/>
            <a:ext cx="530352" cy="274320"/>
          </a:xfrm>
          <a:prstGeom prst="rect">
            <a:avLst/>
          </a:prstGeom>
          <a:solidFill>
            <a:srgbClr val="22201F"/>
          </a:solidFill>
          <a:ln/>
        </p:spPr>
      </p:sp>
      <p:sp>
        <p:nvSpPr>
          <p:cNvPr id="63" name="Shape 59"/>
          <p:cNvSpPr/>
          <p:nvPr/>
        </p:nvSpPr>
        <p:spPr>
          <a:xfrm>
            <a:off x="8316468" y="1824228"/>
            <a:ext cx="429768" cy="173736"/>
          </a:xfrm>
          <a:prstGeom prst="rect">
            <a:avLst/>
          </a:prstGeom>
          <a:solidFill>
            <a:srgbClr val="F7D84A"/>
          </a:solidFill>
          <a:ln/>
        </p:spPr>
      </p:sp>
      <p:sp>
        <p:nvSpPr>
          <p:cNvPr id="64" name="Shape 60"/>
          <p:cNvSpPr/>
          <p:nvPr/>
        </p:nvSpPr>
        <p:spPr>
          <a:xfrm>
            <a:off x="8266176" y="1773936"/>
            <a:ext cx="50292" cy="50292"/>
          </a:xfrm>
          <a:prstGeom prst="rect">
            <a:avLst/>
          </a:prstGeom>
          <a:solidFill>
            <a:srgbClr val="1F2A4A"/>
          </a:solidFill>
          <a:ln/>
        </p:spPr>
      </p:sp>
      <p:sp>
        <p:nvSpPr>
          <p:cNvPr id="65" name="Shape 61"/>
          <p:cNvSpPr/>
          <p:nvPr/>
        </p:nvSpPr>
        <p:spPr>
          <a:xfrm>
            <a:off x="8746236" y="1773936"/>
            <a:ext cx="50292" cy="50292"/>
          </a:xfrm>
          <a:prstGeom prst="rect">
            <a:avLst/>
          </a:prstGeom>
          <a:solidFill>
            <a:srgbClr val="1F2A4A"/>
          </a:solidFill>
          <a:ln/>
        </p:spPr>
      </p:sp>
      <p:sp>
        <p:nvSpPr>
          <p:cNvPr id="66" name="Shape 62"/>
          <p:cNvSpPr/>
          <p:nvPr/>
        </p:nvSpPr>
        <p:spPr>
          <a:xfrm>
            <a:off x="8266176" y="1997964"/>
            <a:ext cx="50292" cy="50292"/>
          </a:xfrm>
          <a:prstGeom prst="rect">
            <a:avLst/>
          </a:prstGeom>
          <a:solidFill>
            <a:srgbClr val="1F2A4A"/>
          </a:solidFill>
          <a:ln/>
        </p:spPr>
      </p:sp>
      <p:sp>
        <p:nvSpPr>
          <p:cNvPr id="67" name="Shape 63"/>
          <p:cNvSpPr/>
          <p:nvPr/>
        </p:nvSpPr>
        <p:spPr>
          <a:xfrm>
            <a:off x="8746236" y="1997964"/>
            <a:ext cx="50292" cy="50292"/>
          </a:xfrm>
          <a:prstGeom prst="rect">
            <a:avLst/>
          </a:prstGeom>
          <a:solidFill>
            <a:srgbClr val="1F2A4A"/>
          </a:solidFill>
          <a:ln/>
        </p:spPr>
      </p:sp>
      <p:sp>
        <p:nvSpPr>
          <p:cNvPr id="68" name="Text 64"/>
          <p:cNvSpPr txBox="1"/>
          <p:nvPr/>
        </p:nvSpPr>
        <p:spPr>
          <a:xfrm>
            <a:off x="8266176" y="177393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F3</a:t>
            </a:r>
            <a:endParaRPr lang="ko-KR" sz="1100" dirty="0"/>
          </a:p>
        </p:txBody>
      </p:sp>
      <p:sp>
        <p:nvSpPr>
          <p:cNvPr id="69" name="Shape 65"/>
          <p:cNvSpPr/>
          <p:nvPr/>
        </p:nvSpPr>
        <p:spPr>
          <a:xfrm>
            <a:off x="8266176" y="2212848"/>
            <a:ext cx="658368" cy="658368"/>
          </a:xfrm>
          <a:prstGeom prst="rect">
            <a:avLst/>
          </a:prstGeom>
          <a:solidFill>
            <a:srgbClr val="22201F"/>
          </a:solidFill>
          <a:ln/>
        </p:spPr>
      </p:sp>
      <p:sp>
        <p:nvSpPr>
          <p:cNvPr id="70" name="Shape 66"/>
          <p:cNvSpPr/>
          <p:nvPr/>
        </p:nvSpPr>
        <p:spPr>
          <a:xfrm>
            <a:off x="8316468" y="2263140"/>
            <a:ext cx="557784" cy="557784"/>
          </a:xfrm>
          <a:prstGeom prst="rect">
            <a:avLst/>
          </a:prstGeom>
          <a:solidFill>
            <a:srgbClr val="45C7C1"/>
          </a:solidFill>
          <a:ln/>
        </p:spPr>
      </p:sp>
      <p:sp>
        <p:nvSpPr>
          <p:cNvPr id="71" name="Shape 67"/>
          <p:cNvSpPr/>
          <p:nvPr/>
        </p:nvSpPr>
        <p:spPr>
          <a:xfrm>
            <a:off x="8266176" y="2212848"/>
            <a:ext cx="50292" cy="50292"/>
          </a:xfrm>
          <a:prstGeom prst="rect">
            <a:avLst/>
          </a:prstGeom>
          <a:solidFill>
            <a:srgbClr val="1F2A4A"/>
          </a:solidFill>
          <a:ln/>
        </p:spPr>
      </p:sp>
      <p:sp>
        <p:nvSpPr>
          <p:cNvPr id="72" name="Shape 68"/>
          <p:cNvSpPr/>
          <p:nvPr/>
        </p:nvSpPr>
        <p:spPr>
          <a:xfrm>
            <a:off x="8874252" y="2212848"/>
            <a:ext cx="50292" cy="50292"/>
          </a:xfrm>
          <a:prstGeom prst="rect">
            <a:avLst/>
          </a:prstGeom>
          <a:solidFill>
            <a:srgbClr val="1F2A4A"/>
          </a:solidFill>
          <a:ln/>
        </p:spPr>
      </p:sp>
      <p:sp>
        <p:nvSpPr>
          <p:cNvPr id="73" name="Shape 69"/>
          <p:cNvSpPr/>
          <p:nvPr/>
        </p:nvSpPr>
        <p:spPr>
          <a:xfrm>
            <a:off x="8266176" y="2820924"/>
            <a:ext cx="50292" cy="50292"/>
          </a:xfrm>
          <a:prstGeom prst="rect">
            <a:avLst/>
          </a:prstGeom>
          <a:solidFill>
            <a:srgbClr val="1F2A4A"/>
          </a:solidFill>
          <a:ln/>
        </p:spPr>
      </p:sp>
      <p:sp>
        <p:nvSpPr>
          <p:cNvPr id="74" name="Shape 70"/>
          <p:cNvSpPr/>
          <p:nvPr/>
        </p:nvSpPr>
        <p:spPr>
          <a:xfrm>
            <a:off x="8874252" y="2820924"/>
            <a:ext cx="50292" cy="50292"/>
          </a:xfrm>
          <a:prstGeom prst="rect">
            <a:avLst/>
          </a:prstGeom>
          <a:solidFill>
            <a:srgbClr val="1F2A4A"/>
          </a:solidFill>
          <a:ln/>
        </p:spPr>
      </p:sp>
      <p:pic>
        <p:nvPicPr>
          <p:cNvPr id="75" name="Image 2" descr="preencoded.png">    </p:cNvPr>
          <p:cNvPicPr>
            <a:picLocks noChangeAspect="1"/>
          </p:cNvPicPr>
          <p:nvPr/>
        </p:nvPicPr>
        <p:blipFill>
          <a:blip r:embed="rId3"/>
          <a:stretch>
            <a:fillRect/>
          </a:stretch>
        </p:blipFill>
        <p:spPr>
          <a:xfrm>
            <a:off x="8411017" y="2357689"/>
            <a:ext cx="368686" cy="368686"/>
          </a:xfrm>
          <a:prstGeom prst="rect">
            <a:avLst/>
          </a:prstGeom>
        </p:spPr>
      </p:pic>
      <p:sp>
        <p:nvSpPr>
          <p:cNvPr id="76" name="Text 71"/>
          <p:cNvSpPr txBox="1"/>
          <p:nvPr/>
        </p:nvSpPr>
        <p:spPr>
          <a:xfrm>
            <a:off x="9089136" y="217627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창구 심사</a:t>
            </a:r>
            <a:endParaRPr lang="ko-KR" sz="1800" dirty="0"/>
          </a:p>
        </p:txBody>
      </p:sp>
      <p:sp>
        <p:nvSpPr>
          <p:cNvPr id="77" name="Text 72"/>
          <p:cNvSpPr txBox="1"/>
          <p:nvPr/>
        </p:nvSpPr>
        <p:spPr>
          <a:xfrm>
            <a:off x="9089136" y="261518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창구 장면 + 서류 대조·</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의심 깃발·자료 조회</a:t>
            </a:r>
            <a:endParaRPr lang="ko-KR" sz="1200" dirty="0"/>
          </a:p>
        </p:txBody>
      </p:sp>
      <p:sp>
        <p:nvSpPr>
          <p:cNvPr id="78" name="Text 73"/>
          <p:cNvSpPr txBox="1"/>
          <p:nvPr/>
        </p:nvSpPr>
        <p:spPr>
          <a:xfrm>
            <a:off x="8266176" y="327355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인게임</a:t>
            </a:r>
            <a:endParaRPr lang="ko-KR" sz="1150" dirty="0"/>
          </a:p>
        </p:txBody>
      </p:sp>
      <p:sp>
        <p:nvSpPr>
          <p:cNvPr id="79" name="Shape 74"/>
          <p:cNvSpPr/>
          <p:nvPr/>
        </p:nvSpPr>
        <p:spPr>
          <a:xfrm>
            <a:off x="548640" y="3813048"/>
            <a:ext cx="3575304" cy="2084832"/>
          </a:xfrm>
          <a:prstGeom prst="rect">
            <a:avLst/>
          </a:prstGeom>
          <a:solidFill>
            <a:srgbClr val="3A4E7A"/>
          </a:solidFill>
          <a:ln/>
        </p:spPr>
      </p:sp>
      <p:sp>
        <p:nvSpPr>
          <p:cNvPr id="80" name="Shape 75"/>
          <p:cNvSpPr/>
          <p:nvPr/>
        </p:nvSpPr>
        <p:spPr>
          <a:xfrm>
            <a:off x="598932" y="3863340"/>
            <a:ext cx="3474720" cy="1984248"/>
          </a:xfrm>
          <a:prstGeom prst="rect">
            <a:avLst/>
          </a:prstGeom>
          <a:solidFill>
            <a:srgbClr val="1F2A4A"/>
          </a:solidFill>
          <a:ln/>
        </p:spPr>
      </p:sp>
      <p:sp>
        <p:nvSpPr>
          <p:cNvPr id="81" name="Shape 76"/>
          <p:cNvSpPr/>
          <p:nvPr/>
        </p:nvSpPr>
        <p:spPr>
          <a:xfrm>
            <a:off x="548640" y="3813048"/>
            <a:ext cx="50292" cy="50292"/>
          </a:xfrm>
          <a:prstGeom prst="rect">
            <a:avLst/>
          </a:prstGeom>
          <a:solidFill>
            <a:srgbClr val="0F1426"/>
          </a:solidFill>
          <a:ln/>
        </p:spPr>
      </p:sp>
      <p:sp>
        <p:nvSpPr>
          <p:cNvPr id="82" name="Shape 77"/>
          <p:cNvSpPr/>
          <p:nvPr/>
        </p:nvSpPr>
        <p:spPr>
          <a:xfrm>
            <a:off x="4073652" y="3813048"/>
            <a:ext cx="50292" cy="50292"/>
          </a:xfrm>
          <a:prstGeom prst="rect">
            <a:avLst/>
          </a:prstGeom>
          <a:solidFill>
            <a:srgbClr val="0F1426"/>
          </a:solidFill>
          <a:ln/>
        </p:spPr>
      </p:sp>
      <p:sp>
        <p:nvSpPr>
          <p:cNvPr id="83" name="Shape 78"/>
          <p:cNvSpPr/>
          <p:nvPr/>
        </p:nvSpPr>
        <p:spPr>
          <a:xfrm>
            <a:off x="548640" y="5847588"/>
            <a:ext cx="50292" cy="50292"/>
          </a:xfrm>
          <a:prstGeom prst="rect">
            <a:avLst/>
          </a:prstGeom>
          <a:solidFill>
            <a:srgbClr val="0F1426"/>
          </a:solidFill>
          <a:ln/>
        </p:spPr>
      </p:sp>
      <p:sp>
        <p:nvSpPr>
          <p:cNvPr id="84" name="Shape 79"/>
          <p:cNvSpPr/>
          <p:nvPr/>
        </p:nvSpPr>
        <p:spPr>
          <a:xfrm>
            <a:off x="4073652" y="5847588"/>
            <a:ext cx="50292" cy="50292"/>
          </a:xfrm>
          <a:prstGeom prst="rect">
            <a:avLst/>
          </a:prstGeom>
          <a:solidFill>
            <a:srgbClr val="0F1426"/>
          </a:solidFill>
          <a:ln/>
        </p:spPr>
      </p:sp>
      <p:sp>
        <p:nvSpPr>
          <p:cNvPr id="85" name="Shape 80"/>
          <p:cNvSpPr/>
          <p:nvPr/>
        </p:nvSpPr>
        <p:spPr>
          <a:xfrm>
            <a:off x="749808" y="4014216"/>
            <a:ext cx="530352" cy="274320"/>
          </a:xfrm>
          <a:prstGeom prst="rect">
            <a:avLst/>
          </a:prstGeom>
          <a:solidFill>
            <a:srgbClr val="22201F"/>
          </a:solidFill>
          <a:ln/>
        </p:spPr>
      </p:sp>
      <p:sp>
        <p:nvSpPr>
          <p:cNvPr id="86" name="Shape 81"/>
          <p:cNvSpPr/>
          <p:nvPr/>
        </p:nvSpPr>
        <p:spPr>
          <a:xfrm>
            <a:off x="800100" y="4064508"/>
            <a:ext cx="429768" cy="173736"/>
          </a:xfrm>
          <a:prstGeom prst="rect">
            <a:avLst/>
          </a:prstGeom>
          <a:solidFill>
            <a:srgbClr val="F7D84A"/>
          </a:solidFill>
          <a:ln/>
        </p:spPr>
      </p:sp>
      <p:sp>
        <p:nvSpPr>
          <p:cNvPr id="87" name="Shape 82"/>
          <p:cNvSpPr/>
          <p:nvPr/>
        </p:nvSpPr>
        <p:spPr>
          <a:xfrm>
            <a:off x="749808" y="4014216"/>
            <a:ext cx="50292" cy="50292"/>
          </a:xfrm>
          <a:prstGeom prst="rect">
            <a:avLst/>
          </a:prstGeom>
          <a:solidFill>
            <a:srgbClr val="1F2A4A"/>
          </a:solidFill>
          <a:ln/>
        </p:spPr>
      </p:sp>
      <p:sp>
        <p:nvSpPr>
          <p:cNvPr id="88" name="Shape 83"/>
          <p:cNvSpPr/>
          <p:nvPr/>
        </p:nvSpPr>
        <p:spPr>
          <a:xfrm>
            <a:off x="1229868" y="4014216"/>
            <a:ext cx="50292" cy="50292"/>
          </a:xfrm>
          <a:prstGeom prst="rect">
            <a:avLst/>
          </a:prstGeom>
          <a:solidFill>
            <a:srgbClr val="1F2A4A"/>
          </a:solidFill>
          <a:ln/>
        </p:spPr>
      </p:sp>
      <p:sp>
        <p:nvSpPr>
          <p:cNvPr id="89" name="Shape 84"/>
          <p:cNvSpPr/>
          <p:nvPr/>
        </p:nvSpPr>
        <p:spPr>
          <a:xfrm>
            <a:off x="749808" y="4238244"/>
            <a:ext cx="50292" cy="50292"/>
          </a:xfrm>
          <a:prstGeom prst="rect">
            <a:avLst/>
          </a:prstGeom>
          <a:solidFill>
            <a:srgbClr val="1F2A4A"/>
          </a:solidFill>
          <a:ln/>
        </p:spPr>
      </p:sp>
      <p:sp>
        <p:nvSpPr>
          <p:cNvPr id="90" name="Shape 85"/>
          <p:cNvSpPr/>
          <p:nvPr/>
        </p:nvSpPr>
        <p:spPr>
          <a:xfrm>
            <a:off x="1229868" y="4238244"/>
            <a:ext cx="50292" cy="50292"/>
          </a:xfrm>
          <a:prstGeom prst="rect">
            <a:avLst/>
          </a:prstGeom>
          <a:solidFill>
            <a:srgbClr val="1F2A4A"/>
          </a:solidFill>
          <a:ln/>
        </p:spPr>
      </p:sp>
      <p:sp>
        <p:nvSpPr>
          <p:cNvPr id="91" name="Text 86"/>
          <p:cNvSpPr txBox="1"/>
          <p:nvPr/>
        </p:nvSpPr>
        <p:spPr>
          <a:xfrm>
            <a:off x="749808" y="401421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F4</a:t>
            </a:r>
            <a:endParaRPr lang="ko-KR" sz="1100" dirty="0"/>
          </a:p>
        </p:txBody>
      </p:sp>
      <p:sp>
        <p:nvSpPr>
          <p:cNvPr id="92" name="Shape 87"/>
          <p:cNvSpPr/>
          <p:nvPr/>
        </p:nvSpPr>
        <p:spPr>
          <a:xfrm>
            <a:off x="749808" y="4453128"/>
            <a:ext cx="658368" cy="658368"/>
          </a:xfrm>
          <a:prstGeom prst="rect">
            <a:avLst/>
          </a:prstGeom>
          <a:solidFill>
            <a:srgbClr val="22201F"/>
          </a:solidFill>
          <a:ln/>
        </p:spPr>
      </p:sp>
      <p:sp>
        <p:nvSpPr>
          <p:cNvPr id="93" name="Shape 88"/>
          <p:cNvSpPr/>
          <p:nvPr/>
        </p:nvSpPr>
        <p:spPr>
          <a:xfrm>
            <a:off x="800100" y="4503420"/>
            <a:ext cx="557784" cy="557784"/>
          </a:xfrm>
          <a:prstGeom prst="rect">
            <a:avLst/>
          </a:prstGeom>
          <a:solidFill>
            <a:srgbClr val="45C7C1"/>
          </a:solidFill>
          <a:ln/>
        </p:spPr>
      </p:sp>
      <p:sp>
        <p:nvSpPr>
          <p:cNvPr id="94" name="Shape 89"/>
          <p:cNvSpPr/>
          <p:nvPr/>
        </p:nvSpPr>
        <p:spPr>
          <a:xfrm>
            <a:off x="749808" y="4453128"/>
            <a:ext cx="50292" cy="50292"/>
          </a:xfrm>
          <a:prstGeom prst="rect">
            <a:avLst/>
          </a:prstGeom>
          <a:solidFill>
            <a:srgbClr val="1F2A4A"/>
          </a:solidFill>
          <a:ln/>
        </p:spPr>
      </p:sp>
      <p:sp>
        <p:nvSpPr>
          <p:cNvPr id="95" name="Shape 90"/>
          <p:cNvSpPr/>
          <p:nvPr/>
        </p:nvSpPr>
        <p:spPr>
          <a:xfrm>
            <a:off x="1357884" y="4453128"/>
            <a:ext cx="50292" cy="50292"/>
          </a:xfrm>
          <a:prstGeom prst="rect">
            <a:avLst/>
          </a:prstGeom>
          <a:solidFill>
            <a:srgbClr val="1F2A4A"/>
          </a:solidFill>
          <a:ln/>
        </p:spPr>
      </p:sp>
      <p:sp>
        <p:nvSpPr>
          <p:cNvPr id="96" name="Shape 91"/>
          <p:cNvSpPr/>
          <p:nvPr/>
        </p:nvSpPr>
        <p:spPr>
          <a:xfrm>
            <a:off x="749808" y="5061204"/>
            <a:ext cx="50292" cy="50292"/>
          </a:xfrm>
          <a:prstGeom prst="rect">
            <a:avLst/>
          </a:prstGeom>
          <a:solidFill>
            <a:srgbClr val="1F2A4A"/>
          </a:solidFill>
          <a:ln/>
        </p:spPr>
      </p:sp>
      <p:sp>
        <p:nvSpPr>
          <p:cNvPr id="97" name="Shape 92"/>
          <p:cNvSpPr/>
          <p:nvPr/>
        </p:nvSpPr>
        <p:spPr>
          <a:xfrm>
            <a:off x="1357884" y="5061204"/>
            <a:ext cx="50292" cy="50292"/>
          </a:xfrm>
          <a:prstGeom prst="rect">
            <a:avLst/>
          </a:prstGeom>
          <a:solidFill>
            <a:srgbClr val="1F2A4A"/>
          </a:solidFill>
          <a:ln/>
        </p:spPr>
      </p:sp>
      <p:pic>
        <p:nvPicPr>
          <p:cNvPr id="98" name="Image 3" descr="preencoded.png">    </p:cNvPr>
          <p:cNvPicPr>
            <a:picLocks noChangeAspect="1"/>
          </p:cNvPicPr>
          <p:nvPr/>
        </p:nvPicPr>
        <p:blipFill>
          <a:blip r:embed="rId4"/>
          <a:stretch>
            <a:fillRect/>
          </a:stretch>
        </p:blipFill>
        <p:spPr>
          <a:xfrm>
            <a:off x="894649" y="4597969"/>
            <a:ext cx="368686" cy="368686"/>
          </a:xfrm>
          <a:prstGeom prst="rect">
            <a:avLst/>
          </a:prstGeom>
        </p:spPr>
      </p:pic>
      <p:sp>
        <p:nvSpPr>
          <p:cNvPr id="99" name="Text 93"/>
          <p:cNvSpPr txBox="1"/>
          <p:nvPr/>
        </p:nvSpPr>
        <p:spPr>
          <a:xfrm>
            <a:off x="1572768" y="441655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판정과 처리</a:t>
            </a:r>
            <a:endParaRPr lang="ko-KR" sz="1800" dirty="0"/>
          </a:p>
        </p:txBody>
      </p:sp>
      <p:sp>
        <p:nvSpPr>
          <p:cNvPr id="100" name="Text 94"/>
          <p:cNvSpPr txBox="1"/>
          <p:nvPr/>
        </p:nvSpPr>
        <p:spPr>
          <a:xfrm>
            <a:off x="1572768" y="485546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승인·거부·추가 확인</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근거·확인 경로·신고</a:t>
            </a:r>
            <a:endParaRPr lang="ko-KR" sz="1200" dirty="0"/>
          </a:p>
        </p:txBody>
      </p:sp>
      <p:sp>
        <p:nvSpPr>
          <p:cNvPr id="101" name="Text 95"/>
          <p:cNvSpPr txBox="1"/>
          <p:nvPr/>
        </p:nvSpPr>
        <p:spPr>
          <a:xfrm>
            <a:off x="749808" y="551383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인게임</a:t>
            </a:r>
            <a:endParaRPr lang="ko-KR" sz="1150" dirty="0"/>
          </a:p>
        </p:txBody>
      </p:sp>
      <p:sp>
        <p:nvSpPr>
          <p:cNvPr id="102" name="Shape 96"/>
          <p:cNvSpPr/>
          <p:nvPr/>
        </p:nvSpPr>
        <p:spPr>
          <a:xfrm>
            <a:off x="4306824" y="3813048"/>
            <a:ext cx="3575304" cy="2084832"/>
          </a:xfrm>
          <a:prstGeom prst="rect">
            <a:avLst/>
          </a:prstGeom>
          <a:solidFill>
            <a:srgbClr val="3A4E7A"/>
          </a:solidFill>
          <a:ln/>
        </p:spPr>
      </p:sp>
      <p:sp>
        <p:nvSpPr>
          <p:cNvPr id="103" name="Shape 97"/>
          <p:cNvSpPr/>
          <p:nvPr/>
        </p:nvSpPr>
        <p:spPr>
          <a:xfrm>
            <a:off x="4357116" y="3863340"/>
            <a:ext cx="3474720" cy="1984248"/>
          </a:xfrm>
          <a:prstGeom prst="rect">
            <a:avLst/>
          </a:prstGeom>
          <a:solidFill>
            <a:srgbClr val="1F2A4A"/>
          </a:solidFill>
          <a:ln/>
        </p:spPr>
      </p:sp>
      <p:sp>
        <p:nvSpPr>
          <p:cNvPr id="104" name="Shape 98"/>
          <p:cNvSpPr/>
          <p:nvPr/>
        </p:nvSpPr>
        <p:spPr>
          <a:xfrm>
            <a:off x="4306824" y="3813048"/>
            <a:ext cx="50292" cy="50292"/>
          </a:xfrm>
          <a:prstGeom prst="rect">
            <a:avLst/>
          </a:prstGeom>
          <a:solidFill>
            <a:srgbClr val="0F1426"/>
          </a:solidFill>
          <a:ln/>
        </p:spPr>
      </p:sp>
      <p:sp>
        <p:nvSpPr>
          <p:cNvPr id="105" name="Shape 99"/>
          <p:cNvSpPr/>
          <p:nvPr/>
        </p:nvSpPr>
        <p:spPr>
          <a:xfrm>
            <a:off x="7831836" y="3813048"/>
            <a:ext cx="50292" cy="50292"/>
          </a:xfrm>
          <a:prstGeom prst="rect">
            <a:avLst/>
          </a:prstGeom>
          <a:solidFill>
            <a:srgbClr val="0F1426"/>
          </a:solidFill>
          <a:ln/>
        </p:spPr>
      </p:sp>
      <p:sp>
        <p:nvSpPr>
          <p:cNvPr id="106" name="Shape 100"/>
          <p:cNvSpPr/>
          <p:nvPr/>
        </p:nvSpPr>
        <p:spPr>
          <a:xfrm>
            <a:off x="4306824" y="5847588"/>
            <a:ext cx="50292" cy="50292"/>
          </a:xfrm>
          <a:prstGeom prst="rect">
            <a:avLst/>
          </a:prstGeom>
          <a:solidFill>
            <a:srgbClr val="0F1426"/>
          </a:solidFill>
          <a:ln/>
        </p:spPr>
      </p:sp>
      <p:sp>
        <p:nvSpPr>
          <p:cNvPr id="107" name="Shape 101"/>
          <p:cNvSpPr/>
          <p:nvPr/>
        </p:nvSpPr>
        <p:spPr>
          <a:xfrm>
            <a:off x="7831836" y="5847588"/>
            <a:ext cx="50292" cy="50292"/>
          </a:xfrm>
          <a:prstGeom prst="rect">
            <a:avLst/>
          </a:prstGeom>
          <a:solidFill>
            <a:srgbClr val="0F1426"/>
          </a:solidFill>
          <a:ln/>
        </p:spPr>
      </p:sp>
      <p:sp>
        <p:nvSpPr>
          <p:cNvPr id="108" name="Shape 102"/>
          <p:cNvSpPr/>
          <p:nvPr/>
        </p:nvSpPr>
        <p:spPr>
          <a:xfrm>
            <a:off x="4507992" y="4014216"/>
            <a:ext cx="530352" cy="274320"/>
          </a:xfrm>
          <a:prstGeom prst="rect">
            <a:avLst/>
          </a:prstGeom>
          <a:solidFill>
            <a:srgbClr val="22201F"/>
          </a:solidFill>
          <a:ln/>
        </p:spPr>
      </p:sp>
      <p:sp>
        <p:nvSpPr>
          <p:cNvPr id="109" name="Shape 103"/>
          <p:cNvSpPr/>
          <p:nvPr/>
        </p:nvSpPr>
        <p:spPr>
          <a:xfrm>
            <a:off x="4558284" y="4064508"/>
            <a:ext cx="429768" cy="173736"/>
          </a:xfrm>
          <a:prstGeom prst="rect">
            <a:avLst/>
          </a:prstGeom>
          <a:solidFill>
            <a:srgbClr val="F7D84A"/>
          </a:solidFill>
          <a:ln/>
        </p:spPr>
      </p:sp>
      <p:sp>
        <p:nvSpPr>
          <p:cNvPr id="110" name="Shape 104"/>
          <p:cNvSpPr/>
          <p:nvPr/>
        </p:nvSpPr>
        <p:spPr>
          <a:xfrm>
            <a:off x="4507992" y="4014216"/>
            <a:ext cx="50292" cy="50292"/>
          </a:xfrm>
          <a:prstGeom prst="rect">
            <a:avLst/>
          </a:prstGeom>
          <a:solidFill>
            <a:srgbClr val="1F2A4A"/>
          </a:solidFill>
          <a:ln/>
        </p:spPr>
      </p:sp>
      <p:sp>
        <p:nvSpPr>
          <p:cNvPr id="111" name="Shape 105"/>
          <p:cNvSpPr/>
          <p:nvPr/>
        </p:nvSpPr>
        <p:spPr>
          <a:xfrm>
            <a:off x="4988052" y="4014216"/>
            <a:ext cx="50292" cy="50292"/>
          </a:xfrm>
          <a:prstGeom prst="rect">
            <a:avLst/>
          </a:prstGeom>
          <a:solidFill>
            <a:srgbClr val="1F2A4A"/>
          </a:solidFill>
          <a:ln/>
        </p:spPr>
      </p:sp>
      <p:sp>
        <p:nvSpPr>
          <p:cNvPr id="112" name="Shape 106"/>
          <p:cNvSpPr/>
          <p:nvPr/>
        </p:nvSpPr>
        <p:spPr>
          <a:xfrm>
            <a:off x="4507992" y="4238244"/>
            <a:ext cx="50292" cy="50292"/>
          </a:xfrm>
          <a:prstGeom prst="rect">
            <a:avLst/>
          </a:prstGeom>
          <a:solidFill>
            <a:srgbClr val="1F2A4A"/>
          </a:solidFill>
          <a:ln/>
        </p:spPr>
      </p:sp>
      <p:sp>
        <p:nvSpPr>
          <p:cNvPr id="113" name="Shape 107"/>
          <p:cNvSpPr/>
          <p:nvPr/>
        </p:nvSpPr>
        <p:spPr>
          <a:xfrm>
            <a:off x="4988052" y="4238244"/>
            <a:ext cx="50292" cy="50292"/>
          </a:xfrm>
          <a:prstGeom prst="rect">
            <a:avLst/>
          </a:prstGeom>
          <a:solidFill>
            <a:srgbClr val="1F2A4A"/>
          </a:solidFill>
          <a:ln/>
        </p:spPr>
      </p:sp>
      <p:sp>
        <p:nvSpPr>
          <p:cNvPr id="114" name="Text 108"/>
          <p:cNvSpPr txBox="1"/>
          <p:nvPr/>
        </p:nvSpPr>
        <p:spPr>
          <a:xfrm>
            <a:off x="4507992" y="401421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F5</a:t>
            </a:r>
            <a:endParaRPr lang="ko-KR" sz="1100" dirty="0"/>
          </a:p>
        </p:txBody>
      </p:sp>
      <p:sp>
        <p:nvSpPr>
          <p:cNvPr id="115" name="Shape 109"/>
          <p:cNvSpPr/>
          <p:nvPr/>
        </p:nvSpPr>
        <p:spPr>
          <a:xfrm>
            <a:off x="4507992" y="4453128"/>
            <a:ext cx="658368" cy="658368"/>
          </a:xfrm>
          <a:prstGeom prst="rect">
            <a:avLst/>
          </a:prstGeom>
          <a:solidFill>
            <a:srgbClr val="22201F"/>
          </a:solidFill>
          <a:ln/>
        </p:spPr>
      </p:sp>
      <p:sp>
        <p:nvSpPr>
          <p:cNvPr id="116" name="Shape 110"/>
          <p:cNvSpPr/>
          <p:nvPr/>
        </p:nvSpPr>
        <p:spPr>
          <a:xfrm>
            <a:off x="4558284" y="4503420"/>
            <a:ext cx="557784" cy="557784"/>
          </a:xfrm>
          <a:prstGeom prst="rect">
            <a:avLst/>
          </a:prstGeom>
          <a:solidFill>
            <a:srgbClr val="45C7C1"/>
          </a:solidFill>
          <a:ln/>
        </p:spPr>
      </p:sp>
      <p:sp>
        <p:nvSpPr>
          <p:cNvPr id="117" name="Shape 111"/>
          <p:cNvSpPr/>
          <p:nvPr/>
        </p:nvSpPr>
        <p:spPr>
          <a:xfrm>
            <a:off x="4507992" y="4453128"/>
            <a:ext cx="50292" cy="50292"/>
          </a:xfrm>
          <a:prstGeom prst="rect">
            <a:avLst/>
          </a:prstGeom>
          <a:solidFill>
            <a:srgbClr val="1F2A4A"/>
          </a:solidFill>
          <a:ln/>
        </p:spPr>
      </p:sp>
      <p:sp>
        <p:nvSpPr>
          <p:cNvPr id="118" name="Shape 112"/>
          <p:cNvSpPr/>
          <p:nvPr/>
        </p:nvSpPr>
        <p:spPr>
          <a:xfrm>
            <a:off x="5116068" y="4453128"/>
            <a:ext cx="50292" cy="50292"/>
          </a:xfrm>
          <a:prstGeom prst="rect">
            <a:avLst/>
          </a:prstGeom>
          <a:solidFill>
            <a:srgbClr val="1F2A4A"/>
          </a:solidFill>
          <a:ln/>
        </p:spPr>
      </p:sp>
      <p:sp>
        <p:nvSpPr>
          <p:cNvPr id="119" name="Shape 113"/>
          <p:cNvSpPr/>
          <p:nvPr/>
        </p:nvSpPr>
        <p:spPr>
          <a:xfrm>
            <a:off x="4507992" y="5061204"/>
            <a:ext cx="50292" cy="50292"/>
          </a:xfrm>
          <a:prstGeom prst="rect">
            <a:avLst/>
          </a:prstGeom>
          <a:solidFill>
            <a:srgbClr val="1F2A4A"/>
          </a:solidFill>
          <a:ln/>
        </p:spPr>
      </p:sp>
      <p:sp>
        <p:nvSpPr>
          <p:cNvPr id="120" name="Shape 114"/>
          <p:cNvSpPr/>
          <p:nvPr/>
        </p:nvSpPr>
        <p:spPr>
          <a:xfrm>
            <a:off x="5116068" y="5061204"/>
            <a:ext cx="50292" cy="50292"/>
          </a:xfrm>
          <a:prstGeom prst="rect">
            <a:avLst/>
          </a:prstGeom>
          <a:solidFill>
            <a:srgbClr val="1F2A4A"/>
          </a:solidFill>
          <a:ln/>
        </p:spPr>
      </p:sp>
      <p:pic>
        <p:nvPicPr>
          <p:cNvPr id="121" name="Image 4" descr="preencoded.png">    </p:cNvPr>
          <p:cNvPicPr>
            <a:picLocks noChangeAspect="1"/>
          </p:cNvPicPr>
          <p:nvPr/>
        </p:nvPicPr>
        <p:blipFill>
          <a:blip r:embed="rId5"/>
          <a:stretch>
            <a:fillRect/>
          </a:stretch>
        </p:blipFill>
        <p:spPr>
          <a:xfrm>
            <a:off x="4652833" y="4597969"/>
            <a:ext cx="368686" cy="368686"/>
          </a:xfrm>
          <a:prstGeom prst="rect">
            <a:avLst/>
          </a:prstGeom>
        </p:spPr>
      </p:pic>
      <p:sp>
        <p:nvSpPr>
          <p:cNvPr id="122" name="Text 115"/>
          <p:cNvSpPr txBox="1"/>
          <p:nvPr/>
        </p:nvSpPr>
        <p:spPr>
          <a:xfrm>
            <a:off x="5330952" y="441655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결과와 해설</a:t>
            </a:r>
            <a:endParaRPr lang="ko-KR" sz="1800" dirty="0"/>
          </a:p>
        </p:txBody>
      </p:sp>
      <p:sp>
        <p:nvSpPr>
          <p:cNvPr id="123" name="Text 116"/>
          <p:cNvSpPr txBox="1"/>
          <p:nvPr/>
        </p:nvSpPr>
        <p:spPr>
          <a:xfrm>
            <a:off x="5330952" y="485546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정답·해설은 근무 끝에</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실패하면 처음부터</a:t>
            </a:r>
            <a:endParaRPr lang="ko-KR" sz="1200" dirty="0"/>
          </a:p>
        </p:txBody>
      </p:sp>
      <p:sp>
        <p:nvSpPr>
          <p:cNvPr id="124" name="Text 117"/>
          <p:cNvSpPr txBox="1"/>
          <p:nvPr/>
        </p:nvSpPr>
        <p:spPr>
          <a:xfrm>
            <a:off x="4507992" y="551383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근무 결과</a:t>
            </a:r>
            <a:endParaRPr lang="ko-KR" sz="1150" dirty="0"/>
          </a:p>
        </p:txBody>
      </p:sp>
      <p:sp>
        <p:nvSpPr>
          <p:cNvPr id="125" name="Shape 118"/>
          <p:cNvSpPr/>
          <p:nvPr/>
        </p:nvSpPr>
        <p:spPr>
          <a:xfrm>
            <a:off x="8065008" y="3813048"/>
            <a:ext cx="3575304" cy="2084832"/>
          </a:xfrm>
          <a:prstGeom prst="rect">
            <a:avLst/>
          </a:prstGeom>
          <a:solidFill>
            <a:srgbClr val="3A4E7A"/>
          </a:solidFill>
          <a:ln/>
        </p:spPr>
      </p:sp>
      <p:sp>
        <p:nvSpPr>
          <p:cNvPr id="126" name="Shape 119"/>
          <p:cNvSpPr/>
          <p:nvPr/>
        </p:nvSpPr>
        <p:spPr>
          <a:xfrm>
            <a:off x="8115300" y="3863340"/>
            <a:ext cx="3474720" cy="1984248"/>
          </a:xfrm>
          <a:prstGeom prst="rect">
            <a:avLst/>
          </a:prstGeom>
          <a:solidFill>
            <a:srgbClr val="1F2A4A"/>
          </a:solidFill>
          <a:ln/>
        </p:spPr>
      </p:sp>
      <p:sp>
        <p:nvSpPr>
          <p:cNvPr id="127" name="Shape 120"/>
          <p:cNvSpPr/>
          <p:nvPr/>
        </p:nvSpPr>
        <p:spPr>
          <a:xfrm>
            <a:off x="8065008" y="3813048"/>
            <a:ext cx="50292" cy="50292"/>
          </a:xfrm>
          <a:prstGeom prst="rect">
            <a:avLst/>
          </a:prstGeom>
          <a:solidFill>
            <a:srgbClr val="0F1426"/>
          </a:solidFill>
          <a:ln/>
        </p:spPr>
      </p:sp>
      <p:sp>
        <p:nvSpPr>
          <p:cNvPr id="128" name="Shape 121"/>
          <p:cNvSpPr/>
          <p:nvPr/>
        </p:nvSpPr>
        <p:spPr>
          <a:xfrm>
            <a:off x="11590020" y="3813048"/>
            <a:ext cx="50292" cy="50292"/>
          </a:xfrm>
          <a:prstGeom prst="rect">
            <a:avLst/>
          </a:prstGeom>
          <a:solidFill>
            <a:srgbClr val="0F1426"/>
          </a:solidFill>
          <a:ln/>
        </p:spPr>
      </p:sp>
      <p:sp>
        <p:nvSpPr>
          <p:cNvPr id="129" name="Shape 122"/>
          <p:cNvSpPr/>
          <p:nvPr/>
        </p:nvSpPr>
        <p:spPr>
          <a:xfrm>
            <a:off x="8065008" y="5847588"/>
            <a:ext cx="50292" cy="50292"/>
          </a:xfrm>
          <a:prstGeom prst="rect">
            <a:avLst/>
          </a:prstGeom>
          <a:solidFill>
            <a:srgbClr val="0F1426"/>
          </a:solidFill>
          <a:ln/>
        </p:spPr>
      </p:sp>
      <p:sp>
        <p:nvSpPr>
          <p:cNvPr id="130" name="Shape 123"/>
          <p:cNvSpPr/>
          <p:nvPr/>
        </p:nvSpPr>
        <p:spPr>
          <a:xfrm>
            <a:off x="11590020" y="5847588"/>
            <a:ext cx="50292" cy="50292"/>
          </a:xfrm>
          <a:prstGeom prst="rect">
            <a:avLst/>
          </a:prstGeom>
          <a:solidFill>
            <a:srgbClr val="0F1426"/>
          </a:solidFill>
          <a:ln/>
        </p:spPr>
      </p:sp>
      <p:sp>
        <p:nvSpPr>
          <p:cNvPr id="131" name="Shape 124"/>
          <p:cNvSpPr/>
          <p:nvPr/>
        </p:nvSpPr>
        <p:spPr>
          <a:xfrm>
            <a:off x="8266176" y="4014216"/>
            <a:ext cx="530352" cy="274320"/>
          </a:xfrm>
          <a:prstGeom prst="rect">
            <a:avLst/>
          </a:prstGeom>
          <a:solidFill>
            <a:srgbClr val="22201F"/>
          </a:solidFill>
          <a:ln/>
        </p:spPr>
      </p:sp>
      <p:sp>
        <p:nvSpPr>
          <p:cNvPr id="132" name="Shape 125"/>
          <p:cNvSpPr/>
          <p:nvPr/>
        </p:nvSpPr>
        <p:spPr>
          <a:xfrm>
            <a:off x="8316468" y="4064508"/>
            <a:ext cx="429768" cy="173736"/>
          </a:xfrm>
          <a:prstGeom prst="rect">
            <a:avLst/>
          </a:prstGeom>
          <a:solidFill>
            <a:srgbClr val="F7D84A"/>
          </a:solidFill>
          <a:ln/>
        </p:spPr>
      </p:sp>
      <p:sp>
        <p:nvSpPr>
          <p:cNvPr id="133" name="Shape 126"/>
          <p:cNvSpPr/>
          <p:nvPr/>
        </p:nvSpPr>
        <p:spPr>
          <a:xfrm>
            <a:off x="8266176" y="4014216"/>
            <a:ext cx="50292" cy="50292"/>
          </a:xfrm>
          <a:prstGeom prst="rect">
            <a:avLst/>
          </a:prstGeom>
          <a:solidFill>
            <a:srgbClr val="1F2A4A"/>
          </a:solidFill>
          <a:ln/>
        </p:spPr>
      </p:sp>
      <p:sp>
        <p:nvSpPr>
          <p:cNvPr id="134" name="Shape 127"/>
          <p:cNvSpPr/>
          <p:nvPr/>
        </p:nvSpPr>
        <p:spPr>
          <a:xfrm>
            <a:off x="8746236" y="4014216"/>
            <a:ext cx="50292" cy="50292"/>
          </a:xfrm>
          <a:prstGeom prst="rect">
            <a:avLst/>
          </a:prstGeom>
          <a:solidFill>
            <a:srgbClr val="1F2A4A"/>
          </a:solidFill>
          <a:ln/>
        </p:spPr>
      </p:sp>
      <p:sp>
        <p:nvSpPr>
          <p:cNvPr id="135" name="Shape 128"/>
          <p:cNvSpPr/>
          <p:nvPr/>
        </p:nvSpPr>
        <p:spPr>
          <a:xfrm>
            <a:off x="8266176" y="4238244"/>
            <a:ext cx="50292" cy="50292"/>
          </a:xfrm>
          <a:prstGeom prst="rect">
            <a:avLst/>
          </a:prstGeom>
          <a:solidFill>
            <a:srgbClr val="1F2A4A"/>
          </a:solidFill>
          <a:ln/>
        </p:spPr>
      </p:sp>
      <p:sp>
        <p:nvSpPr>
          <p:cNvPr id="136" name="Shape 129"/>
          <p:cNvSpPr/>
          <p:nvPr/>
        </p:nvSpPr>
        <p:spPr>
          <a:xfrm>
            <a:off x="8746236" y="4238244"/>
            <a:ext cx="50292" cy="50292"/>
          </a:xfrm>
          <a:prstGeom prst="rect">
            <a:avLst/>
          </a:prstGeom>
          <a:solidFill>
            <a:srgbClr val="1F2A4A"/>
          </a:solidFill>
          <a:ln/>
        </p:spPr>
      </p:sp>
      <p:sp>
        <p:nvSpPr>
          <p:cNvPr id="137" name="Text 130"/>
          <p:cNvSpPr txBox="1"/>
          <p:nvPr/>
        </p:nvSpPr>
        <p:spPr>
          <a:xfrm>
            <a:off x="8266176" y="4014216"/>
            <a:ext cx="530352"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F6</a:t>
            </a:r>
            <a:endParaRPr lang="ko-KR" sz="1100" dirty="0"/>
          </a:p>
        </p:txBody>
      </p:sp>
      <p:sp>
        <p:nvSpPr>
          <p:cNvPr id="138" name="Shape 131"/>
          <p:cNvSpPr/>
          <p:nvPr/>
        </p:nvSpPr>
        <p:spPr>
          <a:xfrm>
            <a:off x="8266176" y="4453128"/>
            <a:ext cx="658368" cy="658368"/>
          </a:xfrm>
          <a:prstGeom prst="rect">
            <a:avLst/>
          </a:prstGeom>
          <a:solidFill>
            <a:srgbClr val="22201F"/>
          </a:solidFill>
          <a:ln/>
        </p:spPr>
      </p:sp>
      <p:sp>
        <p:nvSpPr>
          <p:cNvPr id="139" name="Shape 132"/>
          <p:cNvSpPr/>
          <p:nvPr/>
        </p:nvSpPr>
        <p:spPr>
          <a:xfrm>
            <a:off x="8316468" y="4503420"/>
            <a:ext cx="557784" cy="557784"/>
          </a:xfrm>
          <a:prstGeom prst="rect">
            <a:avLst/>
          </a:prstGeom>
          <a:solidFill>
            <a:srgbClr val="45C7C1"/>
          </a:solidFill>
          <a:ln/>
        </p:spPr>
      </p:sp>
      <p:sp>
        <p:nvSpPr>
          <p:cNvPr id="140" name="Shape 133"/>
          <p:cNvSpPr/>
          <p:nvPr/>
        </p:nvSpPr>
        <p:spPr>
          <a:xfrm>
            <a:off x="8266176" y="4453128"/>
            <a:ext cx="50292" cy="50292"/>
          </a:xfrm>
          <a:prstGeom prst="rect">
            <a:avLst/>
          </a:prstGeom>
          <a:solidFill>
            <a:srgbClr val="1F2A4A"/>
          </a:solidFill>
          <a:ln/>
        </p:spPr>
      </p:sp>
      <p:sp>
        <p:nvSpPr>
          <p:cNvPr id="141" name="Shape 134"/>
          <p:cNvSpPr/>
          <p:nvPr/>
        </p:nvSpPr>
        <p:spPr>
          <a:xfrm>
            <a:off x="8874252" y="4453128"/>
            <a:ext cx="50292" cy="50292"/>
          </a:xfrm>
          <a:prstGeom prst="rect">
            <a:avLst/>
          </a:prstGeom>
          <a:solidFill>
            <a:srgbClr val="1F2A4A"/>
          </a:solidFill>
          <a:ln/>
        </p:spPr>
      </p:sp>
      <p:sp>
        <p:nvSpPr>
          <p:cNvPr id="142" name="Shape 135"/>
          <p:cNvSpPr/>
          <p:nvPr/>
        </p:nvSpPr>
        <p:spPr>
          <a:xfrm>
            <a:off x="8266176" y="5061204"/>
            <a:ext cx="50292" cy="50292"/>
          </a:xfrm>
          <a:prstGeom prst="rect">
            <a:avLst/>
          </a:prstGeom>
          <a:solidFill>
            <a:srgbClr val="1F2A4A"/>
          </a:solidFill>
          <a:ln/>
        </p:spPr>
      </p:sp>
      <p:sp>
        <p:nvSpPr>
          <p:cNvPr id="143" name="Shape 136"/>
          <p:cNvSpPr/>
          <p:nvPr/>
        </p:nvSpPr>
        <p:spPr>
          <a:xfrm>
            <a:off x="8874252" y="5061204"/>
            <a:ext cx="50292" cy="50292"/>
          </a:xfrm>
          <a:prstGeom prst="rect">
            <a:avLst/>
          </a:prstGeom>
          <a:solidFill>
            <a:srgbClr val="1F2A4A"/>
          </a:solidFill>
          <a:ln/>
        </p:spPr>
      </p:sp>
      <p:pic>
        <p:nvPicPr>
          <p:cNvPr id="144" name="Image 5" descr="preencoded.png">    </p:cNvPr>
          <p:cNvPicPr>
            <a:picLocks noChangeAspect="1"/>
          </p:cNvPicPr>
          <p:nvPr/>
        </p:nvPicPr>
        <p:blipFill>
          <a:blip r:embed="rId6"/>
          <a:stretch>
            <a:fillRect/>
          </a:stretch>
        </p:blipFill>
        <p:spPr>
          <a:xfrm>
            <a:off x="8411017" y="4597969"/>
            <a:ext cx="368686" cy="368686"/>
          </a:xfrm>
          <a:prstGeom prst="rect">
            <a:avLst/>
          </a:prstGeom>
        </p:spPr>
      </p:pic>
      <p:sp>
        <p:nvSpPr>
          <p:cNvPr id="145" name="Text 137"/>
          <p:cNvSpPr txBox="1"/>
          <p:nvPr/>
        </p:nvSpPr>
        <p:spPr>
          <a:xfrm>
            <a:off x="9089136" y="4416552"/>
            <a:ext cx="2423160" cy="411480"/>
          </a:xfrm>
          <a:prstGeom prst="rect">
            <a:avLst/>
          </a:prstGeom>
          <a:noFill/>
          <a:ln/>
        </p:spPr>
        <p:txBody>
          <a:bodyPr wrap="square" lIns="0" tIns="0" rIns="0" bIns="0" rtlCol="0" anchor="ctr"/>
          <a:lstStyle/>
          <a:p>
            <a:pPr indent="0" marL="0">
              <a:buNone/>
            </a:pPr>
            <a:r>
              <a:rPr lang="ko-KR" altLang="en-US" sz="1800" dirty="0">
                <a:solidFill>
                  <a:srgbClr val="FFFFFF"/>
                </a:solidFill>
                <a:latin typeface="Galmuri14" pitchFamily="34" charset="0"/>
                <a:ea typeface="Galmuri14" pitchFamily="34" charset="-122"/>
                <a:cs typeface="Galmuri14" pitchFamily="34" charset="-120"/>
              </a:rPr>
              <a:t>랭킹 · 설정</a:t>
            </a:r>
            <a:endParaRPr lang="ko-KR" sz="1800" dirty="0"/>
          </a:p>
        </p:txBody>
      </p:sp>
      <p:sp>
        <p:nvSpPr>
          <p:cNvPr id="146" name="Text 138"/>
          <p:cNvSpPr txBox="1"/>
          <p:nvPr/>
        </p:nvSpPr>
        <p:spPr>
          <a:xfrm>
            <a:off x="9089136" y="4855464"/>
            <a:ext cx="2468880" cy="6400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경쟁 점수 랭킹, 일시정지·</a:t>
            </a:r>
            <a:endParaRPr lang="ko-KR" sz="1200" dirty="0"/>
          </a:p>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소리·분위기·글자 크기</a:t>
            </a:r>
            <a:endParaRPr lang="ko-KR" sz="1200" dirty="0"/>
          </a:p>
        </p:txBody>
      </p:sp>
      <p:sp>
        <p:nvSpPr>
          <p:cNvPr id="147" name="Text 139"/>
          <p:cNvSpPr txBox="1"/>
          <p:nvPr/>
        </p:nvSpPr>
        <p:spPr>
          <a:xfrm>
            <a:off x="8266176" y="5513832"/>
            <a:ext cx="3200400" cy="256032"/>
          </a:xfrm>
          <a:prstGeom prst="rect">
            <a:avLst/>
          </a:prstGeom>
          <a:noFill/>
          <a:ln/>
        </p:spPr>
        <p:txBody>
          <a:bodyPr wrap="square" lIns="0" tIns="0" rIns="0" bIns="0" rtlCol="0" anchor="t"/>
          <a:lstStyle/>
          <a:p>
            <a:pPr indent="0" marL="0">
              <a:buNone/>
            </a:pPr>
            <a:r>
              <a:rPr lang="ko-KR" altLang="en-US" sz="1150" b="1" dirty="0">
                <a:solidFill>
                  <a:srgbClr val="F7D84A"/>
                </a:solidFill>
                <a:latin typeface="Galmuri11" pitchFamily="34" charset="0"/>
                <a:ea typeface="Galmuri11" pitchFamily="34" charset="-122"/>
                <a:cs typeface="Galmuri11" pitchFamily="34" charset="-120"/>
              </a:rPr>
              <a:t>화면: 랭킹 · 일시정지</a:t>
            </a:r>
            <a:endParaRPr lang="ko-KR" sz="1150" dirty="0"/>
          </a:p>
        </p:txBody>
      </p:sp>
      <p:sp>
        <p:nvSpPr>
          <p:cNvPr id="148" name="Text 140"/>
          <p:cNvSpPr txBox="1"/>
          <p:nvPr/>
        </p:nvSpPr>
        <p:spPr>
          <a:xfrm>
            <a:off x="548640" y="6053328"/>
            <a:ext cx="10972800" cy="274320"/>
          </a:xfrm>
          <a:prstGeom prst="rect">
            <a:avLst/>
          </a:prstGeom>
          <a:noFill/>
          <a:ln/>
        </p:spPr>
        <p:txBody>
          <a:bodyPr wrap="square" lIns="0" tIns="0" rIns="0" bIns="0" rtlCol="0" anchor="t"/>
          <a:lstStyle/>
          <a:p>
            <a:pPr indent="0" marL="0">
              <a:buNone/>
            </a:pPr>
            <a:r>
              <a:rPr lang="ko-KR" altLang="en-US" sz="1200" dirty="0">
                <a:solidFill>
                  <a:srgbClr val="B9C6E2"/>
                </a:solidFill>
                <a:latin typeface="Galmuri11" pitchFamily="34" charset="0"/>
                <a:ea typeface="Galmuri11" pitchFamily="34" charset="-122"/>
                <a:cs typeface="Galmuri11" pitchFamily="34" charset="-120"/>
              </a:rPr>
              <a:t>여유가 있으면:  + 보안 사전·복습 노트   + 서버 랭킹 (2단계)   + 밝은 모던 테마</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29184"/>
            <a:ext cx="1362456" cy="310896"/>
          </a:xfrm>
          <a:prstGeom prst="rect">
            <a:avLst/>
          </a:prstGeom>
          <a:solidFill>
            <a:srgbClr val="22201F"/>
          </a:solidFill>
          <a:ln/>
        </p:spPr>
      </p:sp>
      <p:sp>
        <p:nvSpPr>
          <p:cNvPr id="3" name="Shape 1"/>
          <p:cNvSpPr/>
          <p:nvPr/>
        </p:nvSpPr>
        <p:spPr>
          <a:xfrm>
            <a:off x="598932" y="379476"/>
            <a:ext cx="126187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86080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860804" y="589788"/>
            <a:ext cx="50292" cy="50292"/>
          </a:xfrm>
          <a:prstGeom prst="rect">
            <a:avLst/>
          </a:prstGeom>
          <a:solidFill>
            <a:srgbClr val="0F1426"/>
          </a:solidFill>
          <a:ln/>
        </p:spPr>
      </p:sp>
      <p:sp>
        <p:nvSpPr>
          <p:cNvPr id="8" name="Text 6"/>
          <p:cNvSpPr txBox="1"/>
          <p:nvPr/>
        </p:nvSpPr>
        <p:spPr>
          <a:xfrm>
            <a:off x="548640" y="329184"/>
            <a:ext cx="136245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화면 설계</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화면 흐름: 메인에서 랭킹까지</a:t>
            </a:r>
            <a:endParaRPr lang="en-US" sz="2800" dirty="0"/>
          </a:p>
        </p:txBody>
      </p:sp>
      <p:sp>
        <p:nvSpPr>
          <p:cNvPr id="10" name="Shape 8"/>
          <p:cNvSpPr/>
          <p:nvPr/>
        </p:nvSpPr>
        <p:spPr>
          <a:xfrm>
            <a:off x="649224" y="3072384"/>
            <a:ext cx="1463040" cy="713232"/>
          </a:xfrm>
          <a:prstGeom prst="rect">
            <a:avLst/>
          </a:prstGeom>
          <a:solidFill>
            <a:srgbClr val="0B0F1E"/>
          </a:solidFill>
          <a:ln/>
        </p:spPr>
      </p:sp>
      <p:sp>
        <p:nvSpPr>
          <p:cNvPr id="11" name="Shape 9"/>
          <p:cNvSpPr/>
          <p:nvPr/>
        </p:nvSpPr>
        <p:spPr>
          <a:xfrm>
            <a:off x="548640" y="2971800"/>
            <a:ext cx="1463040" cy="713232"/>
          </a:xfrm>
          <a:prstGeom prst="rect">
            <a:avLst/>
          </a:prstGeom>
          <a:solidFill>
            <a:srgbClr val="22201F"/>
          </a:solidFill>
          <a:ln/>
        </p:spPr>
      </p:sp>
      <p:sp>
        <p:nvSpPr>
          <p:cNvPr id="12" name="Shape 10"/>
          <p:cNvSpPr/>
          <p:nvPr/>
        </p:nvSpPr>
        <p:spPr>
          <a:xfrm>
            <a:off x="598932" y="3022092"/>
            <a:ext cx="1362456" cy="612648"/>
          </a:xfrm>
          <a:prstGeom prst="rect">
            <a:avLst/>
          </a:prstGeom>
          <a:solidFill>
            <a:srgbClr val="3A4E7A"/>
          </a:solidFill>
          <a:ln/>
        </p:spPr>
      </p:sp>
      <p:sp>
        <p:nvSpPr>
          <p:cNvPr id="13" name="Shape 11"/>
          <p:cNvSpPr/>
          <p:nvPr/>
        </p:nvSpPr>
        <p:spPr>
          <a:xfrm>
            <a:off x="548640" y="2971800"/>
            <a:ext cx="50292" cy="50292"/>
          </a:xfrm>
          <a:prstGeom prst="rect">
            <a:avLst/>
          </a:prstGeom>
          <a:solidFill>
            <a:srgbClr val="0F1426"/>
          </a:solidFill>
          <a:ln/>
        </p:spPr>
      </p:sp>
      <p:sp>
        <p:nvSpPr>
          <p:cNvPr id="14" name="Shape 12"/>
          <p:cNvSpPr/>
          <p:nvPr/>
        </p:nvSpPr>
        <p:spPr>
          <a:xfrm>
            <a:off x="1961388" y="2971800"/>
            <a:ext cx="50292" cy="50292"/>
          </a:xfrm>
          <a:prstGeom prst="rect">
            <a:avLst/>
          </a:prstGeom>
          <a:solidFill>
            <a:srgbClr val="0F1426"/>
          </a:solidFill>
          <a:ln/>
        </p:spPr>
      </p:sp>
      <p:sp>
        <p:nvSpPr>
          <p:cNvPr id="15" name="Shape 13"/>
          <p:cNvSpPr/>
          <p:nvPr/>
        </p:nvSpPr>
        <p:spPr>
          <a:xfrm>
            <a:off x="548640" y="3634740"/>
            <a:ext cx="50292" cy="50292"/>
          </a:xfrm>
          <a:prstGeom prst="rect">
            <a:avLst/>
          </a:prstGeom>
          <a:solidFill>
            <a:srgbClr val="0F1426"/>
          </a:solidFill>
          <a:ln/>
        </p:spPr>
      </p:sp>
      <p:sp>
        <p:nvSpPr>
          <p:cNvPr id="16" name="Shape 14"/>
          <p:cNvSpPr/>
          <p:nvPr/>
        </p:nvSpPr>
        <p:spPr>
          <a:xfrm>
            <a:off x="1961388" y="3634740"/>
            <a:ext cx="50292" cy="50292"/>
          </a:xfrm>
          <a:prstGeom prst="rect">
            <a:avLst/>
          </a:prstGeom>
          <a:solidFill>
            <a:srgbClr val="0F1426"/>
          </a:solidFill>
          <a:ln/>
        </p:spPr>
      </p:sp>
      <p:sp>
        <p:nvSpPr>
          <p:cNvPr id="17" name="Text 15"/>
          <p:cNvSpPr txBox="1"/>
          <p:nvPr/>
        </p:nvSpPr>
        <p:spPr>
          <a:xfrm>
            <a:off x="658368" y="3026664"/>
            <a:ext cx="1280160" cy="237744"/>
          </a:xfrm>
          <a:prstGeom prst="rect">
            <a:avLst/>
          </a:prstGeom>
          <a:noFill/>
          <a:ln/>
        </p:spPr>
        <p:txBody>
          <a:bodyPr wrap="square" lIns="0" tIns="0" rIns="0" bIns="0" rtlCol="0" anchor="t"/>
          <a:lstStyle/>
          <a:p>
            <a:pPr indent="0" marL="0">
              <a:buNone/>
            </a:pPr>
            <a:r>
              <a:rPr lang="ko-KR" altLang="en-US" sz="1000" dirty="0">
                <a:solidFill>
                  <a:srgbClr val="FFFFFF"/>
                </a:solidFill>
                <a:latin typeface="Galmuri11" pitchFamily="34" charset="0"/>
                <a:ea typeface="Galmuri11" pitchFamily="34" charset="-122"/>
                <a:cs typeface="Galmuri11" pitchFamily="34" charset="-120"/>
              </a:rPr>
              <a:t>메인</a:t>
            </a:r>
            <a:endParaRPr lang="ko-KR" sz="1000" dirty="0"/>
          </a:p>
        </p:txBody>
      </p:sp>
      <p:sp>
        <p:nvSpPr>
          <p:cNvPr id="18" name="Text 16"/>
          <p:cNvSpPr txBox="1"/>
          <p:nvPr/>
        </p:nvSpPr>
        <p:spPr>
          <a:xfrm>
            <a:off x="658368" y="3264408"/>
            <a:ext cx="1280160" cy="329184"/>
          </a:xfrm>
          <a:prstGeom prst="rect">
            <a:avLst/>
          </a:prstGeom>
          <a:noFill/>
          <a:ln/>
        </p:spPr>
        <p:txBody>
          <a:bodyPr wrap="square" lIns="0" tIns="0" rIns="0" bIns="0" rtlCol="0" anchor="ctr"/>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모드 선택</a:t>
            </a:r>
            <a:endParaRPr lang="ko-KR" sz="1400" dirty="0"/>
          </a:p>
        </p:txBody>
      </p:sp>
      <p:sp>
        <p:nvSpPr>
          <p:cNvPr id="19" name="Shape 17"/>
          <p:cNvSpPr/>
          <p:nvPr/>
        </p:nvSpPr>
        <p:spPr>
          <a:xfrm>
            <a:off x="2569464" y="3072384"/>
            <a:ext cx="1463040" cy="713232"/>
          </a:xfrm>
          <a:prstGeom prst="rect">
            <a:avLst/>
          </a:prstGeom>
          <a:solidFill>
            <a:srgbClr val="0B0F1E"/>
          </a:solidFill>
          <a:ln/>
        </p:spPr>
      </p:sp>
      <p:sp>
        <p:nvSpPr>
          <p:cNvPr id="20" name="Shape 18"/>
          <p:cNvSpPr/>
          <p:nvPr/>
        </p:nvSpPr>
        <p:spPr>
          <a:xfrm>
            <a:off x="2468880" y="2971800"/>
            <a:ext cx="1463040" cy="713232"/>
          </a:xfrm>
          <a:prstGeom prst="rect">
            <a:avLst/>
          </a:prstGeom>
          <a:solidFill>
            <a:srgbClr val="22201F"/>
          </a:solidFill>
          <a:ln/>
        </p:spPr>
      </p:sp>
      <p:sp>
        <p:nvSpPr>
          <p:cNvPr id="21" name="Shape 19"/>
          <p:cNvSpPr/>
          <p:nvPr/>
        </p:nvSpPr>
        <p:spPr>
          <a:xfrm>
            <a:off x="2519172" y="3022092"/>
            <a:ext cx="1362456" cy="612648"/>
          </a:xfrm>
          <a:prstGeom prst="rect">
            <a:avLst/>
          </a:prstGeom>
          <a:solidFill>
            <a:srgbClr val="3A4E7A"/>
          </a:solidFill>
          <a:ln/>
        </p:spPr>
      </p:sp>
      <p:sp>
        <p:nvSpPr>
          <p:cNvPr id="22" name="Shape 20"/>
          <p:cNvSpPr/>
          <p:nvPr/>
        </p:nvSpPr>
        <p:spPr>
          <a:xfrm>
            <a:off x="2468880" y="2971800"/>
            <a:ext cx="50292" cy="50292"/>
          </a:xfrm>
          <a:prstGeom prst="rect">
            <a:avLst/>
          </a:prstGeom>
          <a:solidFill>
            <a:srgbClr val="0F1426"/>
          </a:solidFill>
          <a:ln/>
        </p:spPr>
      </p:sp>
      <p:sp>
        <p:nvSpPr>
          <p:cNvPr id="23" name="Shape 21"/>
          <p:cNvSpPr/>
          <p:nvPr/>
        </p:nvSpPr>
        <p:spPr>
          <a:xfrm>
            <a:off x="3881628" y="2971800"/>
            <a:ext cx="50292" cy="50292"/>
          </a:xfrm>
          <a:prstGeom prst="rect">
            <a:avLst/>
          </a:prstGeom>
          <a:solidFill>
            <a:srgbClr val="0F1426"/>
          </a:solidFill>
          <a:ln/>
        </p:spPr>
      </p:sp>
      <p:sp>
        <p:nvSpPr>
          <p:cNvPr id="24" name="Shape 22"/>
          <p:cNvSpPr/>
          <p:nvPr/>
        </p:nvSpPr>
        <p:spPr>
          <a:xfrm>
            <a:off x="2468880" y="3634740"/>
            <a:ext cx="50292" cy="50292"/>
          </a:xfrm>
          <a:prstGeom prst="rect">
            <a:avLst/>
          </a:prstGeom>
          <a:solidFill>
            <a:srgbClr val="0F1426"/>
          </a:solidFill>
          <a:ln/>
        </p:spPr>
      </p:sp>
      <p:sp>
        <p:nvSpPr>
          <p:cNvPr id="25" name="Shape 23"/>
          <p:cNvSpPr/>
          <p:nvPr/>
        </p:nvSpPr>
        <p:spPr>
          <a:xfrm>
            <a:off x="3881628" y="3634740"/>
            <a:ext cx="50292" cy="50292"/>
          </a:xfrm>
          <a:prstGeom prst="rect">
            <a:avLst/>
          </a:prstGeom>
          <a:solidFill>
            <a:srgbClr val="0F1426"/>
          </a:solidFill>
          <a:ln/>
        </p:spPr>
      </p:sp>
      <p:sp>
        <p:nvSpPr>
          <p:cNvPr id="26" name="Text 24"/>
          <p:cNvSpPr txBox="1"/>
          <p:nvPr/>
        </p:nvSpPr>
        <p:spPr>
          <a:xfrm>
            <a:off x="2578608" y="3026664"/>
            <a:ext cx="1280160" cy="237744"/>
          </a:xfrm>
          <a:prstGeom prst="rect">
            <a:avLst/>
          </a:prstGeom>
          <a:noFill/>
          <a:ln/>
        </p:spPr>
        <p:txBody>
          <a:bodyPr wrap="square" lIns="0" tIns="0" rIns="0" bIns="0" rtlCol="0" anchor="t"/>
          <a:lstStyle/>
          <a:p>
            <a:pPr indent="0" marL="0">
              <a:buNone/>
            </a:pPr>
            <a:r>
              <a:rPr lang="ko-KR" altLang="en-US" sz="1000" dirty="0">
                <a:solidFill>
                  <a:srgbClr val="FFFFFF"/>
                </a:solidFill>
                <a:latin typeface="Galmuri11" pitchFamily="34" charset="0"/>
                <a:ea typeface="Galmuri11" pitchFamily="34" charset="-122"/>
                <a:cs typeface="Galmuri11" pitchFamily="34" charset="-120"/>
              </a:rPr>
              <a:t>난이도</a:t>
            </a:r>
            <a:endParaRPr lang="ko-KR" sz="1000" dirty="0"/>
          </a:p>
        </p:txBody>
      </p:sp>
      <p:sp>
        <p:nvSpPr>
          <p:cNvPr id="27" name="Text 25"/>
          <p:cNvSpPr txBox="1"/>
          <p:nvPr/>
        </p:nvSpPr>
        <p:spPr>
          <a:xfrm>
            <a:off x="2578608" y="3264408"/>
            <a:ext cx="1280160" cy="329184"/>
          </a:xfrm>
          <a:prstGeom prst="rect">
            <a:avLst/>
          </a:prstGeom>
          <a:noFill/>
          <a:ln/>
        </p:spPr>
        <p:txBody>
          <a:bodyPr wrap="square" lIns="0" tIns="0" rIns="0" bIns="0" rtlCol="0" anchor="ctr"/>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4단계 선택</a:t>
            </a:r>
            <a:endParaRPr lang="ko-KR" sz="1400" dirty="0"/>
          </a:p>
        </p:txBody>
      </p:sp>
      <p:sp>
        <p:nvSpPr>
          <p:cNvPr id="28" name="Shape 26"/>
          <p:cNvSpPr/>
          <p:nvPr/>
        </p:nvSpPr>
        <p:spPr>
          <a:xfrm>
            <a:off x="4489704" y="3072384"/>
            <a:ext cx="1463040" cy="713232"/>
          </a:xfrm>
          <a:prstGeom prst="rect">
            <a:avLst/>
          </a:prstGeom>
          <a:solidFill>
            <a:srgbClr val="0B0F1E"/>
          </a:solidFill>
          <a:ln/>
        </p:spPr>
      </p:sp>
      <p:sp>
        <p:nvSpPr>
          <p:cNvPr id="29" name="Shape 27"/>
          <p:cNvSpPr/>
          <p:nvPr/>
        </p:nvSpPr>
        <p:spPr>
          <a:xfrm>
            <a:off x="4389120" y="2971800"/>
            <a:ext cx="1463040" cy="713232"/>
          </a:xfrm>
          <a:prstGeom prst="rect">
            <a:avLst/>
          </a:prstGeom>
          <a:solidFill>
            <a:srgbClr val="22201F"/>
          </a:solidFill>
          <a:ln/>
        </p:spPr>
      </p:sp>
      <p:sp>
        <p:nvSpPr>
          <p:cNvPr id="30" name="Shape 28"/>
          <p:cNvSpPr/>
          <p:nvPr/>
        </p:nvSpPr>
        <p:spPr>
          <a:xfrm>
            <a:off x="4439412" y="3022092"/>
            <a:ext cx="1362456" cy="612648"/>
          </a:xfrm>
          <a:prstGeom prst="rect">
            <a:avLst/>
          </a:prstGeom>
          <a:solidFill>
            <a:srgbClr val="3A4E7A"/>
          </a:solidFill>
          <a:ln/>
        </p:spPr>
      </p:sp>
      <p:sp>
        <p:nvSpPr>
          <p:cNvPr id="31" name="Shape 29"/>
          <p:cNvSpPr/>
          <p:nvPr/>
        </p:nvSpPr>
        <p:spPr>
          <a:xfrm>
            <a:off x="4389120" y="2971800"/>
            <a:ext cx="50292" cy="50292"/>
          </a:xfrm>
          <a:prstGeom prst="rect">
            <a:avLst/>
          </a:prstGeom>
          <a:solidFill>
            <a:srgbClr val="0F1426"/>
          </a:solidFill>
          <a:ln/>
        </p:spPr>
      </p:sp>
      <p:sp>
        <p:nvSpPr>
          <p:cNvPr id="32" name="Shape 30"/>
          <p:cNvSpPr/>
          <p:nvPr/>
        </p:nvSpPr>
        <p:spPr>
          <a:xfrm>
            <a:off x="5801868" y="2971800"/>
            <a:ext cx="50292" cy="50292"/>
          </a:xfrm>
          <a:prstGeom prst="rect">
            <a:avLst/>
          </a:prstGeom>
          <a:solidFill>
            <a:srgbClr val="0F1426"/>
          </a:solidFill>
          <a:ln/>
        </p:spPr>
      </p:sp>
      <p:sp>
        <p:nvSpPr>
          <p:cNvPr id="33" name="Shape 31"/>
          <p:cNvSpPr/>
          <p:nvPr/>
        </p:nvSpPr>
        <p:spPr>
          <a:xfrm>
            <a:off x="4389120" y="3634740"/>
            <a:ext cx="50292" cy="50292"/>
          </a:xfrm>
          <a:prstGeom prst="rect">
            <a:avLst/>
          </a:prstGeom>
          <a:solidFill>
            <a:srgbClr val="0F1426"/>
          </a:solidFill>
          <a:ln/>
        </p:spPr>
      </p:sp>
      <p:sp>
        <p:nvSpPr>
          <p:cNvPr id="34" name="Shape 32"/>
          <p:cNvSpPr/>
          <p:nvPr/>
        </p:nvSpPr>
        <p:spPr>
          <a:xfrm>
            <a:off x="5801868" y="3634740"/>
            <a:ext cx="50292" cy="50292"/>
          </a:xfrm>
          <a:prstGeom prst="rect">
            <a:avLst/>
          </a:prstGeom>
          <a:solidFill>
            <a:srgbClr val="0F1426"/>
          </a:solidFill>
          <a:ln/>
        </p:spPr>
      </p:sp>
      <p:sp>
        <p:nvSpPr>
          <p:cNvPr id="35" name="Text 33"/>
          <p:cNvSpPr txBox="1"/>
          <p:nvPr/>
        </p:nvSpPr>
        <p:spPr>
          <a:xfrm>
            <a:off x="4498848" y="3026664"/>
            <a:ext cx="1280160" cy="237744"/>
          </a:xfrm>
          <a:prstGeom prst="rect">
            <a:avLst/>
          </a:prstGeom>
          <a:noFill/>
          <a:ln/>
        </p:spPr>
        <p:txBody>
          <a:bodyPr wrap="square" lIns="0" tIns="0" rIns="0" bIns="0" rtlCol="0" anchor="t"/>
          <a:lstStyle/>
          <a:p>
            <a:pPr indent="0" marL="0">
              <a:buNone/>
            </a:pPr>
            <a:r>
              <a:rPr lang="ko-KR" altLang="en-US" sz="1000" dirty="0">
                <a:solidFill>
                  <a:srgbClr val="FFFFFF"/>
                </a:solidFill>
                <a:latin typeface="Galmuri11" pitchFamily="34" charset="0"/>
                <a:ea typeface="Galmuri11" pitchFamily="34" charset="-122"/>
                <a:cs typeface="Galmuri11" pitchFamily="34" charset="-120"/>
              </a:rPr>
              <a:t>브리핑</a:t>
            </a:r>
            <a:endParaRPr lang="ko-KR" sz="1000" dirty="0"/>
          </a:p>
        </p:txBody>
      </p:sp>
      <p:sp>
        <p:nvSpPr>
          <p:cNvPr id="36" name="Text 34"/>
          <p:cNvSpPr txBox="1"/>
          <p:nvPr/>
        </p:nvSpPr>
        <p:spPr>
          <a:xfrm>
            <a:off x="4498848" y="3264408"/>
            <a:ext cx="1280160" cy="329184"/>
          </a:xfrm>
          <a:prstGeom prst="rect">
            <a:avLst/>
          </a:prstGeom>
          <a:noFill/>
          <a:ln/>
        </p:spPr>
        <p:txBody>
          <a:bodyPr wrap="square" lIns="0" tIns="0" rIns="0" bIns="0" rtlCol="0" anchor="ctr"/>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오늘의 조건</a:t>
            </a:r>
            <a:endParaRPr lang="ko-KR" sz="1400" dirty="0"/>
          </a:p>
        </p:txBody>
      </p:sp>
      <p:sp>
        <p:nvSpPr>
          <p:cNvPr id="37" name="Shape 35"/>
          <p:cNvSpPr/>
          <p:nvPr/>
        </p:nvSpPr>
        <p:spPr>
          <a:xfrm>
            <a:off x="6409944" y="3072384"/>
            <a:ext cx="1463040" cy="713232"/>
          </a:xfrm>
          <a:prstGeom prst="rect">
            <a:avLst/>
          </a:prstGeom>
          <a:solidFill>
            <a:srgbClr val="0B0F1E"/>
          </a:solidFill>
          <a:ln/>
        </p:spPr>
      </p:sp>
      <p:sp>
        <p:nvSpPr>
          <p:cNvPr id="38" name="Shape 36"/>
          <p:cNvSpPr/>
          <p:nvPr/>
        </p:nvSpPr>
        <p:spPr>
          <a:xfrm>
            <a:off x="6309360" y="2971800"/>
            <a:ext cx="1463040" cy="713232"/>
          </a:xfrm>
          <a:prstGeom prst="rect">
            <a:avLst/>
          </a:prstGeom>
          <a:solidFill>
            <a:srgbClr val="22201F"/>
          </a:solidFill>
          <a:ln/>
        </p:spPr>
      </p:sp>
      <p:sp>
        <p:nvSpPr>
          <p:cNvPr id="39" name="Shape 37"/>
          <p:cNvSpPr/>
          <p:nvPr/>
        </p:nvSpPr>
        <p:spPr>
          <a:xfrm>
            <a:off x="6359652" y="3022092"/>
            <a:ext cx="1362456" cy="612648"/>
          </a:xfrm>
          <a:prstGeom prst="rect">
            <a:avLst/>
          </a:prstGeom>
          <a:solidFill>
            <a:srgbClr val="45C7C1"/>
          </a:solidFill>
          <a:ln/>
        </p:spPr>
      </p:sp>
      <p:sp>
        <p:nvSpPr>
          <p:cNvPr id="40" name="Shape 38"/>
          <p:cNvSpPr/>
          <p:nvPr/>
        </p:nvSpPr>
        <p:spPr>
          <a:xfrm>
            <a:off x="6309360" y="2971800"/>
            <a:ext cx="50292" cy="50292"/>
          </a:xfrm>
          <a:prstGeom prst="rect">
            <a:avLst/>
          </a:prstGeom>
          <a:solidFill>
            <a:srgbClr val="0F1426"/>
          </a:solidFill>
          <a:ln/>
        </p:spPr>
      </p:sp>
      <p:sp>
        <p:nvSpPr>
          <p:cNvPr id="41" name="Shape 39"/>
          <p:cNvSpPr/>
          <p:nvPr/>
        </p:nvSpPr>
        <p:spPr>
          <a:xfrm>
            <a:off x="7722108" y="2971800"/>
            <a:ext cx="50292" cy="50292"/>
          </a:xfrm>
          <a:prstGeom prst="rect">
            <a:avLst/>
          </a:prstGeom>
          <a:solidFill>
            <a:srgbClr val="0F1426"/>
          </a:solidFill>
          <a:ln/>
        </p:spPr>
      </p:sp>
      <p:sp>
        <p:nvSpPr>
          <p:cNvPr id="42" name="Shape 40"/>
          <p:cNvSpPr/>
          <p:nvPr/>
        </p:nvSpPr>
        <p:spPr>
          <a:xfrm>
            <a:off x="6309360" y="3634740"/>
            <a:ext cx="50292" cy="50292"/>
          </a:xfrm>
          <a:prstGeom prst="rect">
            <a:avLst/>
          </a:prstGeom>
          <a:solidFill>
            <a:srgbClr val="0F1426"/>
          </a:solidFill>
          <a:ln/>
        </p:spPr>
      </p:sp>
      <p:sp>
        <p:nvSpPr>
          <p:cNvPr id="43" name="Shape 41"/>
          <p:cNvSpPr/>
          <p:nvPr/>
        </p:nvSpPr>
        <p:spPr>
          <a:xfrm>
            <a:off x="7722108" y="3634740"/>
            <a:ext cx="50292" cy="50292"/>
          </a:xfrm>
          <a:prstGeom prst="rect">
            <a:avLst/>
          </a:prstGeom>
          <a:solidFill>
            <a:srgbClr val="0F1426"/>
          </a:solidFill>
          <a:ln/>
        </p:spPr>
      </p:sp>
      <p:sp>
        <p:nvSpPr>
          <p:cNvPr id="44" name="Text 42"/>
          <p:cNvSpPr txBox="1"/>
          <p:nvPr/>
        </p:nvSpPr>
        <p:spPr>
          <a:xfrm>
            <a:off x="6419088" y="3026664"/>
            <a:ext cx="1280160" cy="237744"/>
          </a:xfrm>
          <a:prstGeom prst="rect">
            <a:avLst/>
          </a:prstGeom>
          <a:noFill/>
          <a:ln/>
        </p:spPr>
        <p:txBody>
          <a:bodyPr wrap="square" lIns="0" tIns="0" rIns="0" bIns="0" rtlCol="0" anchor="t"/>
          <a:lstStyle/>
          <a:p>
            <a:pPr indent="0" marL="0">
              <a:buNone/>
            </a:pPr>
            <a:r>
              <a:rPr lang="ko-KR" altLang="en-US" sz="1000" dirty="0">
                <a:solidFill>
                  <a:srgbClr val="22201F"/>
                </a:solidFill>
                <a:latin typeface="Galmuri11" pitchFamily="34" charset="0"/>
                <a:ea typeface="Galmuri11" pitchFamily="34" charset="-122"/>
                <a:cs typeface="Galmuri11" pitchFamily="34" charset="-120"/>
              </a:rPr>
              <a:t>인게임</a:t>
            </a:r>
            <a:endParaRPr lang="ko-KR" sz="1000" dirty="0"/>
          </a:p>
        </p:txBody>
      </p:sp>
      <p:sp>
        <p:nvSpPr>
          <p:cNvPr id="45" name="Text 43"/>
          <p:cNvSpPr txBox="1"/>
          <p:nvPr/>
        </p:nvSpPr>
        <p:spPr>
          <a:xfrm>
            <a:off x="6419088" y="3264408"/>
            <a:ext cx="1280160" cy="329184"/>
          </a:xfrm>
          <a:prstGeom prst="rect">
            <a:avLst/>
          </a:prstGeom>
          <a:noFill/>
          <a:ln/>
        </p:spPr>
        <p:txBody>
          <a:bodyPr wrap="square" lIns="0" tIns="0" rIns="0" bIns="0" rtlCol="0" anchor="ctr"/>
          <a:lstStyle/>
          <a:p>
            <a:pPr indent="0" marL="0">
              <a:buNone/>
            </a:pPr>
            <a:r>
              <a:rPr lang="ko-KR" altLang="en-US" sz="1400" b="1" dirty="0">
                <a:solidFill>
                  <a:srgbClr val="22201F"/>
                </a:solidFill>
                <a:latin typeface="Galmuri11" pitchFamily="34" charset="0"/>
                <a:ea typeface="Galmuri11" pitchFamily="34" charset="-122"/>
                <a:cs typeface="Galmuri11" pitchFamily="34" charset="-120"/>
              </a:rPr>
              <a:t>창구 심사</a:t>
            </a:r>
            <a:endParaRPr lang="ko-KR" sz="1400" dirty="0"/>
          </a:p>
        </p:txBody>
      </p:sp>
      <p:sp>
        <p:nvSpPr>
          <p:cNvPr id="46" name="Shape 44"/>
          <p:cNvSpPr/>
          <p:nvPr/>
        </p:nvSpPr>
        <p:spPr>
          <a:xfrm>
            <a:off x="8330184" y="3072384"/>
            <a:ext cx="1463040" cy="713232"/>
          </a:xfrm>
          <a:prstGeom prst="rect">
            <a:avLst/>
          </a:prstGeom>
          <a:solidFill>
            <a:srgbClr val="0B0F1E"/>
          </a:solidFill>
          <a:ln/>
        </p:spPr>
      </p:sp>
      <p:sp>
        <p:nvSpPr>
          <p:cNvPr id="47" name="Shape 45"/>
          <p:cNvSpPr/>
          <p:nvPr/>
        </p:nvSpPr>
        <p:spPr>
          <a:xfrm>
            <a:off x="8229600" y="2971800"/>
            <a:ext cx="1463040" cy="713232"/>
          </a:xfrm>
          <a:prstGeom prst="rect">
            <a:avLst/>
          </a:prstGeom>
          <a:solidFill>
            <a:srgbClr val="22201F"/>
          </a:solidFill>
          <a:ln/>
        </p:spPr>
      </p:sp>
      <p:sp>
        <p:nvSpPr>
          <p:cNvPr id="48" name="Shape 46"/>
          <p:cNvSpPr/>
          <p:nvPr/>
        </p:nvSpPr>
        <p:spPr>
          <a:xfrm>
            <a:off x="8279892" y="3022092"/>
            <a:ext cx="1362456" cy="612648"/>
          </a:xfrm>
          <a:prstGeom prst="rect">
            <a:avLst/>
          </a:prstGeom>
          <a:solidFill>
            <a:srgbClr val="F7D84A"/>
          </a:solidFill>
          <a:ln/>
        </p:spPr>
      </p:sp>
      <p:sp>
        <p:nvSpPr>
          <p:cNvPr id="49" name="Shape 47"/>
          <p:cNvSpPr/>
          <p:nvPr/>
        </p:nvSpPr>
        <p:spPr>
          <a:xfrm>
            <a:off x="8229600" y="2971800"/>
            <a:ext cx="50292" cy="50292"/>
          </a:xfrm>
          <a:prstGeom prst="rect">
            <a:avLst/>
          </a:prstGeom>
          <a:solidFill>
            <a:srgbClr val="0F1426"/>
          </a:solidFill>
          <a:ln/>
        </p:spPr>
      </p:sp>
      <p:sp>
        <p:nvSpPr>
          <p:cNvPr id="50" name="Shape 48"/>
          <p:cNvSpPr/>
          <p:nvPr/>
        </p:nvSpPr>
        <p:spPr>
          <a:xfrm>
            <a:off x="9642348" y="2971800"/>
            <a:ext cx="50292" cy="50292"/>
          </a:xfrm>
          <a:prstGeom prst="rect">
            <a:avLst/>
          </a:prstGeom>
          <a:solidFill>
            <a:srgbClr val="0F1426"/>
          </a:solidFill>
          <a:ln/>
        </p:spPr>
      </p:sp>
      <p:sp>
        <p:nvSpPr>
          <p:cNvPr id="51" name="Shape 49"/>
          <p:cNvSpPr/>
          <p:nvPr/>
        </p:nvSpPr>
        <p:spPr>
          <a:xfrm>
            <a:off x="8229600" y="3634740"/>
            <a:ext cx="50292" cy="50292"/>
          </a:xfrm>
          <a:prstGeom prst="rect">
            <a:avLst/>
          </a:prstGeom>
          <a:solidFill>
            <a:srgbClr val="0F1426"/>
          </a:solidFill>
          <a:ln/>
        </p:spPr>
      </p:sp>
      <p:sp>
        <p:nvSpPr>
          <p:cNvPr id="52" name="Shape 50"/>
          <p:cNvSpPr/>
          <p:nvPr/>
        </p:nvSpPr>
        <p:spPr>
          <a:xfrm>
            <a:off x="9642348" y="3634740"/>
            <a:ext cx="50292" cy="50292"/>
          </a:xfrm>
          <a:prstGeom prst="rect">
            <a:avLst/>
          </a:prstGeom>
          <a:solidFill>
            <a:srgbClr val="0F1426"/>
          </a:solidFill>
          <a:ln/>
        </p:spPr>
      </p:sp>
      <p:sp>
        <p:nvSpPr>
          <p:cNvPr id="53" name="Text 51"/>
          <p:cNvSpPr txBox="1"/>
          <p:nvPr/>
        </p:nvSpPr>
        <p:spPr>
          <a:xfrm>
            <a:off x="8339328" y="3026664"/>
            <a:ext cx="1280160" cy="237744"/>
          </a:xfrm>
          <a:prstGeom prst="rect">
            <a:avLst/>
          </a:prstGeom>
          <a:noFill/>
          <a:ln/>
        </p:spPr>
        <p:txBody>
          <a:bodyPr wrap="square" lIns="0" tIns="0" rIns="0" bIns="0" rtlCol="0" anchor="t"/>
          <a:lstStyle/>
          <a:p>
            <a:pPr indent="0" marL="0">
              <a:buNone/>
            </a:pPr>
            <a:r>
              <a:rPr lang="ko-KR" altLang="en-US" sz="1000" dirty="0">
                <a:solidFill>
                  <a:srgbClr val="22201F"/>
                </a:solidFill>
                <a:latin typeface="Galmuri11" pitchFamily="34" charset="0"/>
                <a:ea typeface="Galmuri11" pitchFamily="34" charset="-122"/>
                <a:cs typeface="Galmuri11" pitchFamily="34" charset="-120"/>
              </a:rPr>
              <a:t>처리</a:t>
            </a:r>
            <a:endParaRPr lang="ko-KR" sz="1000" dirty="0"/>
          </a:p>
        </p:txBody>
      </p:sp>
      <p:sp>
        <p:nvSpPr>
          <p:cNvPr id="54" name="Text 52"/>
          <p:cNvSpPr txBox="1"/>
          <p:nvPr/>
        </p:nvSpPr>
        <p:spPr>
          <a:xfrm>
            <a:off x="8339328" y="3264408"/>
            <a:ext cx="1280160" cy="329184"/>
          </a:xfrm>
          <a:prstGeom prst="rect">
            <a:avLst/>
          </a:prstGeom>
          <a:noFill/>
          <a:ln/>
        </p:spPr>
        <p:txBody>
          <a:bodyPr wrap="square" lIns="0" tIns="0" rIns="0" bIns="0" rtlCol="0" anchor="ctr"/>
          <a:lstStyle/>
          <a:p>
            <a:pPr indent="0" marL="0">
              <a:buNone/>
            </a:pPr>
            <a:r>
              <a:rPr lang="ko-KR" altLang="en-US" sz="1400" b="1" dirty="0">
                <a:solidFill>
                  <a:srgbClr val="22201F"/>
                </a:solidFill>
                <a:latin typeface="Galmuri11" pitchFamily="34" charset="0"/>
                <a:ea typeface="Galmuri11" pitchFamily="34" charset="-122"/>
                <a:cs typeface="Galmuri11" pitchFamily="34" charset="-120"/>
              </a:rPr>
              <a:t>처리 완료</a:t>
            </a:r>
            <a:endParaRPr lang="ko-KR" sz="1400" dirty="0"/>
          </a:p>
        </p:txBody>
      </p:sp>
      <p:sp>
        <p:nvSpPr>
          <p:cNvPr id="55" name="Shape 53"/>
          <p:cNvSpPr/>
          <p:nvPr/>
        </p:nvSpPr>
        <p:spPr>
          <a:xfrm>
            <a:off x="10250424" y="3072384"/>
            <a:ext cx="1463040" cy="713232"/>
          </a:xfrm>
          <a:prstGeom prst="rect">
            <a:avLst/>
          </a:prstGeom>
          <a:solidFill>
            <a:srgbClr val="0B0F1E"/>
          </a:solidFill>
          <a:ln/>
        </p:spPr>
      </p:sp>
      <p:sp>
        <p:nvSpPr>
          <p:cNvPr id="56" name="Shape 54"/>
          <p:cNvSpPr/>
          <p:nvPr/>
        </p:nvSpPr>
        <p:spPr>
          <a:xfrm>
            <a:off x="10149840" y="2971800"/>
            <a:ext cx="1463040" cy="713232"/>
          </a:xfrm>
          <a:prstGeom prst="rect">
            <a:avLst/>
          </a:prstGeom>
          <a:solidFill>
            <a:srgbClr val="22201F"/>
          </a:solidFill>
          <a:ln/>
        </p:spPr>
      </p:sp>
      <p:sp>
        <p:nvSpPr>
          <p:cNvPr id="57" name="Shape 55"/>
          <p:cNvSpPr/>
          <p:nvPr/>
        </p:nvSpPr>
        <p:spPr>
          <a:xfrm>
            <a:off x="10200132" y="3022092"/>
            <a:ext cx="1362456" cy="612648"/>
          </a:xfrm>
          <a:prstGeom prst="rect">
            <a:avLst/>
          </a:prstGeom>
          <a:solidFill>
            <a:srgbClr val="3FBF6F"/>
          </a:solidFill>
          <a:ln/>
        </p:spPr>
      </p:sp>
      <p:sp>
        <p:nvSpPr>
          <p:cNvPr id="58" name="Shape 56"/>
          <p:cNvSpPr/>
          <p:nvPr/>
        </p:nvSpPr>
        <p:spPr>
          <a:xfrm>
            <a:off x="10149840" y="2971800"/>
            <a:ext cx="50292" cy="50292"/>
          </a:xfrm>
          <a:prstGeom prst="rect">
            <a:avLst/>
          </a:prstGeom>
          <a:solidFill>
            <a:srgbClr val="0F1426"/>
          </a:solidFill>
          <a:ln/>
        </p:spPr>
      </p:sp>
      <p:sp>
        <p:nvSpPr>
          <p:cNvPr id="59" name="Shape 57"/>
          <p:cNvSpPr/>
          <p:nvPr/>
        </p:nvSpPr>
        <p:spPr>
          <a:xfrm>
            <a:off x="11562588" y="2971800"/>
            <a:ext cx="50292" cy="50292"/>
          </a:xfrm>
          <a:prstGeom prst="rect">
            <a:avLst/>
          </a:prstGeom>
          <a:solidFill>
            <a:srgbClr val="0F1426"/>
          </a:solidFill>
          <a:ln/>
        </p:spPr>
      </p:sp>
      <p:sp>
        <p:nvSpPr>
          <p:cNvPr id="60" name="Shape 58"/>
          <p:cNvSpPr/>
          <p:nvPr/>
        </p:nvSpPr>
        <p:spPr>
          <a:xfrm>
            <a:off x="10149840" y="3634740"/>
            <a:ext cx="50292" cy="50292"/>
          </a:xfrm>
          <a:prstGeom prst="rect">
            <a:avLst/>
          </a:prstGeom>
          <a:solidFill>
            <a:srgbClr val="0F1426"/>
          </a:solidFill>
          <a:ln/>
        </p:spPr>
      </p:sp>
      <p:sp>
        <p:nvSpPr>
          <p:cNvPr id="61" name="Shape 59"/>
          <p:cNvSpPr/>
          <p:nvPr/>
        </p:nvSpPr>
        <p:spPr>
          <a:xfrm>
            <a:off x="11562588" y="3634740"/>
            <a:ext cx="50292" cy="50292"/>
          </a:xfrm>
          <a:prstGeom prst="rect">
            <a:avLst/>
          </a:prstGeom>
          <a:solidFill>
            <a:srgbClr val="0F1426"/>
          </a:solidFill>
          <a:ln/>
        </p:spPr>
      </p:sp>
      <p:sp>
        <p:nvSpPr>
          <p:cNvPr id="62" name="Text 60"/>
          <p:cNvSpPr txBox="1"/>
          <p:nvPr/>
        </p:nvSpPr>
        <p:spPr>
          <a:xfrm>
            <a:off x="10259568" y="3026664"/>
            <a:ext cx="1280160" cy="237744"/>
          </a:xfrm>
          <a:prstGeom prst="rect">
            <a:avLst/>
          </a:prstGeom>
          <a:noFill/>
          <a:ln/>
        </p:spPr>
        <p:txBody>
          <a:bodyPr wrap="square" lIns="0" tIns="0" rIns="0" bIns="0" rtlCol="0" anchor="t"/>
          <a:lstStyle/>
          <a:p>
            <a:pPr indent="0" marL="0">
              <a:buNone/>
            </a:pPr>
            <a:r>
              <a:rPr lang="ko-KR" altLang="en-US" sz="1000" dirty="0">
                <a:solidFill>
                  <a:srgbClr val="22201F"/>
                </a:solidFill>
                <a:latin typeface="Galmuri11" pitchFamily="34" charset="0"/>
                <a:ea typeface="Galmuri11" pitchFamily="34" charset="-122"/>
                <a:cs typeface="Galmuri11" pitchFamily="34" charset="-120"/>
              </a:rPr>
              <a:t>결과</a:t>
            </a:r>
            <a:endParaRPr lang="ko-KR" sz="1000" dirty="0"/>
          </a:p>
        </p:txBody>
      </p:sp>
      <p:sp>
        <p:nvSpPr>
          <p:cNvPr id="63" name="Text 61"/>
          <p:cNvSpPr txBox="1"/>
          <p:nvPr/>
        </p:nvSpPr>
        <p:spPr>
          <a:xfrm>
            <a:off x="10259568" y="3264408"/>
            <a:ext cx="1280160" cy="329184"/>
          </a:xfrm>
          <a:prstGeom prst="rect">
            <a:avLst/>
          </a:prstGeom>
          <a:noFill/>
          <a:ln/>
        </p:spPr>
        <p:txBody>
          <a:bodyPr wrap="square" lIns="0" tIns="0" rIns="0" bIns="0" rtlCol="0" anchor="ctr"/>
          <a:lstStyle/>
          <a:p>
            <a:pPr indent="0" marL="0">
              <a:buNone/>
            </a:pPr>
            <a:r>
              <a:rPr lang="ko-KR" altLang="en-US" sz="1400" b="1" dirty="0">
                <a:solidFill>
                  <a:srgbClr val="22201F"/>
                </a:solidFill>
                <a:latin typeface="Galmuri11" pitchFamily="34" charset="0"/>
                <a:ea typeface="Galmuri11" pitchFamily="34" charset="-122"/>
                <a:cs typeface="Galmuri11" pitchFamily="34" charset="-120"/>
              </a:rPr>
              <a:t>근무 결과</a:t>
            </a:r>
            <a:endParaRPr lang="ko-KR" sz="1400" dirty="0"/>
          </a:p>
        </p:txBody>
      </p:sp>
      <p:sp>
        <p:nvSpPr>
          <p:cNvPr id="64" name="Shape 62"/>
          <p:cNvSpPr/>
          <p:nvPr/>
        </p:nvSpPr>
        <p:spPr>
          <a:xfrm>
            <a:off x="6409944" y="1673352"/>
            <a:ext cx="1463040" cy="713232"/>
          </a:xfrm>
          <a:prstGeom prst="rect">
            <a:avLst/>
          </a:prstGeom>
          <a:solidFill>
            <a:srgbClr val="0B0F1E"/>
          </a:solidFill>
          <a:ln/>
        </p:spPr>
      </p:sp>
      <p:sp>
        <p:nvSpPr>
          <p:cNvPr id="65" name="Shape 63"/>
          <p:cNvSpPr/>
          <p:nvPr/>
        </p:nvSpPr>
        <p:spPr>
          <a:xfrm>
            <a:off x="6309360" y="1572768"/>
            <a:ext cx="1463040" cy="713232"/>
          </a:xfrm>
          <a:prstGeom prst="rect">
            <a:avLst/>
          </a:prstGeom>
          <a:solidFill>
            <a:srgbClr val="22201F"/>
          </a:solidFill>
          <a:ln/>
        </p:spPr>
      </p:sp>
      <p:sp>
        <p:nvSpPr>
          <p:cNvPr id="66" name="Shape 64"/>
          <p:cNvSpPr/>
          <p:nvPr/>
        </p:nvSpPr>
        <p:spPr>
          <a:xfrm>
            <a:off x="6359652" y="1623060"/>
            <a:ext cx="1362456" cy="612648"/>
          </a:xfrm>
          <a:prstGeom prst="rect">
            <a:avLst/>
          </a:prstGeom>
          <a:solidFill>
            <a:srgbClr val="F2EBD9"/>
          </a:solidFill>
          <a:ln/>
        </p:spPr>
      </p:sp>
      <p:sp>
        <p:nvSpPr>
          <p:cNvPr id="67" name="Shape 65"/>
          <p:cNvSpPr/>
          <p:nvPr/>
        </p:nvSpPr>
        <p:spPr>
          <a:xfrm>
            <a:off x="6309360" y="1572768"/>
            <a:ext cx="50292" cy="50292"/>
          </a:xfrm>
          <a:prstGeom prst="rect">
            <a:avLst/>
          </a:prstGeom>
          <a:solidFill>
            <a:srgbClr val="0F1426"/>
          </a:solidFill>
          <a:ln/>
        </p:spPr>
      </p:sp>
      <p:sp>
        <p:nvSpPr>
          <p:cNvPr id="68" name="Shape 66"/>
          <p:cNvSpPr/>
          <p:nvPr/>
        </p:nvSpPr>
        <p:spPr>
          <a:xfrm>
            <a:off x="7722108" y="1572768"/>
            <a:ext cx="50292" cy="50292"/>
          </a:xfrm>
          <a:prstGeom prst="rect">
            <a:avLst/>
          </a:prstGeom>
          <a:solidFill>
            <a:srgbClr val="0F1426"/>
          </a:solidFill>
          <a:ln/>
        </p:spPr>
      </p:sp>
      <p:sp>
        <p:nvSpPr>
          <p:cNvPr id="69" name="Shape 67"/>
          <p:cNvSpPr/>
          <p:nvPr/>
        </p:nvSpPr>
        <p:spPr>
          <a:xfrm>
            <a:off x="6309360" y="2235708"/>
            <a:ext cx="50292" cy="50292"/>
          </a:xfrm>
          <a:prstGeom prst="rect">
            <a:avLst/>
          </a:prstGeom>
          <a:solidFill>
            <a:srgbClr val="0F1426"/>
          </a:solidFill>
          <a:ln/>
        </p:spPr>
      </p:sp>
      <p:sp>
        <p:nvSpPr>
          <p:cNvPr id="70" name="Shape 68"/>
          <p:cNvSpPr/>
          <p:nvPr/>
        </p:nvSpPr>
        <p:spPr>
          <a:xfrm>
            <a:off x="7722108" y="2235708"/>
            <a:ext cx="50292" cy="50292"/>
          </a:xfrm>
          <a:prstGeom prst="rect">
            <a:avLst/>
          </a:prstGeom>
          <a:solidFill>
            <a:srgbClr val="0F1426"/>
          </a:solidFill>
          <a:ln/>
        </p:spPr>
      </p:sp>
      <p:sp>
        <p:nvSpPr>
          <p:cNvPr id="71" name="Text 69"/>
          <p:cNvSpPr txBox="1"/>
          <p:nvPr/>
        </p:nvSpPr>
        <p:spPr>
          <a:xfrm>
            <a:off x="6419088" y="1627632"/>
            <a:ext cx="1280160" cy="237744"/>
          </a:xfrm>
          <a:prstGeom prst="rect">
            <a:avLst/>
          </a:prstGeom>
          <a:noFill/>
          <a:ln/>
        </p:spPr>
        <p:txBody>
          <a:bodyPr wrap="square" lIns="0" tIns="0" rIns="0" bIns="0" rtlCol="0" anchor="t"/>
          <a:lstStyle/>
          <a:p>
            <a:pPr indent="0" marL="0">
              <a:buNone/>
            </a:pPr>
            <a:r>
              <a:rPr lang="ko-KR" altLang="en-US" sz="1000" dirty="0">
                <a:solidFill>
                  <a:srgbClr val="22201F"/>
                </a:solidFill>
                <a:latin typeface="Galmuri11" pitchFamily="34" charset="0"/>
                <a:ea typeface="Galmuri11" pitchFamily="34" charset="-122"/>
                <a:cs typeface="Galmuri11" pitchFamily="34" charset="-120"/>
              </a:rPr>
              <a:t>일시정지</a:t>
            </a:r>
            <a:endParaRPr lang="ko-KR" sz="1000" dirty="0"/>
          </a:p>
        </p:txBody>
      </p:sp>
      <p:sp>
        <p:nvSpPr>
          <p:cNvPr id="72" name="Text 70"/>
          <p:cNvSpPr txBox="1"/>
          <p:nvPr/>
        </p:nvSpPr>
        <p:spPr>
          <a:xfrm>
            <a:off x="6419088" y="1865376"/>
            <a:ext cx="1280160" cy="329184"/>
          </a:xfrm>
          <a:prstGeom prst="rect">
            <a:avLst/>
          </a:prstGeom>
          <a:noFill/>
          <a:ln/>
        </p:spPr>
        <p:txBody>
          <a:bodyPr wrap="square" lIns="0" tIns="0" rIns="0" bIns="0" rtlCol="0" anchor="ctr"/>
          <a:lstStyle/>
          <a:p>
            <a:pPr indent="0" marL="0">
              <a:buNone/>
            </a:pPr>
            <a:r>
              <a:rPr lang="ko-KR" altLang="en-US" sz="1400" b="1" dirty="0">
                <a:solidFill>
                  <a:srgbClr val="22201F"/>
                </a:solidFill>
                <a:latin typeface="Galmuri11" pitchFamily="34" charset="0"/>
                <a:ea typeface="Galmuri11" pitchFamily="34" charset="-122"/>
                <a:cs typeface="Galmuri11" pitchFamily="34" charset="-120"/>
              </a:rPr>
              <a:t>설정 · 나가기</a:t>
            </a:r>
            <a:endParaRPr lang="ko-KR" sz="1400" dirty="0"/>
          </a:p>
        </p:txBody>
      </p:sp>
      <p:sp>
        <p:nvSpPr>
          <p:cNvPr id="73" name="Shape 71"/>
          <p:cNvSpPr/>
          <p:nvPr/>
        </p:nvSpPr>
        <p:spPr>
          <a:xfrm>
            <a:off x="10250424" y="4946904"/>
            <a:ext cx="1463040" cy="713232"/>
          </a:xfrm>
          <a:prstGeom prst="rect">
            <a:avLst/>
          </a:prstGeom>
          <a:solidFill>
            <a:srgbClr val="0B0F1E"/>
          </a:solidFill>
          <a:ln/>
        </p:spPr>
      </p:sp>
      <p:sp>
        <p:nvSpPr>
          <p:cNvPr id="74" name="Shape 72"/>
          <p:cNvSpPr/>
          <p:nvPr/>
        </p:nvSpPr>
        <p:spPr>
          <a:xfrm>
            <a:off x="10149840" y="4846320"/>
            <a:ext cx="1463040" cy="713232"/>
          </a:xfrm>
          <a:prstGeom prst="rect">
            <a:avLst/>
          </a:prstGeom>
          <a:solidFill>
            <a:srgbClr val="22201F"/>
          </a:solidFill>
          <a:ln/>
        </p:spPr>
      </p:sp>
      <p:sp>
        <p:nvSpPr>
          <p:cNvPr id="75" name="Shape 73"/>
          <p:cNvSpPr/>
          <p:nvPr/>
        </p:nvSpPr>
        <p:spPr>
          <a:xfrm>
            <a:off x="10200132" y="4896612"/>
            <a:ext cx="1362456" cy="612648"/>
          </a:xfrm>
          <a:prstGeom prst="rect">
            <a:avLst/>
          </a:prstGeom>
          <a:solidFill>
            <a:srgbClr val="F7D84A"/>
          </a:solidFill>
          <a:ln/>
        </p:spPr>
      </p:sp>
      <p:sp>
        <p:nvSpPr>
          <p:cNvPr id="76" name="Shape 74"/>
          <p:cNvSpPr/>
          <p:nvPr/>
        </p:nvSpPr>
        <p:spPr>
          <a:xfrm>
            <a:off x="10149840" y="4846320"/>
            <a:ext cx="50292" cy="50292"/>
          </a:xfrm>
          <a:prstGeom prst="rect">
            <a:avLst/>
          </a:prstGeom>
          <a:solidFill>
            <a:srgbClr val="0F1426"/>
          </a:solidFill>
          <a:ln/>
        </p:spPr>
      </p:sp>
      <p:sp>
        <p:nvSpPr>
          <p:cNvPr id="77" name="Shape 75"/>
          <p:cNvSpPr/>
          <p:nvPr/>
        </p:nvSpPr>
        <p:spPr>
          <a:xfrm>
            <a:off x="11562588" y="4846320"/>
            <a:ext cx="50292" cy="50292"/>
          </a:xfrm>
          <a:prstGeom prst="rect">
            <a:avLst/>
          </a:prstGeom>
          <a:solidFill>
            <a:srgbClr val="0F1426"/>
          </a:solidFill>
          <a:ln/>
        </p:spPr>
      </p:sp>
      <p:sp>
        <p:nvSpPr>
          <p:cNvPr id="78" name="Shape 76"/>
          <p:cNvSpPr/>
          <p:nvPr/>
        </p:nvSpPr>
        <p:spPr>
          <a:xfrm>
            <a:off x="10149840" y="5509260"/>
            <a:ext cx="50292" cy="50292"/>
          </a:xfrm>
          <a:prstGeom prst="rect">
            <a:avLst/>
          </a:prstGeom>
          <a:solidFill>
            <a:srgbClr val="0F1426"/>
          </a:solidFill>
          <a:ln/>
        </p:spPr>
      </p:sp>
      <p:sp>
        <p:nvSpPr>
          <p:cNvPr id="79" name="Shape 77"/>
          <p:cNvSpPr/>
          <p:nvPr/>
        </p:nvSpPr>
        <p:spPr>
          <a:xfrm>
            <a:off x="11562588" y="5509260"/>
            <a:ext cx="50292" cy="50292"/>
          </a:xfrm>
          <a:prstGeom prst="rect">
            <a:avLst/>
          </a:prstGeom>
          <a:solidFill>
            <a:srgbClr val="0F1426"/>
          </a:solidFill>
          <a:ln/>
        </p:spPr>
      </p:sp>
      <p:sp>
        <p:nvSpPr>
          <p:cNvPr id="80" name="Text 78"/>
          <p:cNvSpPr txBox="1"/>
          <p:nvPr/>
        </p:nvSpPr>
        <p:spPr>
          <a:xfrm>
            <a:off x="10259568" y="4901184"/>
            <a:ext cx="1280160" cy="237744"/>
          </a:xfrm>
          <a:prstGeom prst="rect">
            <a:avLst/>
          </a:prstGeom>
          <a:noFill/>
          <a:ln/>
        </p:spPr>
        <p:txBody>
          <a:bodyPr wrap="square" lIns="0" tIns="0" rIns="0" bIns="0" rtlCol="0" anchor="t"/>
          <a:lstStyle/>
          <a:p>
            <a:pPr indent="0" marL="0">
              <a:buNone/>
            </a:pPr>
            <a:r>
              <a:rPr lang="ko-KR" altLang="en-US" sz="1000" dirty="0">
                <a:solidFill>
                  <a:srgbClr val="22201F"/>
                </a:solidFill>
                <a:latin typeface="Galmuri11" pitchFamily="34" charset="0"/>
                <a:ea typeface="Galmuri11" pitchFamily="34" charset="-122"/>
                <a:cs typeface="Galmuri11" pitchFamily="34" charset="-120"/>
              </a:rPr>
              <a:t>랭킹</a:t>
            </a:r>
            <a:endParaRPr lang="ko-KR" sz="1000" dirty="0"/>
          </a:p>
        </p:txBody>
      </p:sp>
      <p:sp>
        <p:nvSpPr>
          <p:cNvPr id="81" name="Text 79"/>
          <p:cNvSpPr txBox="1"/>
          <p:nvPr/>
        </p:nvSpPr>
        <p:spPr>
          <a:xfrm>
            <a:off x="10259568" y="5138928"/>
            <a:ext cx="1280160" cy="329184"/>
          </a:xfrm>
          <a:prstGeom prst="rect">
            <a:avLst/>
          </a:prstGeom>
          <a:noFill/>
          <a:ln/>
        </p:spPr>
        <p:txBody>
          <a:bodyPr wrap="square" lIns="0" tIns="0" rIns="0" bIns="0" rtlCol="0" anchor="ctr"/>
          <a:lstStyle/>
          <a:p>
            <a:pPr indent="0" marL="0">
              <a:buNone/>
            </a:pPr>
            <a:r>
              <a:rPr lang="ko-KR" altLang="en-US" sz="1400" b="1" dirty="0">
                <a:solidFill>
                  <a:srgbClr val="22201F"/>
                </a:solidFill>
                <a:latin typeface="Galmuri11" pitchFamily="34" charset="0"/>
                <a:ea typeface="Galmuri11" pitchFamily="34" charset="-122"/>
                <a:cs typeface="Galmuri11" pitchFamily="34" charset="-120"/>
              </a:rPr>
              <a:t>난이도별 순위</a:t>
            </a:r>
            <a:endParaRPr lang="ko-KR" sz="1400" dirty="0"/>
          </a:p>
        </p:txBody>
      </p:sp>
      <p:sp>
        <p:nvSpPr>
          <p:cNvPr id="82" name="Shape 80"/>
          <p:cNvSpPr/>
          <p:nvPr/>
        </p:nvSpPr>
        <p:spPr>
          <a:xfrm>
            <a:off x="2029968" y="3328416"/>
            <a:ext cx="420624" cy="0"/>
          </a:xfrm>
          <a:prstGeom prst="line">
            <a:avLst/>
          </a:prstGeom>
          <a:noFill/>
          <a:ln w="22225">
            <a:solidFill>
              <a:srgbClr val="7F9CC9"/>
            </a:solidFill>
            <a:prstDash val="solid"/>
            <a:tailEnd type="triangle"/>
          </a:ln>
        </p:spPr>
      </p:sp>
      <p:sp>
        <p:nvSpPr>
          <p:cNvPr id="83" name="Shape 81"/>
          <p:cNvSpPr/>
          <p:nvPr/>
        </p:nvSpPr>
        <p:spPr>
          <a:xfrm>
            <a:off x="3950208" y="3328416"/>
            <a:ext cx="420624" cy="0"/>
          </a:xfrm>
          <a:prstGeom prst="line">
            <a:avLst/>
          </a:prstGeom>
          <a:noFill/>
          <a:ln w="22225">
            <a:solidFill>
              <a:srgbClr val="7F9CC9"/>
            </a:solidFill>
            <a:prstDash val="solid"/>
            <a:tailEnd type="triangle"/>
          </a:ln>
        </p:spPr>
      </p:sp>
      <p:sp>
        <p:nvSpPr>
          <p:cNvPr id="84" name="Shape 82"/>
          <p:cNvSpPr/>
          <p:nvPr/>
        </p:nvSpPr>
        <p:spPr>
          <a:xfrm>
            <a:off x="5870448" y="3328416"/>
            <a:ext cx="420624" cy="0"/>
          </a:xfrm>
          <a:prstGeom prst="line">
            <a:avLst/>
          </a:prstGeom>
          <a:noFill/>
          <a:ln w="22225">
            <a:solidFill>
              <a:srgbClr val="7F9CC9"/>
            </a:solidFill>
            <a:prstDash val="solid"/>
            <a:tailEnd type="triangle"/>
          </a:ln>
        </p:spPr>
      </p:sp>
      <p:sp>
        <p:nvSpPr>
          <p:cNvPr id="85" name="Shape 83"/>
          <p:cNvSpPr/>
          <p:nvPr/>
        </p:nvSpPr>
        <p:spPr>
          <a:xfrm>
            <a:off x="7790688" y="3328416"/>
            <a:ext cx="420624" cy="0"/>
          </a:xfrm>
          <a:prstGeom prst="line">
            <a:avLst/>
          </a:prstGeom>
          <a:noFill/>
          <a:ln w="22225">
            <a:solidFill>
              <a:srgbClr val="7F9CC9"/>
            </a:solidFill>
            <a:prstDash val="solid"/>
            <a:tailEnd type="triangle"/>
          </a:ln>
        </p:spPr>
      </p:sp>
      <p:sp>
        <p:nvSpPr>
          <p:cNvPr id="86" name="Shape 84"/>
          <p:cNvSpPr/>
          <p:nvPr/>
        </p:nvSpPr>
        <p:spPr>
          <a:xfrm>
            <a:off x="9710928" y="3328416"/>
            <a:ext cx="420624" cy="0"/>
          </a:xfrm>
          <a:prstGeom prst="line">
            <a:avLst/>
          </a:prstGeom>
          <a:noFill/>
          <a:ln w="22225">
            <a:solidFill>
              <a:srgbClr val="7F9CC9"/>
            </a:solidFill>
            <a:prstDash val="solid"/>
            <a:tailEnd type="triangle"/>
          </a:ln>
        </p:spPr>
      </p:sp>
      <p:sp>
        <p:nvSpPr>
          <p:cNvPr id="87" name="Text 85"/>
          <p:cNvSpPr txBox="1"/>
          <p:nvPr/>
        </p:nvSpPr>
        <p:spPr>
          <a:xfrm>
            <a:off x="1874520" y="2724912"/>
            <a:ext cx="777240" cy="237744"/>
          </a:xfrm>
          <a:prstGeom prst="rect">
            <a:avLst/>
          </a:prstGeom>
          <a:noFill/>
          <a:ln/>
        </p:spPr>
        <p:txBody>
          <a:bodyPr wrap="square" lIns="0" tIns="0" rIns="0" bIns="0" rtlCol="0" anchor="t"/>
          <a:lstStyle/>
          <a:p>
            <a:pPr algn="ctr" indent="0" marL="0">
              <a:buNone/>
            </a:pPr>
            <a:r>
              <a:rPr lang="ko-KR" altLang="en-US" sz="1050" dirty="0">
                <a:solidFill>
                  <a:srgbClr val="B9C6E2"/>
                </a:solidFill>
                <a:latin typeface="Galmuri11" pitchFamily="34" charset="0"/>
                <a:ea typeface="Galmuri11" pitchFamily="34" charset="-122"/>
                <a:cs typeface="Galmuri11" pitchFamily="34" charset="-120"/>
              </a:rPr>
              <a:t>일반 / 경쟁</a:t>
            </a:r>
            <a:endParaRPr lang="ko-KR" sz="1050" dirty="0"/>
          </a:p>
        </p:txBody>
      </p:sp>
      <p:sp>
        <p:nvSpPr>
          <p:cNvPr id="88" name="Text 86"/>
          <p:cNvSpPr txBox="1"/>
          <p:nvPr/>
        </p:nvSpPr>
        <p:spPr>
          <a:xfrm>
            <a:off x="9555480" y="2724912"/>
            <a:ext cx="914400" cy="237744"/>
          </a:xfrm>
          <a:prstGeom prst="rect">
            <a:avLst/>
          </a:prstGeom>
          <a:noFill/>
          <a:ln/>
        </p:spPr>
        <p:txBody>
          <a:bodyPr wrap="square" lIns="0" tIns="0" rIns="0" bIns="0" rtlCol="0" anchor="t"/>
          <a:lstStyle/>
          <a:p>
            <a:pPr algn="ctr" indent="0" marL="0">
              <a:buNone/>
            </a:pPr>
            <a:r>
              <a:rPr lang="ko-KR" altLang="en-US" sz="1050" dirty="0">
                <a:solidFill>
                  <a:srgbClr val="B9C6E2"/>
                </a:solidFill>
                <a:latin typeface="Galmuri11" pitchFamily="34" charset="0"/>
                <a:ea typeface="Galmuri11" pitchFamily="34" charset="-122"/>
                <a:cs typeface="Galmuri11" pitchFamily="34" charset="-120"/>
              </a:rPr>
              <a:t>마지막 사건 뒤</a:t>
            </a:r>
            <a:endParaRPr lang="ko-KR" sz="1050" dirty="0"/>
          </a:p>
        </p:txBody>
      </p:sp>
      <p:sp>
        <p:nvSpPr>
          <p:cNvPr id="89" name="Shape 87"/>
          <p:cNvSpPr/>
          <p:nvPr/>
        </p:nvSpPr>
        <p:spPr>
          <a:xfrm flipV="1">
            <a:off x="6858000" y="2286000"/>
            <a:ext cx="0" cy="685800"/>
          </a:xfrm>
          <a:prstGeom prst="line">
            <a:avLst/>
          </a:prstGeom>
          <a:noFill/>
          <a:ln w="22225">
            <a:solidFill>
              <a:srgbClr val="E3D7BC"/>
            </a:solidFill>
            <a:prstDash val="sysDash"/>
            <a:tailEnd type="triangle"/>
          </a:ln>
        </p:spPr>
      </p:sp>
      <p:sp>
        <p:nvSpPr>
          <p:cNvPr id="90" name="Shape 88"/>
          <p:cNvSpPr/>
          <p:nvPr/>
        </p:nvSpPr>
        <p:spPr>
          <a:xfrm>
            <a:off x="7223760" y="2286000"/>
            <a:ext cx="0" cy="685800"/>
          </a:xfrm>
          <a:prstGeom prst="line">
            <a:avLst/>
          </a:prstGeom>
          <a:noFill/>
          <a:ln w="22225">
            <a:solidFill>
              <a:srgbClr val="E3D7BC"/>
            </a:solidFill>
            <a:prstDash val="sysDash"/>
            <a:tailEnd type="triangle"/>
          </a:ln>
        </p:spPr>
      </p:sp>
      <p:sp>
        <p:nvSpPr>
          <p:cNvPr id="91" name="Text 89"/>
          <p:cNvSpPr txBox="1"/>
          <p:nvPr/>
        </p:nvSpPr>
        <p:spPr>
          <a:xfrm>
            <a:off x="7269480" y="2487168"/>
            <a:ext cx="731520" cy="237744"/>
          </a:xfrm>
          <a:prstGeom prst="rect">
            <a:avLst/>
          </a:prstGeom>
          <a:noFill/>
          <a:ln/>
        </p:spPr>
        <p:txBody>
          <a:bodyPr wrap="square" lIns="0" tIns="0" rIns="0" bIns="0" rtlCol="0" anchor="t"/>
          <a:lstStyle/>
          <a:p>
            <a:pPr algn="l" indent="0" marL="0">
              <a:buNone/>
            </a:pPr>
            <a:r>
              <a:rPr lang="ko-KR" altLang="en-US" sz="1050" dirty="0">
                <a:solidFill>
                  <a:srgbClr val="E3D7BC"/>
                </a:solidFill>
                <a:latin typeface="Galmuri11" pitchFamily="34" charset="0"/>
                <a:ea typeface="Galmuri11" pitchFamily="34" charset="-122"/>
                <a:cs typeface="Galmuri11" pitchFamily="34" charset="-120"/>
              </a:rPr>
              <a:t>오가기</a:t>
            </a:r>
            <a:endParaRPr lang="ko-KR" sz="1050" dirty="0"/>
          </a:p>
        </p:txBody>
      </p:sp>
      <p:sp>
        <p:nvSpPr>
          <p:cNvPr id="92" name="Shape 90"/>
          <p:cNvSpPr/>
          <p:nvPr/>
        </p:nvSpPr>
        <p:spPr>
          <a:xfrm flipH="1">
            <a:off x="1280160" y="1929384"/>
            <a:ext cx="5029200" cy="0"/>
          </a:xfrm>
          <a:prstGeom prst="line">
            <a:avLst/>
          </a:prstGeom>
          <a:noFill/>
          <a:ln w="22225">
            <a:solidFill>
              <a:srgbClr val="E3D7BC"/>
            </a:solidFill>
            <a:prstDash val="sysDash"/>
          </a:ln>
        </p:spPr>
      </p:sp>
      <p:sp>
        <p:nvSpPr>
          <p:cNvPr id="93" name="Shape 91"/>
          <p:cNvSpPr/>
          <p:nvPr/>
        </p:nvSpPr>
        <p:spPr>
          <a:xfrm>
            <a:off x="1280160" y="1929384"/>
            <a:ext cx="0" cy="1042416"/>
          </a:xfrm>
          <a:prstGeom prst="line">
            <a:avLst/>
          </a:prstGeom>
          <a:noFill/>
          <a:ln w="22225">
            <a:solidFill>
              <a:srgbClr val="E3D7BC"/>
            </a:solidFill>
            <a:prstDash val="sysDash"/>
            <a:tailEnd type="triangle"/>
          </a:ln>
        </p:spPr>
      </p:sp>
      <p:sp>
        <p:nvSpPr>
          <p:cNvPr id="94" name="Text 92"/>
          <p:cNvSpPr txBox="1"/>
          <p:nvPr/>
        </p:nvSpPr>
        <p:spPr>
          <a:xfrm>
            <a:off x="2468880" y="1691640"/>
            <a:ext cx="1463040" cy="237744"/>
          </a:xfrm>
          <a:prstGeom prst="rect">
            <a:avLst/>
          </a:prstGeom>
          <a:noFill/>
          <a:ln/>
        </p:spPr>
        <p:txBody>
          <a:bodyPr wrap="square" lIns="0" tIns="0" rIns="0" bIns="0" rtlCol="0" anchor="t"/>
          <a:lstStyle/>
          <a:p>
            <a:pPr algn="ctr" indent="0" marL="0">
              <a:buNone/>
            </a:pPr>
            <a:r>
              <a:rPr lang="ko-KR" altLang="en-US" sz="1050" dirty="0">
                <a:solidFill>
                  <a:srgbClr val="E3D7BC"/>
                </a:solidFill>
                <a:latin typeface="Galmuri11" pitchFamily="34" charset="0"/>
                <a:ea typeface="Galmuri11" pitchFamily="34" charset="-122"/>
                <a:cs typeface="Galmuri11" pitchFamily="34" charset="-120"/>
              </a:rPr>
              <a:t>나가기</a:t>
            </a:r>
            <a:endParaRPr lang="ko-KR" sz="1050" dirty="0"/>
          </a:p>
        </p:txBody>
      </p:sp>
      <p:sp>
        <p:nvSpPr>
          <p:cNvPr id="95" name="Shape 93"/>
          <p:cNvSpPr/>
          <p:nvPr/>
        </p:nvSpPr>
        <p:spPr>
          <a:xfrm>
            <a:off x="8961120" y="3685032"/>
            <a:ext cx="0" cy="384048"/>
          </a:xfrm>
          <a:prstGeom prst="line">
            <a:avLst/>
          </a:prstGeom>
          <a:noFill/>
          <a:ln w="22225">
            <a:solidFill>
              <a:srgbClr val="7F9CC9"/>
            </a:solidFill>
            <a:prstDash val="solid"/>
          </a:ln>
        </p:spPr>
      </p:sp>
      <p:sp>
        <p:nvSpPr>
          <p:cNvPr id="96" name="Shape 94"/>
          <p:cNvSpPr/>
          <p:nvPr/>
        </p:nvSpPr>
        <p:spPr>
          <a:xfrm flipH="1">
            <a:off x="7315200" y="4069080"/>
            <a:ext cx="1645920" cy="0"/>
          </a:xfrm>
          <a:prstGeom prst="line">
            <a:avLst/>
          </a:prstGeom>
          <a:noFill/>
          <a:ln w="22225">
            <a:solidFill>
              <a:srgbClr val="7F9CC9"/>
            </a:solidFill>
            <a:prstDash val="solid"/>
          </a:ln>
        </p:spPr>
      </p:sp>
      <p:sp>
        <p:nvSpPr>
          <p:cNvPr id="97" name="Shape 95"/>
          <p:cNvSpPr/>
          <p:nvPr/>
        </p:nvSpPr>
        <p:spPr>
          <a:xfrm flipV="1">
            <a:off x="7315200" y="3685032"/>
            <a:ext cx="0" cy="384048"/>
          </a:xfrm>
          <a:prstGeom prst="line">
            <a:avLst/>
          </a:prstGeom>
          <a:noFill/>
          <a:ln w="22225">
            <a:solidFill>
              <a:srgbClr val="7F9CC9"/>
            </a:solidFill>
            <a:prstDash val="solid"/>
            <a:tailEnd type="triangle"/>
          </a:ln>
        </p:spPr>
      </p:sp>
      <p:sp>
        <p:nvSpPr>
          <p:cNvPr id="98" name="Text 96"/>
          <p:cNvSpPr txBox="1"/>
          <p:nvPr/>
        </p:nvSpPr>
        <p:spPr>
          <a:xfrm>
            <a:off x="7406640" y="3822192"/>
            <a:ext cx="1371600" cy="237744"/>
          </a:xfrm>
          <a:prstGeom prst="rect">
            <a:avLst/>
          </a:prstGeom>
          <a:noFill/>
          <a:ln/>
        </p:spPr>
        <p:txBody>
          <a:bodyPr wrap="square" lIns="0" tIns="0" rIns="0" bIns="0" rtlCol="0" anchor="t"/>
          <a:lstStyle/>
          <a:p>
            <a:pPr algn="ctr" indent="0" marL="0">
              <a:buNone/>
            </a:pPr>
            <a:r>
              <a:rPr lang="ko-KR" altLang="en-US" sz="1050" dirty="0">
                <a:solidFill>
                  <a:srgbClr val="B9C6E2"/>
                </a:solidFill>
                <a:latin typeface="Galmuri11" pitchFamily="34" charset="0"/>
                <a:ea typeface="Galmuri11" pitchFamily="34" charset="-122"/>
                <a:cs typeface="Galmuri11" pitchFamily="34" charset="-120"/>
              </a:rPr>
              <a:t>다음 사건</a:t>
            </a:r>
            <a:endParaRPr lang="ko-KR" sz="1050" dirty="0"/>
          </a:p>
        </p:txBody>
      </p:sp>
      <p:sp>
        <p:nvSpPr>
          <p:cNvPr id="99" name="Shape 97"/>
          <p:cNvSpPr/>
          <p:nvPr/>
        </p:nvSpPr>
        <p:spPr>
          <a:xfrm>
            <a:off x="6675120" y="3685032"/>
            <a:ext cx="0" cy="749808"/>
          </a:xfrm>
          <a:prstGeom prst="line">
            <a:avLst/>
          </a:prstGeom>
          <a:noFill/>
          <a:ln w="22225">
            <a:solidFill>
              <a:srgbClr val="E0503C"/>
            </a:solidFill>
            <a:prstDash val="solid"/>
          </a:ln>
        </p:spPr>
      </p:sp>
      <p:sp>
        <p:nvSpPr>
          <p:cNvPr id="100" name="Shape 98"/>
          <p:cNvSpPr/>
          <p:nvPr/>
        </p:nvSpPr>
        <p:spPr>
          <a:xfrm>
            <a:off x="6675120" y="4434840"/>
            <a:ext cx="3840480" cy="0"/>
          </a:xfrm>
          <a:prstGeom prst="line">
            <a:avLst/>
          </a:prstGeom>
          <a:noFill/>
          <a:ln w="22225">
            <a:solidFill>
              <a:srgbClr val="E0503C"/>
            </a:solidFill>
            <a:prstDash val="solid"/>
          </a:ln>
        </p:spPr>
      </p:sp>
      <p:sp>
        <p:nvSpPr>
          <p:cNvPr id="101" name="Shape 99"/>
          <p:cNvSpPr/>
          <p:nvPr/>
        </p:nvSpPr>
        <p:spPr>
          <a:xfrm flipV="1">
            <a:off x="10515600" y="3685032"/>
            <a:ext cx="0" cy="749808"/>
          </a:xfrm>
          <a:prstGeom prst="line">
            <a:avLst/>
          </a:prstGeom>
          <a:noFill/>
          <a:ln w="22225">
            <a:solidFill>
              <a:srgbClr val="E0503C"/>
            </a:solidFill>
            <a:prstDash val="solid"/>
            <a:tailEnd type="triangle"/>
          </a:ln>
        </p:spPr>
      </p:sp>
      <p:sp>
        <p:nvSpPr>
          <p:cNvPr id="102" name="Text 100"/>
          <p:cNvSpPr txBox="1"/>
          <p:nvPr/>
        </p:nvSpPr>
        <p:spPr>
          <a:xfrm>
            <a:off x="6766560" y="4462272"/>
            <a:ext cx="3474720" cy="237744"/>
          </a:xfrm>
          <a:prstGeom prst="rect">
            <a:avLst/>
          </a:prstGeom>
          <a:noFill/>
          <a:ln/>
        </p:spPr>
        <p:txBody>
          <a:bodyPr wrap="square" lIns="0" tIns="0" rIns="0" bIns="0" rtlCol="0" anchor="t"/>
          <a:lstStyle/>
          <a:p>
            <a:pPr algn="l" indent="0" marL="0">
              <a:buNone/>
            </a:pPr>
            <a:r>
              <a:rPr lang="ko-KR" altLang="en-US" sz="1050" dirty="0">
                <a:solidFill>
                  <a:srgbClr val="E0503C"/>
                </a:solidFill>
                <a:latin typeface="Galmuri11" pitchFamily="34" charset="0"/>
                <a:ea typeface="Galmuri11" pitchFamily="34" charset="-122"/>
                <a:cs typeface="Galmuri11" pitchFamily="34" charset="-120"/>
              </a:rPr>
              <a:t>위험한 요청 승인 → 보안 사고로 바로 결과</a:t>
            </a:r>
            <a:endParaRPr lang="ko-KR" sz="1050" dirty="0"/>
          </a:p>
        </p:txBody>
      </p:sp>
      <p:sp>
        <p:nvSpPr>
          <p:cNvPr id="103" name="Shape 101"/>
          <p:cNvSpPr/>
          <p:nvPr/>
        </p:nvSpPr>
        <p:spPr>
          <a:xfrm>
            <a:off x="11155680" y="3685032"/>
            <a:ext cx="0" cy="1161288"/>
          </a:xfrm>
          <a:prstGeom prst="line">
            <a:avLst/>
          </a:prstGeom>
          <a:noFill/>
          <a:ln w="22225">
            <a:solidFill>
              <a:srgbClr val="F7D84A"/>
            </a:solidFill>
            <a:prstDash val="solid"/>
            <a:tailEnd type="triangle"/>
          </a:ln>
        </p:spPr>
      </p:sp>
      <p:sp>
        <p:nvSpPr>
          <p:cNvPr id="104" name="Text 102"/>
          <p:cNvSpPr txBox="1"/>
          <p:nvPr/>
        </p:nvSpPr>
        <p:spPr>
          <a:xfrm>
            <a:off x="11201400" y="4023360"/>
            <a:ext cx="548640" cy="237744"/>
          </a:xfrm>
          <a:prstGeom prst="rect">
            <a:avLst/>
          </a:prstGeom>
          <a:noFill/>
          <a:ln/>
        </p:spPr>
        <p:txBody>
          <a:bodyPr wrap="square" lIns="0" tIns="0" rIns="0" bIns="0" rtlCol="0" anchor="t"/>
          <a:lstStyle/>
          <a:p>
            <a:pPr algn="l" indent="0" marL="0">
              <a:buNone/>
            </a:pPr>
            <a:r>
              <a:rPr lang="ko-KR" altLang="en-US" sz="1050" dirty="0">
                <a:solidFill>
                  <a:srgbClr val="F7D84A"/>
                </a:solidFill>
                <a:latin typeface="Galmuri11" pitchFamily="34" charset="0"/>
                <a:ea typeface="Galmuri11" pitchFamily="34" charset="-122"/>
                <a:cs typeface="Galmuri11" pitchFamily="34" charset="-120"/>
              </a:rPr>
              <a:t>경쟁</a:t>
            </a:r>
            <a:endParaRPr lang="ko-KR" sz="1050" dirty="0"/>
          </a:p>
        </p:txBody>
      </p:sp>
      <p:sp>
        <p:nvSpPr>
          <p:cNvPr id="105" name="Shape 103"/>
          <p:cNvSpPr/>
          <p:nvPr/>
        </p:nvSpPr>
        <p:spPr>
          <a:xfrm>
            <a:off x="1005840" y="3685032"/>
            <a:ext cx="0" cy="1517904"/>
          </a:xfrm>
          <a:prstGeom prst="line">
            <a:avLst/>
          </a:prstGeom>
          <a:noFill/>
          <a:ln w="22225">
            <a:solidFill>
              <a:srgbClr val="7F9CC9"/>
            </a:solidFill>
            <a:prstDash val="sysDash"/>
          </a:ln>
        </p:spPr>
      </p:sp>
      <p:sp>
        <p:nvSpPr>
          <p:cNvPr id="106" name="Shape 104"/>
          <p:cNvSpPr/>
          <p:nvPr/>
        </p:nvSpPr>
        <p:spPr>
          <a:xfrm>
            <a:off x="1005840" y="5202936"/>
            <a:ext cx="9144000" cy="0"/>
          </a:xfrm>
          <a:prstGeom prst="line">
            <a:avLst/>
          </a:prstGeom>
          <a:noFill/>
          <a:ln w="22225">
            <a:solidFill>
              <a:srgbClr val="7F9CC9"/>
            </a:solidFill>
            <a:prstDash val="sysDash"/>
            <a:tailEnd type="triangle"/>
          </a:ln>
        </p:spPr>
      </p:sp>
      <p:sp>
        <p:nvSpPr>
          <p:cNvPr id="107" name="Text 105"/>
          <p:cNvSpPr txBox="1"/>
          <p:nvPr/>
        </p:nvSpPr>
        <p:spPr>
          <a:xfrm>
            <a:off x="2468880" y="4956048"/>
            <a:ext cx="1828800" cy="237744"/>
          </a:xfrm>
          <a:prstGeom prst="rect">
            <a:avLst/>
          </a:prstGeom>
          <a:noFill/>
          <a:ln/>
        </p:spPr>
        <p:txBody>
          <a:bodyPr wrap="square" lIns="0" tIns="0" rIns="0" bIns="0" rtlCol="0" anchor="t"/>
          <a:lstStyle/>
          <a:p>
            <a:pPr algn="ctr" indent="0" marL="0">
              <a:buNone/>
            </a:pPr>
            <a:r>
              <a:rPr lang="ko-KR" altLang="en-US" sz="1050" dirty="0">
                <a:solidFill>
                  <a:srgbClr val="B9C6E2"/>
                </a:solidFill>
                <a:latin typeface="Galmuri11" pitchFamily="34" charset="0"/>
                <a:ea typeface="Galmuri11" pitchFamily="34" charset="-122"/>
                <a:cs typeface="Galmuri11" pitchFamily="34" charset="-120"/>
              </a:rPr>
              <a:t>메인의 랭킹 버튼</a:t>
            </a:r>
            <a:endParaRPr lang="ko-KR" sz="1050" dirty="0"/>
          </a:p>
        </p:txBody>
      </p:sp>
      <p:sp>
        <p:nvSpPr>
          <p:cNvPr id="108" name="Shape 106"/>
          <p:cNvSpPr/>
          <p:nvPr/>
        </p:nvSpPr>
        <p:spPr>
          <a:xfrm>
            <a:off x="548640" y="5623560"/>
            <a:ext cx="7863840" cy="658368"/>
          </a:xfrm>
          <a:prstGeom prst="rect">
            <a:avLst/>
          </a:prstGeom>
          <a:solidFill>
            <a:srgbClr val="3A4E7A"/>
          </a:solidFill>
          <a:ln/>
        </p:spPr>
      </p:sp>
      <p:sp>
        <p:nvSpPr>
          <p:cNvPr id="109" name="Shape 107"/>
          <p:cNvSpPr/>
          <p:nvPr/>
        </p:nvSpPr>
        <p:spPr>
          <a:xfrm>
            <a:off x="598932" y="5673852"/>
            <a:ext cx="7763256" cy="557784"/>
          </a:xfrm>
          <a:prstGeom prst="rect">
            <a:avLst/>
          </a:prstGeom>
          <a:solidFill>
            <a:srgbClr val="151C33"/>
          </a:solidFill>
          <a:ln/>
        </p:spPr>
      </p:sp>
      <p:sp>
        <p:nvSpPr>
          <p:cNvPr id="110" name="Shape 108"/>
          <p:cNvSpPr/>
          <p:nvPr/>
        </p:nvSpPr>
        <p:spPr>
          <a:xfrm>
            <a:off x="548640" y="5623560"/>
            <a:ext cx="50292" cy="50292"/>
          </a:xfrm>
          <a:prstGeom prst="rect">
            <a:avLst/>
          </a:prstGeom>
          <a:solidFill>
            <a:srgbClr val="0F1426"/>
          </a:solidFill>
          <a:ln/>
        </p:spPr>
      </p:sp>
      <p:sp>
        <p:nvSpPr>
          <p:cNvPr id="111" name="Shape 109"/>
          <p:cNvSpPr/>
          <p:nvPr/>
        </p:nvSpPr>
        <p:spPr>
          <a:xfrm>
            <a:off x="8362188" y="5623560"/>
            <a:ext cx="50292" cy="50292"/>
          </a:xfrm>
          <a:prstGeom prst="rect">
            <a:avLst/>
          </a:prstGeom>
          <a:solidFill>
            <a:srgbClr val="0F1426"/>
          </a:solidFill>
          <a:ln/>
        </p:spPr>
      </p:sp>
      <p:sp>
        <p:nvSpPr>
          <p:cNvPr id="112" name="Shape 110"/>
          <p:cNvSpPr/>
          <p:nvPr/>
        </p:nvSpPr>
        <p:spPr>
          <a:xfrm>
            <a:off x="548640" y="6231636"/>
            <a:ext cx="50292" cy="50292"/>
          </a:xfrm>
          <a:prstGeom prst="rect">
            <a:avLst/>
          </a:prstGeom>
          <a:solidFill>
            <a:srgbClr val="0F1426"/>
          </a:solidFill>
          <a:ln/>
        </p:spPr>
      </p:sp>
      <p:sp>
        <p:nvSpPr>
          <p:cNvPr id="113" name="Shape 111"/>
          <p:cNvSpPr/>
          <p:nvPr/>
        </p:nvSpPr>
        <p:spPr>
          <a:xfrm>
            <a:off x="8362188" y="6231636"/>
            <a:ext cx="50292" cy="50292"/>
          </a:xfrm>
          <a:prstGeom prst="rect">
            <a:avLst/>
          </a:prstGeom>
          <a:solidFill>
            <a:srgbClr val="0F1426"/>
          </a:solidFill>
          <a:ln/>
        </p:spPr>
      </p:sp>
      <p:sp>
        <p:nvSpPr>
          <p:cNvPr id="114" name="Text 112"/>
          <p:cNvSpPr txBox="1"/>
          <p:nvPr/>
        </p:nvSpPr>
        <p:spPr>
          <a:xfrm>
            <a:off x="731520" y="5641848"/>
            <a:ext cx="7589520" cy="621792"/>
          </a:xfrm>
          <a:prstGeom prst="rect">
            <a:avLst/>
          </a:prstGeom>
          <a:noFill/>
          <a:ln/>
        </p:spPr>
        <p:txBody>
          <a:bodyPr wrap="square" lIns="0" tIns="0" rIns="0" bIns="0" rtlCol="0" anchor="ctr"/>
          <a:lstStyle/>
          <a:p>
            <a:pPr indent="0" marL="0">
              <a:buNone/>
            </a:pPr>
            <a:r>
              <a:rPr lang="ko-KR" altLang="en-US" sz="1150" b="1" dirty="0">
                <a:solidFill>
                  <a:srgbClr val="FFFFFF"/>
                </a:solidFill>
                <a:latin typeface="맑은 고딕" pitchFamily="34" charset="0"/>
                <a:ea typeface="맑은 고딕" pitchFamily="34" charset="-122"/>
                <a:cs typeface="맑은 고딕" pitchFamily="34" charset="-120"/>
              </a:rPr>
              <a:t>근무 결과 → </a:t>
            </a:r>
            <a:pPr indent="0" marL="0">
              <a:buNone/>
            </a:pPr>
            <a:r>
              <a:rPr lang="ko-KR" altLang="en-US" sz="1150" dirty="0">
                <a:solidFill>
                  <a:srgbClr val="B9C6E2"/>
                </a:solidFill>
                <a:latin typeface="맑은 고딕" pitchFamily="34" charset="0"/>
                <a:ea typeface="맑은 고딕" pitchFamily="34" charset="-122"/>
                <a:cs typeface="맑은 고딕" pitchFamily="34" charset="-120"/>
              </a:rPr>
              <a:t>통과하면 다음 난이도 · 다시 하기 / 보안 사고·점검 미달이면 해설을 보고 처음부터</a:t>
            </a:r>
            <a:endParaRPr lang="ko-KR" sz="1150" dirty="0"/>
          </a:p>
          <a:p>
            <a:pPr indent="0" marL="0">
              <a:buNone/>
            </a:pPr>
            <a:r>
              <a:rPr lang="ko-KR" altLang="en-US" sz="1150" b="1" dirty="0">
                <a:solidFill>
                  <a:srgbClr val="FFFFFF"/>
                </a:solidFill>
                <a:latin typeface="맑은 고딕" pitchFamily="34" charset="0"/>
                <a:ea typeface="맑은 고딕" pitchFamily="34" charset="-122"/>
                <a:cs typeface="맑은 고딕" pitchFamily="34" charset="-120"/>
              </a:rPr>
              <a:t>설정(메인) → </a:t>
            </a:r>
            <a:pPr indent="0" marL="0">
              <a:buNone/>
            </a:pPr>
            <a:r>
              <a:rPr lang="ko-KR" altLang="en-US" sz="1150" dirty="0">
                <a:solidFill>
                  <a:srgbClr val="B9C6E2"/>
                </a:solidFill>
                <a:latin typeface="맑은 고딕" pitchFamily="34" charset="0"/>
                <a:ea typeface="맑은 고딕" pitchFamily="34" charset="-122"/>
                <a:cs typeface="맑은 고딕" pitchFamily="34" charset="-120"/>
              </a:rPr>
              <a:t>소리 · 분위기 · 글자 크기 · 기록 초기화</a:t>
            </a:r>
            <a:endParaRPr lang="ko-KR" sz="1150" dirty="0"/>
          </a:p>
        </p:txBody>
      </p:sp>
      <p:sp>
        <p:nvSpPr>
          <p:cNvPr id="115" name="Shape 113"/>
          <p:cNvSpPr/>
          <p:nvPr/>
        </p:nvSpPr>
        <p:spPr>
          <a:xfrm>
            <a:off x="8641080" y="5669280"/>
            <a:ext cx="201168" cy="201168"/>
          </a:xfrm>
          <a:prstGeom prst="rect">
            <a:avLst/>
          </a:prstGeom>
          <a:solidFill>
            <a:srgbClr val="3A4E7A"/>
          </a:solidFill>
          <a:ln/>
        </p:spPr>
      </p:sp>
      <p:sp>
        <p:nvSpPr>
          <p:cNvPr id="116" name="Text 114"/>
          <p:cNvSpPr txBox="1"/>
          <p:nvPr/>
        </p:nvSpPr>
        <p:spPr>
          <a:xfrm>
            <a:off x="8887968" y="5632704"/>
            <a:ext cx="822960" cy="274320"/>
          </a:xfrm>
          <a:prstGeom prst="rect">
            <a:avLst/>
          </a:prstGeom>
          <a:noFill/>
          <a:ln/>
        </p:spPr>
        <p:txBody>
          <a:bodyPr wrap="square" lIns="0" tIns="0" rIns="0" bIns="0" rtlCol="0" anchor="ctr"/>
          <a:lstStyle/>
          <a:p>
            <a:pPr indent="0" marL="0">
              <a:buNone/>
            </a:pPr>
            <a:r>
              <a:rPr lang="ko-KR" altLang="en-US" sz="1050" dirty="0">
                <a:solidFill>
                  <a:srgbClr val="B9C6E2"/>
                </a:solidFill>
                <a:latin typeface="Galmuri11" pitchFamily="34" charset="0"/>
                <a:ea typeface="Galmuri11" pitchFamily="34" charset="-122"/>
                <a:cs typeface="Galmuri11" pitchFamily="34" charset="-120"/>
              </a:rPr>
              <a:t>시작</a:t>
            </a:r>
            <a:endParaRPr lang="ko-KR" sz="1050" dirty="0"/>
          </a:p>
        </p:txBody>
      </p:sp>
      <p:sp>
        <p:nvSpPr>
          <p:cNvPr id="117" name="Shape 115"/>
          <p:cNvSpPr/>
          <p:nvPr/>
        </p:nvSpPr>
        <p:spPr>
          <a:xfrm>
            <a:off x="9665208" y="5669280"/>
            <a:ext cx="201168" cy="201168"/>
          </a:xfrm>
          <a:prstGeom prst="rect">
            <a:avLst/>
          </a:prstGeom>
          <a:solidFill>
            <a:srgbClr val="45C7C1"/>
          </a:solidFill>
          <a:ln/>
        </p:spPr>
      </p:sp>
      <p:sp>
        <p:nvSpPr>
          <p:cNvPr id="118" name="Text 116"/>
          <p:cNvSpPr txBox="1"/>
          <p:nvPr/>
        </p:nvSpPr>
        <p:spPr>
          <a:xfrm>
            <a:off x="9912096" y="5632704"/>
            <a:ext cx="822960" cy="274320"/>
          </a:xfrm>
          <a:prstGeom prst="rect">
            <a:avLst/>
          </a:prstGeom>
          <a:noFill/>
          <a:ln/>
        </p:spPr>
        <p:txBody>
          <a:bodyPr wrap="square" lIns="0" tIns="0" rIns="0" bIns="0" rtlCol="0" anchor="ctr"/>
          <a:lstStyle/>
          <a:p>
            <a:pPr indent="0" marL="0">
              <a:buNone/>
            </a:pPr>
            <a:r>
              <a:rPr lang="ko-KR" altLang="en-US" sz="1050" dirty="0">
                <a:solidFill>
                  <a:srgbClr val="B9C6E2"/>
                </a:solidFill>
                <a:latin typeface="Galmuri11" pitchFamily="34" charset="0"/>
                <a:ea typeface="Galmuri11" pitchFamily="34" charset="-122"/>
                <a:cs typeface="Galmuri11" pitchFamily="34" charset="-120"/>
              </a:rPr>
              <a:t>심사</a:t>
            </a:r>
            <a:endParaRPr lang="ko-KR" sz="1050" dirty="0"/>
          </a:p>
        </p:txBody>
      </p:sp>
      <p:sp>
        <p:nvSpPr>
          <p:cNvPr id="119" name="Shape 117"/>
          <p:cNvSpPr/>
          <p:nvPr/>
        </p:nvSpPr>
        <p:spPr>
          <a:xfrm>
            <a:off x="10689336" y="5669280"/>
            <a:ext cx="201168" cy="201168"/>
          </a:xfrm>
          <a:prstGeom prst="rect">
            <a:avLst/>
          </a:prstGeom>
          <a:solidFill>
            <a:srgbClr val="F7D84A"/>
          </a:solidFill>
          <a:ln/>
        </p:spPr>
      </p:sp>
      <p:sp>
        <p:nvSpPr>
          <p:cNvPr id="120" name="Text 118"/>
          <p:cNvSpPr txBox="1"/>
          <p:nvPr/>
        </p:nvSpPr>
        <p:spPr>
          <a:xfrm>
            <a:off x="10936224" y="5632704"/>
            <a:ext cx="822960" cy="274320"/>
          </a:xfrm>
          <a:prstGeom prst="rect">
            <a:avLst/>
          </a:prstGeom>
          <a:noFill/>
          <a:ln/>
        </p:spPr>
        <p:txBody>
          <a:bodyPr wrap="square" lIns="0" tIns="0" rIns="0" bIns="0" rtlCol="0" anchor="ctr"/>
          <a:lstStyle/>
          <a:p>
            <a:pPr indent="0" marL="0">
              <a:buNone/>
            </a:pPr>
            <a:r>
              <a:rPr lang="ko-KR" altLang="en-US" sz="1050" dirty="0">
                <a:solidFill>
                  <a:srgbClr val="B9C6E2"/>
                </a:solidFill>
                <a:latin typeface="Galmuri11" pitchFamily="34" charset="0"/>
                <a:ea typeface="Galmuri11" pitchFamily="34" charset="-122"/>
                <a:cs typeface="Galmuri11" pitchFamily="34" charset="-120"/>
              </a:rPr>
              <a:t>처리·랭킹</a:t>
            </a:r>
            <a:endParaRPr lang="ko-KR" sz="1050" dirty="0"/>
          </a:p>
        </p:txBody>
      </p:sp>
      <p:sp>
        <p:nvSpPr>
          <p:cNvPr id="121" name="Shape 119"/>
          <p:cNvSpPr/>
          <p:nvPr/>
        </p:nvSpPr>
        <p:spPr>
          <a:xfrm>
            <a:off x="8641080" y="5998464"/>
            <a:ext cx="201168" cy="201168"/>
          </a:xfrm>
          <a:prstGeom prst="rect">
            <a:avLst/>
          </a:prstGeom>
          <a:solidFill>
            <a:srgbClr val="3FBF6F"/>
          </a:solidFill>
          <a:ln/>
        </p:spPr>
      </p:sp>
      <p:sp>
        <p:nvSpPr>
          <p:cNvPr id="122" name="Text 120"/>
          <p:cNvSpPr txBox="1"/>
          <p:nvPr/>
        </p:nvSpPr>
        <p:spPr>
          <a:xfrm>
            <a:off x="8887968" y="5961888"/>
            <a:ext cx="822960" cy="274320"/>
          </a:xfrm>
          <a:prstGeom prst="rect">
            <a:avLst/>
          </a:prstGeom>
          <a:noFill/>
          <a:ln/>
        </p:spPr>
        <p:txBody>
          <a:bodyPr wrap="square" lIns="0" tIns="0" rIns="0" bIns="0" rtlCol="0" anchor="ctr"/>
          <a:lstStyle/>
          <a:p>
            <a:pPr indent="0" marL="0">
              <a:buNone/>
            </a:pPr>
            <a:r>
              <a:rPr lang="ko-KR" altLang="en-US" sz="1050" dirty="0">
                <a:solidFill>
                  <a:srgbClr val="B9C6E2"/>
                </a:solidFill>
                <a:latin typeface="Galmuri11" pitchFamily="34" charset="0"/>
                <a:ea typeface="Galmuri11" pitchFamily="34" charset="-122"/>
                <a:cs typeface="Galmuri11" pitchFamily="34" charset="-120"/>
              </a:rPr>
              <a:t>결과</a:t>
            </a:r>
            <a:endParaRPr lang="ko-KR" sz="1050" dirty="0"/>
          </a:p>
        </p:txBody>
      </p:sp>
      <p:sp>
        <p:nvSpPr>
          <p:cNvPr id="123" name="Shape 121"/>
          <p:cNvSpPr/>
          <p:nvPr/>
        </p:nvSpPr>
        <p:spPr>
          <a:xfrm>
            <a:off x="9665208" y="5998464"/>
            <a:ext cx="201168" cy="201168"/>
          </a:xfrm>
          <a:prstGeom prst="rect">
            <a:avLst/>
          </a:prstGeom>
          <a:solidFill>
            <a:srgbClr val="E0503C"/>
          </a:solidFill>
          <a:ln/>
        </p:spPr>
      </p:sp>
      <p:sp>
        <p:nvSpPr>
          <p:cNvPr id="124" name="Text 122"/>
          <p:cNvSpPr txBox="1"/>
          <p:nvPr/>
        </p:nvSpPr>
        <p:spPr>
          <a:xfrm>
            <a:off x="9912096" y="5961888"/>
            <a:ext cx="822960" cy="274320"/>
          </a:xfrm>
          <a:prstGeom prst="rect">
            <a:avLst/>
          </a:prstGeom>
          <a:noFill/>
          <a:ln/>
        </p:spPr>
        <p:txBody>
          <a:bodyPr wrap="square" lIns="0" tIns="0" rIns="0" bIns="0" rtlCol="0" anchor="ctr"/>
          <a:lstStyle/>
          <a:p>
            <a:pPr indent="0" marL="0">
              <a:buNone/>
            </a:pPr>
            <a:r>
              <a:rPr lang="ko-KR" altLang="en-US" sz="1050" dirty="0">
                <a:solidFill>
                  <a:srgbClr val="B9C6E2"/>
                </a:solidFill>
                <a:latin typeface="Galmuri11" pitchFamily="34" charset="0"/>
                <a:ea typeface="Galmuri11" pitchFamily="34" charset="-122"/>
                <a:cs typeface="Galmuri11" pitchFamily="34" charset="-120"/>
              </a:rPr>
              <a:t>사고</a:t>
            </a:r>
            <a:endParaRPr lang="ko-KR" sz="10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29184"/>
            <a:ext cx="1362456" cy="310896"/>
          </a:xfrm>
          <a:prstGeom prst="rect">
            <a:avLst/>
          </a:prstGeom>
          <a:solidFill>
            <a:srgbClr val="22201F"/>
          </a:solidFill>
          <a:ln/>
        </p:spPr>
      </p:sp>
      <p:sp>
        <p:nvSpPr>
          <p:cNvPr id="3" name="Shape 1"/>
          <p:cNvSpPr/>
          <p:nvPr/>
        </p:nvSpPr>
        <p:spPr>
          <a:xfrm>
            <a:off x="598932" y="379476"/>
            <a:ext cx="126187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86080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860804" y="589788"/>
            <a:ext cx="50292" cy="50292"/>
          </a:xfrm>
          <a:prstGeom prst="rect">
            <a:avLst/>
          </a:prstGeom>
          <a:solidFill>
            <a:srgbClr val="0F1426"/>
          </a:solidFill>
          <a:ln/>
        </p:spPr>
      </p:sp>
      <p:sp>
        <p:nvSpPr>
          <p:cNvPr id="8" name="Text 6"/>
          <p:cNvSpPr txBox="1"/>
          <p:nvPr/>
        </p:nvSpPr>
        <p:spPr>
          <a:xfrm>
            <a:off x="548640" y="329184"/>
            <a:ext cx="136245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화면 설계</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회의 스케치를 이렇게 화면으로 만들었어요</a:t>
            </a:r>
            <a:endParaRPr lang="en-US" sz="2800" dirty="0"/>
          </a:p>
        </p:txBody>
      </p:sp>
      <p:sp>
        <p:nvSpPr>
          <p:cNvPr id="10" name="Shape 8"/>
          <p:cNvSpPr/>
          <p:nvPr/>
        </p:nvSpPr>
        <p:spPr>
          <a:xfrm>
            <a:off x="548640" y="1572768"/>
            <a:ext cx="3575304" cy="4389120"/>
          </a:xfrm>
          <a:prstGeom prst="rect">
            <a:avLst/>
          </a:prstGeom>
          <a:solidFill>
            <a:srgbClr val="3A4E7A"/>
          </a:solidFill>
          <a:ln/>
        </p:spPr>
      </p:sp>
      <p:sp>
        <p:nvSpPr>
          <p:cNvPr id="11" name="Shape 9"/>
          <p:cNvSpPr/>
          <p:nvPr/>
        </p:nvSpPr>
        <p:spPr>
          <a:xfrm>
            <a:off x="598932" y="1623060"/>
            <a:ext cx="3474720" cy="4288536"/>
          </a:xfrm>
          <a:prstGeom prst="rect">
            <a:avLst/>
          </a:prstGeom>
          <a:solidFill>
            <a:srgbClr val="151C33"/>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4073652" y="1572768"/>
            <a:ext cx="50292" cy="50292"/>
          </a:xfrm>
          <a:prstGeom prst="rect">
            <a:avLst/>
          </a:prstGeom>
          <a:solidFill>
            <a:srgbClr val="0F1426"/>
          </a:solidFill>
          <a:ln/>
        </p:spPr>
      </p:sp>
      <p:sp>
        <p:nvSpPr>
          <p:cNvPr id="14" name="Shape 12"/>
          <p:cNvSpPr/>
          <p:nvPr/>
        </p:nvSpPr>
        <p:spPr>
          <a:xfrm>
            <a:off x="548640" y="5911596"/>
            <a:ext cx="50292" cy="50292"/>
          </a:xfrm>
          <a:prstGeom prst="rect">
            <a:avLst/>
          </a:prstGeom>
          <a:solidFill>
            <a:srgbClr val="0F1426"/>
          </a:solidFill>
          <a:ln/>
        </p:spPr>
      </p:sp>
      <p:sp>
        <p:nvSpPr>
          <p:cNvPr id="15" name="Shape 13"/>
          <p:cNvSpPr/>
          <p:nvPr/>
        </p:nvSpPr>
        <p:spPr>
          <a:xfrm>
            <a:off x="4073652" y="5911596"/>
            <a:ext cx="50292" cy="50292"/>
          </a:xfrm>
          <a:prstGeom prst="rect">
            <a:avLst/>
          </a:prstGeom>
          <a:solidFill>
            <a:srgbClr val="0F1426"/>
          </a:solidFill>
          <a:ln/>
        </p:spPr>
      </p:sp>
      <p:sp>
        <p:nvSpPr>
          <p:cNvPr id="16" name="Shape 14"/>
          <p:cNvSpPr/>
          <p:nvPr/>
        </p:nvSpPr>
        <p:spPr>
          <a:xfrm>
            <a:off x="713232" y="1737360"/>
            <a:ext cx="1554480" cy="3126644"/>
          </a:xfrm>
          <a:prstGeom prst="rect">
            <a:avLst/>
          </a:prstGeom>
          <a:solidFill>
            <a:srgbClr val="FFFFFF"/>
          </a:solidFill>
          <a:ln/>
        </p:spPr>
      </p:sp>
      <p:pic>
        <p:nvPicPr>
          <p:cNvPr id="17" name="Image 0" descr="회의 손그림: 메인 화면">    </p:cNvPr>
          <p:cNvPicPr>
            <a:picLocks noChangeAspect="1"/>
          </p:cNvPicPr>
          <p:nvPr/>
        </p:nvPicPr>
        <p:blipFill>
          <a:blip r:embed="rId1"/>
          <a:stretch>
            <a:fillRect/>
          </a:stretch>
        </p:blipFill>
        <p:spPr>
          <a:xfrm>
            <a:off x="749808" y="1773936"/>
            <a:ext cx="1481328" cy="3053492"/>
          </a:xfrm>
          <a:prstGeom prst="rect">
            <a:avLst/>
          </a:prstGeom>
        </p:spPr>
      </p:pic>
      <p:sp>
        <p:nvSpPr>
          <p:cNvPr id="18" name="Text 15"/>
          <p:cNvSpPr txBox="1"/>
          <p:nvPr/>
        </p:nvSpPr>
        <p:spPr>
          <a:xfrm>
            <a:off x="713232" y="4918868"/>
            <a:ext cx="1481328" cy="237744"/>
          </a:xfrm>
          <a:prstGeom prst="rect">
            <a:avLst/>
          </a:prstGeom>
          <a:noFill/>
          <a:ln/>
        </p:spPr>
        <p:txBody>
          <a:bodyPr wrap="square" lIns="0" tIns="0" rIns="0" bIns="0" rtlCol="0" anchor="t"/>
          <a:lstStyle/>
          <a:p>
            <a:pPr algn="ctr" indent="0" marL="0">
              <a:buNone/>
            </a:pPr>
            <a:r>
              <a:rPr lang="ko-KR" altLang="en-US" sz="1000" dirty="0">
                <a:solidFill>
                  <a:srgbClr val="B9C6E2"/>
                </a:solidFill>
                <a:latin typeface="Galmuri11" pitchFamily="34" charset="0"/>
                <a:ea typeface="Galmuri11" pitchFamily="34" charset="-122"/>
                <a:cs typeface="Galmuri11" pitchFamily="34" charset="-120"/>
              </a:rPr>
              <a:t>회의 스케치</a:t>
            </a:r>
            <a:endParaRPr lang="ko-KR" sz="1000" dirty="0"/>
          </a:p>
        </p:txBody>
      </p:sp>
      <p:sp>
        <p:nvSpPr>
          <p:cNvPr id="19" name="Shape 16"/>
          <p:cNvSpPr/>
          <p:nvPr/>
        </p:nvSpPr>
        <p:spPr>
          <a:xfrm>
            <a:off x="2322576" y="3310128"/>
            <a:ext cx="274320" cy="0"/>
          </a:xfrm>
          <a:prstGeom prst="line">
            <a:avLst/>
          </a:prstGeom>
          <a:noFill/>
          <a:ln w="31750">
            <a:solidFill>
              <a:srgbClr val="F7D84A"/>
            </a:solidFill>
            <a:prstDash val="solid"/>
            <a:tailEnd type="triangle"/>
          </a:ln>
        </p:spPr>
      </p:sp>
      <p:pic>
        <p:nvPicPr>
          <p:cNvPr id="20" name="Image 1" descr="메인 화면 시제품 화면">    </p:cNvPr>
          <p:cNvPicPr>
            <a:picLocks noChangeAspect="1"/>
          </p:cNvPicPr>
          <p:nvPr/>
        </p:nvPicPr>
        <p:blipFill>
          <a:blip r:embed="rId2"/>
          <a:stretch>
            <a:fillRect/>
          </a:stretch>
        </p:blipFill>
        <p:spPr>
          <a:xfrm>
            <a:off x="2500159" y="1737360"/>
            <a:ext cx="1459193" cy="3246120"/>
          </a:xfrm>
          <a:prstGeom prst="rect">
            <a:avLst/>
          </a:prstGeom>
        </p:spPr>
      </p:pic>
      <p:sp>
        <p:nvSpPr>
          <p:cNvPr id="21" name="Text 17"/>
          <p:cNvSpPr txBox="1"/>
          <p:nvPr/>
        </p:nvSpPr>
        <p:spPr>
          <a:xfrm>
            <a:off x="713232" y="5257800"/>
            <a:ext cx="3291840" cy="310896"/>
          </a:xfrm>
          <a:prstGeom prst="rect">
            <a:avLst/>
          </a:prstGeom>
          <a:noFill/>
          <a:ln/>
        </p:spPr>
        <p:txBody>
          <a:bodyPr wrap="square" lIns="0" tIns="0" rIns="0" bIns="0" rtlCol="0" anchor="t"/>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메인 화면</a:t>
            </a:r>
            <a:endParaRPr lang="ko-KR" sz="1400" dirty="0"/>
          </a:p>
        </p:txBody>
      </p:sp>
      <p:sp>
        <p:nvSpPr>
          <p:cNvPr id="22" name="Text 18"/>
          <p:cNvSpPr txBox="1"/>
          <p:nvPr/>
        </p:nvSpPr>
        <p:spPr>
          <a:xfrm>
            <a:off x="713232" y="5568696"/>
            <a:ext cx="3291840" cy="292608"/>
          </a:xfrm>
          <a:prstGeom prst="rect">
            <a:avLst/>
          </a:prstGeom>
          <a:noFill/>
          <a:ln/>
        </p:spPr>
        <p:txBody>
          <a:bodyPr wrap="square" lIns="0" tIns="0" rIns="0" bIns="0" rtlCol="0" anchor="t"/>
          <a:lstStyle/>
          <a:p>
            <a:pPr indent="0" marL="0">
              <a:buNone/>
            </a:pPr>
            <a:r>
              <a:rPr lang="ko-KR" altLang="en-US" sz="1100" dirty="0">
                <a:solidFill>
                  <a:srgbClr val="B9C6E2"/>
                </a:solidFill>
                <a:latin typeface="맑은 고딕" pitchFamily="34" charset="0"/>
                <a:ea typeface="맑은 고딕" pitchFamily="34" charset="-122"/>
                <a:cs typeface="맑은 고딕" pitchFamily="34" charset="-120"/>
              </a:rPr>
              <a:t>세로 고정 · 사운드·설정 · 일반/경쟁 모드</a:t>
            </a:r>
            <a:endParaRPr lang="ko-KR" sz="1100" dirty="0"/>
          </a:p>
        </p:txBody>
      </p:sp>
      <p:sp>
        <p:nvSpPr>
          <p:cNvPr id="23" name="Shape 19"/>
          <p:cNvSpPr/>
          <p:nvPr/>
        </p:nvSpPr>
        <p:spPr>
          <a:xfrm>
            <a:off x="4306824" y="1572768"/>
            <a:ext cx="3575304" cy="4389120"/>
          </a:xfrm>
          <a:prstGeom prst="rect">
            <a:avLst/>
          </a:prstGeom>
          <a:solidFill>
            <a:srgbClr val="3A4E7A"/>
          </a:solidFill>
          <a:ln/>
        </p:spPr>
      </p:sp>
      <p:sp>
        <p:nvSpPr>
          <p:cNvPr id="24" name="Shape 20"/>
          <p:cNvSpPr/>
          <p:nvPr/>
        </p:nvSpPr>
        <p:spPr>
          <a:xfrm>
            <a:off x="4357116" y="1623060"/>
            <a:ext cx="3474720" cy="4288536"/>
          </a:xfrm>
          <a:prstGeom prst="rect">
            <a:avLst/>
          </a:prstGeom>
          <a:solidFill>
            <a:srgbClr val="151C33"/>
          </a:solidFill>
          <a:ln/>
        </p:spPr>
      </p:sp>
      <p:sp>
        <p:nvSpPr>
          <p:cNvPr id="25" name="Shape 21"/>
          <p:cNvSpPr/>
          <p:nvPr/>
        </p:nvSpPr>
        <p:spPr>
          <a:xfrm>
            <a:off x="4306824" y="1572768"/>
            <a:ext cx="50292" cy="50292"/>
          </a:xfrm>
          <a:prstGeom prst="rect">
            <a:avLst/>
          </a:prstGeom>
          <a:solidFill>
            <a:srgbClr val="0F1426"/>
          </a:solidFill>
          <a:ln/>
        </p:spPr>
      </p:sp>
      <p:sp>
        <p:nvSpPr>
          <p:cNvPr id="26" name="Shape 22"/>
          <p:cNvSpPr/>
          <p:nvPr/>
        </p:nvSpPr>
        <p:spPr>
          <a:xfrm>
            <a:off x="7831836" y="1572768"/>
            <a:ext cx="50292" cy="50292"/>
          </a:xfrm>
          <a:prstGeom prst="rect">
            <a:avLst/>
          </a:prstGeom>
          <a:solidFill>
            <a:srgbClr val="0F1426"/>
          </a:solidFill>
          <a:ln/>
        </p:spPr>
      </p:sp>
      <p:sp>
        <p:nvSpPr>
          <p:cNvPr id="27" name="Shape 23"/>
          <p:cNvSpPr/>
          <p:nvPr/>
        </p:nvSpPr>
        <p:spPr>
          <a:xfrm>
            <a:off x="4306824" y="5911596"/>
            <a:ext cx="50292" cy="50292"/>
          </a:xfrm>
          <a:prstGeom prst="rect">
            <a:avLst/>
          </a:prstGeom>
          <a:solidFill>
            <a:srgbClr val="0F1426"/>
          </a:solidFill>
          <a:ln/>
        </p:spPr>
      </p:sp>
      <p:sp>
        <p:nvSpPr>
          <p:cNvPr id="28" name="Shape 24"/>
          <p:cNvSpPr/>
          <p:nvPr/>
        </p:nvSpPr>
        <p:spPr>
          <a:xfrm>
            <a:off x="7831836" y="5911596"/>
            <a:ext cx="50292" cy="50292"/>
          </a:xfrm>
          <a:prstGeom prst="rect">
            <a:avLst/>
          </a:prstGeom>
          <a:solidFill>
            <a:srgbClr val="0F1426"/>
          </a:solidFill>
          <a:ln/>
        </p:spPr>
      </p:sp>
      <p:sp>
        <p:nvSpPr>
          <p:cNvPr id="29" name="Shape 25"/>
          <p:cNvSpPr/>
          <p:nvPr/>
        </p:nvSpPr>
        <p:spPr>
          <a:xfrm>
            <a:off x="4471416" y="1737360"/>
            <a:ext cx="1554480" cy="2752149"/>
          </a:xfrm>
          <a:prstGeom prst="rect">
            <a:avLst/>
          </a:prstGeom>
          <a:solidFill>
            <a:srgbClr val="FFFFFF"/>
          </a:solidFill>
          <a:ln/>
        </p:spPr>
      </p:sp>
      <p:pic>
        <p:nvPicPr>
          <p:cNvPr id="30" name="Image 2" descr="회의 손그림: 난이도 선택">    </p:cNvPr>
          <p:cNvPicPr>
            <a:picLocks noChangeAspect="1"/>
          </p:cNvPicPr>
          <p:nvPr/>
        </p:nvPicPr>
        <p:blipFill>
          <a:blip r:embed="rId3"/>
          <a:stretch>
            <a:fillRect/>
          </a:stretch>
        </p:blipFill>
        <p:spPr>
          <a:xfrm>
            <a:off x="4507992" y="1773936"/>
            <a:ext cx="1481328" cy="2678997"/>
          </a:xfrm>
          <a:prstGeom prst="rect">
            <a:avLst/>
          </a:prstGeom>
        </p:spPr>
      </p:pic>
      <p:sp>
        <p:nvSpPr>
          <p:cNvPr id="31" name="Text 26"/>
          <p:cNvSpPr txBox="1"/>
          <p:nvPr/>
        </p:nvSpPr>
        <p:spPr>
          <a:xfrm>
            <a:off x="4471416" y="4544373"/>
            <a:ext cx="1481328" cy="237744"/>
          </a:xfrm>
          <a:prstGeom prst="rect">
            <a:avLst/>
          </a:prstGeom>
          <a:noFill/>
          <a:ln/>
        </p:spPr>
        <p:txBody>
          <a:bodyPr wrap="square" lIns="0" tIns="0" rIns="0" bIns="0" rtlCol="0" anchor="t"/>
          <a:lstStyle/>
          <a:p>
            <a:pPr algn="ctr" indent="0" marL="0">
              <a:buNone/>
            </a:pPr>
            <a:r>
              <a:rPr lang="ko-KR" altLang="en-US" sz="1000" dirty="0">
                <a:solidFill>
                  <a:srgbClr val="B9C6E2"/>
                </a:solidFill>
                <a:latin typeface="Galmuri11" pitchFamily="34" charset="0"/>
                <a:ea typeface="Galmuri11" pitchFamily="34" charset="-122"/>
                <a:cs typeface="Galmuri11" pitchFamily="34" charset="-120"/>
              </a:rPr>
              <a:t>회의 스케치</a:t>
            </a:r>
            <a:endParaRPr lang="ko-KR" sz="1000" dirty="0"/>
          </a:p>
        </p:txBody>
      </p:sp>
      <p:sp>
        <p:nvSpPr>
          <p:cNvPr id="32" name="Shape 27"/>
          <p:cNvSpPr/>
          <p:nvPr/>
        </p:nvSpPr>
        <p:spPr>
          <a:xfrm>
            <a:off x="6080760" y="3310128"/>
            <a:ext cx="274320" cy="0"/>
          </a:xfrm>
          <a:prstGeom prst="line">
            <a:avLst/>
          </a:prstGeom>
          <a:noFill/>
          <a:ln w="31750">
            <a:solidFill>
              <a:srgbClr val="F7D84A"/>
            </a:solidFill>
            <a:prstDash val="solid"/>
            <a:tailEnd type="triangle"/>
          </a:ln>
        </p:spPr>
      </p:sp>
      <p:pic>
        <p:nvPicPr>
          <p:cNvPr id="33" name="Image 3" descr="난이도 선택 시제품 화면">    </p:cNvPr>
          <p:cNvPicPr>
            <a:picLocks noChangeAspect="1"/>
          </p:cNvPicPr>
          <p:nvPr/>
        </p:nvPicPr>
        <p:blipFill>
          <a:blip r:embed="rId4"/>
          <a:stretch>
            <a:fillRect/>
          </a:stretch>
        </p:blipFill>
        <p:spPr>
          <a:xfrm>
            <a:off x="6258343" y="1737360"/>
            <a:ext cx="1459193" cy="3246120"/>
          </a:xfrm>
          <a:prstGeom prst="rect">
            <a:avLst/>
          </a:prstGeom>
        </p:spPr>
      </p:pic>
      <p:sp>
        <p:nvSpPr>
          <p:cNvPr id="34" name="Text 28"/>
          <p:cNvSpPr txBox="1"/>
          <p:nvPr/>
        </p:nvSpPr>
        <p:spPr>
          <a:xfrm>
            <a:off x="4471416" y="5257800"/>
            <a:ext cx="3291840" cy="310896"/>
          </a:xfrm>
          <a:prstGeom prst="rect">
            <a:avLst/>
          </a:prstGeom>
          <a:noFill/>
          <a:ln/>
        </p:spPr>
        <p:txBody>
          <a:bodyPr wrap="square" lIns="0" tIns="0" rIns="0" bIns="0" rtlCol="0" anchor="t"/>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난이도 선택</a:t>
            </a:r>
            <a:endParaRPr lang="ko-KR" sz="1400" dirty="0"/>
          </a:p>
        </p:txBody>
      </p:sp>
      <p:sp>
        <p:nvSpPr>
          <p:cNvPr id="35" name="Text 29"/>
          <p:cNvSpPr txBox="1"/>
          <p:nvPr/>
        </p:nvSpPr>
        <p:spPr>
          <a:xfrm>
            <a:off x="4471416" y="5568696"/>
            <a:ext cx="3291840" cy="292608"/>
          </a:xfrm>
          <a:prstGeom prst="rect">
            <a:avLst/>
          </a:prstGeom>
          <a:noFill/>
          <a:ln/>
        </p:spPr>
        <p:txBody>
          <a:bodyPr wrap="square" lIns="0" tIns="0" rIns="0" bIns="0" rtlCol="0" anchor="t"/>
          <a:lstStyle/>
          <a:p>
            <a:pPr indent="0" marL="0">
              <a:buNone/>
            </a:pPr>
            <a:r>
              <a:rPr lang="ko-KR" altLang="en-US" sz="1100" dirty="0">
                <a:solidFill>
                  <a:srgbClr val="B9C6E2"/>
                </a:solidFill>
                <a:latin typeface="맑은 고딕" pitchFamily="34" charset="0"/>
                <a:ea typeface="맑은 고딕" pitchFamily="34" charset="-122"/>
                <a:cs typeface="맑은 고딕" pitchFamily="34" charset="-120"/>
              </a:rPr>
              <a:t>쉬움·보통·어려움·전문가, 잠금 표시</a:t>
            </a:r>
            <a:endParaRPr lang="ko-KR" sz="1100" dirty="0"/>
          </a:p>
        </p:txBody>
      </p:sp>
      <p:sp>
        <p:nvSpPr>
          <p:cNvPr id="36" name="Shape 30"/>
          <p:cNvSpPr/>
          <p:nvPr/>
        </p:nvSpPr>
        <p:spPr>
          <a:xfrm>
            <a:off x="8065008" y="1572768"/>
            <a:ext cx="3575304" cy="4389120"/>
          </a:xfrm>
          <a:prstGeom prst="rect">
            <a:avLst/>
          </a:prstGeom>
          <a:solidFill>
            <a:srgbClr val="3A4E7A"/>
          </a:solidFill>
          <a:ln/>
        </p:spPr>
      </p:sp>
      <p:sp>
        <p:nvSpPr>
          <p:cNvPr id="37" name="Shape 31"/>
          <p:cNvSpPr/>
          <p:nvPr/>
        </p:nvSpPr>
        <p:spPr>
          <a:xfrm>
            <a:off x="8115300" y="1623060"/>
            <a:ext cx="3474720" cy="4288536"/>
          </a:xfrm>
          <a:prstGeom prst="rect">
            <a:avLst/>
          </a:prstGeom>
          <a:solidFill>
            <a:srgbClr val="151C33"/>
          </a:solidFill>
          <a:ln/>
        </p:spPr>
      </p:sp>
      <p:sp>
        <p:nvSpPr>
          <p:cNvPr id="38" name="Shape 32"/>
          <p:cNvSpPr/>
          <p:nvPr/>
        </p:nvSpPr>
        <p:spPr>
          <a:xfrm>
            <a:off x="8065008" y="1572768"/>
            <a:ext cx="50292" cy="50292"/>
          </a:xfrm>
          <a:prstGeom prst="rect">
            <a:avLst/>
          </a:prstGeom>
          <a:solidFill>
            <a:srgbClr val="0F1426"/>
          </a:solidFill>
          <a:ln/>
        </p:spPr>
      </p:sp>
      <p:sp>
        <p:nvSpPr>
          <p:cNvPr id="39" name="Shape 33"/>
          <p:cNvSpPr/>
          <p:nvPr/>
        </p:nvSpPr>
        <p:spPr>
          <a:xfrm>
            <a:off x="11590020" y="1572768"/>
            <a:ext cx="50292" cy="50292"/>
          </a:xfrm>
          <a:prstGeom prst="rect">
            <a:avLst/>
          </a:prstGeom>
          <a:solidFill>
            <a:srgbClr val="0F1426"/>
          </a:solidFill>
          <a:ln/>
        </p:spPr>
      </p:sp>
      <p:sp>
        <p:nvSpPr>
          <p:cNvPr id="40" name="Shape 34"/>
          <p:cNvSpPr/>
          <p:nvPr/>
        </p:nvSpPr>
        <p:spPr>
          <a:xfrm>
            <a:off x="8065008" y="5911596"/>
            <a:ext cx="50292" cy="50292"/>
          </a:xfrm>
          <a:prstGeom prst="rect">
            <a:avLst/>
          </a:prstGeom>
          <a:solidFill>
            <a:srgbClr val="0F1426"/>
          </a:solidFill>
          <a:ln/>
        </p:spPr>
      </p:sp>
      <p:sp>
        <p:nvSpPr>
          <p:cNvPr id="41" name="Shape 35"/>
          <p:cNvSpPr/>
          <p:nvPr/>
        </p:nvSpPr>
        <p:spPr>
          <a:xfrm>
            <a:off x="11590020" y="5911596"/>
            <a:ext cx="50292" cy="50292"/>
          </a:xfrm>
          <a:prstGeom prst="rect">
            <a:avLst/>
          </a:prstGeom>
          <a:solidFill>
            <a:srgbClr val="0F1426"/>
          </a:solidFill>
          <a:ln/>
        </p:spPr>
      </p:sp>
      <p:sp>
        <p:nvSpPr>
          <p:cNvPr id="42" name="Shape 36"/>
          <p:cNvSpPr/>
          <p:nvPr/>
        </p:nvSpPr>
        <p:spPr>
          <a:xfrm>
            <a:off x="8229600" y="1737360"/>
            <a:ext cx="1476847" cy="3258007"/>
          </a:xfrm>
          <a:prstGeom prst="rect">
            <a:avLst/>
          </a:prstGeom>
          <a:solidFill>
            <a:srgbClr val="FFFFFF"/>
          </a:solidFill>
          <a:ln/>
        </p:spPr>
      </p:sp>
      <p:pic>
        <p:nvPicPr>
          <p:cNvPr id="43" name="Image 4" descr="회의 손그림: 인게임 (Papers, Please)">    </p:cNvPr>
          <p:cNvPicPr>
            <a:picLocks noChangeAspect="1"/>
          </p:cNvPicPr>
          <p:nvPr/>
        </p:nvPicPr>
        <p:blipFill>
          <a:blip r:embed="rId5"/>
          <a:stretch>
            <a:fillRect/>
          </a:stretch>
        </p:blipFill>
        <p:spPr>
          <a:xfrm>
            <a:off x="8266176" y="1773936"/>
            <a:ext cx="1403695" cy="3184855"/>
          </a:xfrm>
          <a:prstGeom prst="rect">
            <a:avLst/>
          </a:prstGeom>
        </p:spPr>
      </p:pic>
      <p:sp>
        <p:nvSpPr>
          <p:cNvPr id="44" name="Text 37"/>
          <p:cNvSpPr txBox="1"/>
          <p:nvPr/>
        </p:nvSpPr>
        <p:spPr>
          <a:xfrm>
            <a:off x="8229600" y="5050231"/>
            <a:ext cx="1403695" cy="237744"/>
          </a:xfrm>
          <a:prstGeom prst="rect">
            <a:avLst/>
          </a:prstGeom>
          <a:noFill/>
          <a:ln/>
        </p:spPr>
        <p:txBody>
          <a:bodyPr wrap="square" lIns="0" tIns="0" rIns="0" bIns="0" rtlCol="0" anchor="t"/>
          <a:lstStyle/>
          <a:p>
            <a:pPr algn="ctr" indent="0" marL="0">
              <a:buNone/>
            </a:pPr>
            <a:r>
              <a:rPr lang="ko-KR" altLang="en-US" sz="1000" dirty="0">
                <a:solidFill>
                  <a:srgbClr val="B9C6E2"/>
                </a:solidFill>
                <a:latin typeface="Galmuri11" pitchFamily="34" charset="0"/>
                <a:ea typeface="Galmuri11" pitchFamily="34" charset="-122"/>
                <a:cs typeface="Galmuri11" pitchFamily="34" charset="-120"/>
              </a:rPr>
              <a:t>회의 스케치</a:t>
            </a:r>
            <a:endParaRPr lang="ko-KR" sz="1000" dirty="0"/>
          </a:p>
        </p:txBody>
      </p:sp>
      <p:sp>
        <p:nvSpPr>
          <p:cNvPr id="45" name="Shape 38"/>
          <p:cNvSpPr/>
          <p:nvPr/>
        </p:nvSpPr>
        <p:spPr>
          <a:xfrm>
            <a:off x="9761311" y="3310128"/>
            <a:ext cx="274320" cy="0"/>
          </a:xfrm>
          <a:prstGeom prst="line">
            <a:avLst/>
          </a:prstGeom>
          <a:noFill/>
          <a:ln w="31750">
            <a:solidFill>
              <a:srgbClr val="F7D84A"/>
            </a:solidFill>
            <a:prstDash val="solid"/>
            <a:tailEnd type="triangle"/>
          </a:ln>
        </p:spPr>
      </p:sp>
      <p:pic>
        <p:nvPicPr>
          <p:cNvPr id="46" name="Image 5" descr="인게임 (Papers, Please) 시제품 화면">    </p:cNvPr>
          <p:cNvPicPr>
            <a:picLocks noChangeAspect="1"/>
          </p:cNvPicPr>
          <p:nvPr/>
        </p:nvPicPr>
        <p:blipFill>
          <a:blip r:embed="rId6"/>
          <a:stretch>
            <a:fillRect/>
          </a:stretch>
        </p:blipFill>
        <p:spPr>
          <a:xfrm>
            <a:off x="10016527" y="1737360"/>
            <a:ext cx="1459193" cy="3246120"/>
          </a:xfrm>
          <a:prstGeom prst="rect">
            <a:avLst/>
          </a:prstGeom>
        </p:spPr>
      </p:pic>
      <p:sp>
        <p:nvSpPr>
          <p:cNvPr id="47" name="Text 39"/>
          <p:cNvSpPr txBox="1"/>
          <p:nvPr/>
        </p:nvSpPr>
        <p:spPr>
          <a:xfrm>
            <a:off x="8229600" y="5257800"/>
            <a:ext cx="3291840" cy="310896"/>
          </a:xfrm>
          <a:prstGeom prst="rect">
            <a:avLst/>
          </a:prstGeom>
          <a:noFill/>
          <a:ln/>
        </p:spPr>
        <p:txBody>
          <a:bodyPr wrap="square" lIns="0" tIns="0" rIns="0" bIns="0" rtlCol="0" anchor="t"/>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인게임 (Papers, Please)</a:t>
            </a:r>
            <a:endParaRPr lang="ko-KR" sz="1400" dirty="0"/>
          </a:p>
        </p:txBody>
      </p:sp>
      <p:sp>
        <p:nvSpPr>
          <p:cNvPr id="48" name="Text 40"/>
          <p:cNvSpPr txBox="1"/>
          <p:nvPr/>
        </p:nvSpPr>
        <p:spPr>
          <a:xfrm>
            <a:off x="8229600" y="5568696"/>
            <a:ext cx="3291840" cy="292608"/>
          </a:xfrm>
          <a:prstGeom prst="rect">
            <a:avLst/>
          </a:prstGeom>
          <a:noFill/>
          <a:ln/>
        </p:spPr>
        <p:txBody>
          <a:bodyPr wrap="square" lIns="0" tIns="0" rIns="0" bIns="0" rtlCol="0" anchor="t"/>
          <a:lstStyle/>
          <a:p>
            <a:pPr indent="0" marL="0">
              <a:buNone/>
            </a:pPr>
            <a:r>
              <a:rPr lang="ko-KR" altLang="en-US" sz="1100" dirty="0">
                <a:solidFill>
                  <a:srgbClr val="B9C6E2"/>
                </a:solidFill>
                <a:latin typeface="맑은 고딕" pitchFamily="34" charset="0"/>
                <a:ea typeface="맑은 고딕" pitchFamily="34" charset="-122"/>
                <a:cs typeface="맑은 고딕" pitchFamily="34" charset="-120"/>
              </a:rPr>
              <a:t>창밖 배경 · 상대방 · 메일 내용 말풍선</a:t>
            </a:r>
            <a:endParaRPr lang="ko-KR" sz="1100" dirty="0"/>
          </a:p>
        </p:txBody>
      </p:sp>
      <p:sp>
        <p:nvSpPr>
          <p:cNvPr id="49" name="Text 41"/>
          <p:cNvSpPr txBox="1"/>
          <p:nvPr/>
        </p:nvSpPr>
        <p:spPr>
          <a:xfrm>
            <a:off x="548640" y="6108192"/>
            <a:ext cx="10972800" cy="256032"/>
          </a:xfrm>
          <a:prstGeom prst="rect">
            <a:avLst/>
          </a:prstGeom>
          <a:noFill/>
          <a:ln/>
        </p:spPr>
        <p:txBody>
          <a:bodyPr wrap="square" lIns="0" tIns="0" rIns="0" bIns="0" rtlCol="0" anchor="t"/>
          <a:lstStyle/>
          <a:p>
            <a:pPr indent="0" marL="0">
              <a:buNone/>
            </a:pPr>
            <a:r>
              <a:rPr lang="ko-KR" altLang="en-US" sz="1100" dirty="0">
                <a:solidFill>
                  <a:srgbClr val="B9C6E2"/>
                </a:solidFill>
                <a:latin typeface="Galmuri11" pitchFamily="34" charset="0"/>
                <a:ea typeface="Galmuri11" pitchFamily="34" charset="-122"/>
                <a:cs typeface="Galmuri11" pitchFamily="34" charset="-120"/>
              </a:rPr>
              <a:t>※ 인게임은 다음 4장에 나눠 설명합니다 (회의 메모: “4장 정도로 나눠 설명”).</a:t>
            </a:r>
            <a:endParaRPr lang="ko-KR" sz="11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29184"/>
            <a:ext cx="1956816" cy="310896"/>
          </a:xfrm>
          <a:prstGeom prst="rect">
            <a:avLst/>
          </a:prstGeom>
          <a:solidFill>
            <a:srgbClr val="22201F"/>
          </a:solidFill>
          <a:ln/>
        </p:spPr>
      </p:sp>
      <p:sp>
        <p:nvSpPr>
          <p:cNvPr id="3" name="Shape 1"/>
          <p:cNvSpPr/>
          <p:nvPr/>
        </p:nvSpPr>
        <p:spPr>
          <a:xfrm>
            <a:off x="598932" y="379476"/>
            <a:ext cx="185623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45516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455164" y="589788"/>
            <a:ext cx="50292" cy="50292"/>
          </a:xfrm>
          <a:prstGeom prst="rect">
            <a:avLst/>
          </a:prstGeom>
          <a:solidFill>
            <a:srgbClr val="0F1426"/>
          </a:solidFill>
          <a:ln/>
        </p:spPr>
      </p:sp>
      <p:sp>
        <p:nvSpPr>
          <p:cNvPr id="8" name="Text 6"/>
          <p:cNvSpPr txBox="1"/>
          <p:nvPr/>
        </p:nvSpPr>
        <p:spPr>
          <a:xfrm>
            <a:off x="548640" y="329184"/>
            <a:ext cx="195681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화면 설계 · 메인</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메인 화면과 난이도 선택</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메인 메인 화면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2033199"/>
            <a:ext cx="256032" cy="256032"/>
          </a:xfrm>
          <a:prstGeom prst="rect">
            <a:avLst/>
          </a:prstGeom>
          <a:solidFill>
            <a:srgbClr val="22201F"/>
          </a:solidFill>
          <a:ln/>
        </p:spPr>
      </p:sp>
      <p:sp>
        <p:nvSpPr>
          <p:cNvPr id="20" name="Shape 17"/>
          <p:cNvSpPr/>
          <p:nvPr/>
        </p:nvSpPr>
        <p:spPr>
          <a:xfrm>
            <a:off x="2543571" y="2083491"/>
            <a:ext cx="155448" cy="155448"/>
          </a:xfrm>
          <a:prstGeom prst="rect">
            <a:avLst/>
          </a:prstGeom>
          <a:solidFill>
            <a:srgbClr val="E0503C"/>
          </a:solidFill>
          <a:ln/>
        </p:spPr>
      </p:sp>
      <p:sp>
        <p:nvSpPr>
          <p:cNvPr id="21" name="Text 18"/>
          <p:cNvSpPr txBox="1"/>
          <p:nvPr/>
        </p:nvSpPr>
        <p:spPr>
          <a:xfrm>
            <a:off x="2493279" y="2033199"/>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2493279" y="4088577"/>
            <a:ext cx="256032" cy="256032"/>
          </a:xfrm>
          <a:prstGeom prst="rect">
            <a:avLst/>
          </a:prstGeom>
          <a:solidFill>
            <a:srgbClr val="22201F"/>
          </a:solidFill>
          <a:ln/>
        </p:spPr>
      </p:sp>
      <p:sp>
        <p:nvSpPr>
          <p:cNvPr id="23" name="Shape 20"/>
          <p:cNvSpPr/>
          <p:nvPr/>
        </p:nvSpPr>
        <p:spPr>
          <a:xfrm>
            <a:off x="2543571" y="4138869"/>
            <a:ext cx="155448" cy="155448"/>
          </a:xfrm>
          <a:prstGeom prst="rect">
            <a:avLst/>
          </a:prstGeom>
          <a:solidFill>
            <a:srgbClr val="E0503C"/>
          </a:solidFill>
          <a:ln/>
        </p:spPr>
      </p:sp>
      <p:sp>
        <p:nvSpPr>
          <p:cNvPr id="24" name="Text 21"/>
          <p:cNvSpPr txBox="1"/>
          <p:nvPr/>
        </p:nvSpPr>
        <p:spPr>
          <a:xfrm>
            <a:off x="2493279" y="4088577"/>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25" name="Shape 22"/>
          <p:cNvSpPr/>
          <p:nvPr/>
        </p:nvSpPr>
        <p:spPr>
          <a:xfrm>
            <a:off x="2493279" y="5163942"/>
            <a:ext cx="256032" cy="256032"/>
          </a:xfrm>
          <a:prstGeom prst="rect">
            <a:avLst/>
          </a:prstGeom>
          <a:solidFill>
            <a:srgbClr val="22201F"/>
          </a:solidFill>
          <a:ln/>
        </p:spPr>
      </p:sp>
      <p:sp>
        <p:nvSpPr>
          <p:cNvPr id="26" name="Shape 23"/>
          <p:cNvSpPr/>
          <p:nvPr/>
        </p:nvSpPr>
        <p:spPr>
          <a:xfrm>
            <a:off x="2543571" y="5214234"/>
            <a:ext cx="155448" cy="155448"/>
          </a:xfrm>
          <a:prstGeom prst="rect">
            <a:avLst/>
          </a:prstGeom>
          <a:solidFill>
            <a:srgbClr val="E0503C"/>
          </a:solidFill>
          <a:ln/>
        </p:spPr>
      </p:sp>
      <p:sp>
        <p:nvSpPr>
          <p:cNvPr id="27" name="Text 24"/>
          <p:cNvSpPr txBox="1"/>
          <p:nvPr/>
        </p:nvSpPr>
        <p:spPr>
          <a:xfrm>
            <a:off x="2493279" y="5163942"/>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28" name="Shape 25"/>
          <p:cNvSpPr/>
          <p:nvPr/>
        </p:nvSpPr>
        <p:spPr>
          <a:xfrm>
            <a:off x="2932191" y="1536192"/>
            <a:ext cx="786384" cy="274320"/>
          </a:xfrm>
          <a:prstGeom prst="rect">
            <a:avLst/>
          </a:prstGeom>
          <a:solidFill>
            <a:srgbClr val="22201F"/>
          </a:solidFill>
          <a:ln/>
        </p:spPr>
      </p:sp>
      <p:sp>
        <p:nvSpPr>
          <p:cNvPr id="29" name="Shape 26"/>
          <p:cNvSpPr/>
          <p:nvPr/>
        </p:nvSpPr>
        <p:spPr>
          <a:xfrm>
            <a:off x="2982483" y="1586484"/>
            <a:ext cx="685800" cy="173736"/>
          </a:xfrm>
          <a:prstGeom prst="rect">
            <a:avLst/>
          </a:prstGeom>
          <a:solidFill>
            <a:srgbClr val="F7D84A"/>
          </a:solidFill>
          <a:ln/>
        </p:spPr>
      </p:sp>
      <p:sp>
        <p:nvSpPr>
          <p:cNvPr id="30" name="Shape 27"/>
          <p:cNvSpPr/>
          <p:nvPr/>
        </p:nvSpPr>
        <p:spPr>
          <a:xfrm>
            <a:off x="2932191" y="1536192"/>
            <a:ext cx="50292" cy="50292"/>
          </a:xfrm>
          <a:prstGeom prst="rect">
            <a:avLst/>
          </a:prstGeom>
          <a:solidFill>
            <a:srgbClr val="0F1426"/>
          </a:solidFill>
          <a:ln/>
        </p:spPr>
      </p:sp>
      <p:sp>
        <p:nvSpPr>
          <p:cNvPr id="31" name="Shape 28"/>
          <p:cNvSpPr/>
          <p:nvPr/>
        </p:nvSpPr>
        <p:spPr>
          <a:xfrm>
            <a:off x="3668283" y="1536192"/>
            <a:ext cx="50292" cy="50292"/>
          </a:xfrm>
          <a:prstGeom prst="rect">
            <a:avLst/>
          </a:prstGeom>
          <a:solidFill>
            <a:srgbClr val="0F1426"/>
          </a:solidFill>
          <a:ln/>
        </p:spPr>
      </p:sp>
      <p:sp>
        <p:nvSpPr>
          <p:cNvPr id="32" name="Shape 29"/>
          <p:cNvSpPr/>
          <p:nvPr/>
        </p:nvSpPr>
        <p:spPr>
          <a:xfrm>
            <a:off x="2932191" y="1760220"/>
            <a:ext cx="50292" cy="50292"/>
          </a:xfrm>
          <a:prstGeom prst="rect">
            <a:avLst/>
          </a:prstGeom>
          <a:solidFill>
            <a:srgbClr val="0F1426"/>
          </a:solidFill>
          <a:ln/>
        </p:spPr>
      </p:sp>
      <p:sp>
        <p:nvSpPr>
          <p:cNvPr id="33" name="Shape 30"/>
          <p:cNvSpPr/>
          <p:nvPr/>
        </p:nvSpPr>
        <p:spPr>
          <a:xfrm>
            <a:off x="3668283" y="1760220"/>
            <a:ext cx="50292" cy="50292"/>
          </a:xfrm>
          <a:prstGeom prst="rect">
            <a:avLst/>
          </a:prstGeom>
          <a:solidFill>
            <a:srgbClr val="0F1426"/>
          </a:solidFill>
          <a:ln/>
        </p:spPr>
      </p:sp>
      <p:sp>
        <p:nvSpPr>
          <p:cNvPr id="34" name="Text 31"/>
          <p:cNvSpPr txBox="1"/>
          <p:nvPr/>
        </p:nvSpPr>
        <p:spPr>
          <a:xfrm>
            <a:off x="2932191"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메인</a:t>
            </a:r>
            <a:endParaRPr lang="ko-KR" sz="1100" dirty="0"/>
          </a:p>
        </p:txBody>
      </p:sp>
      <p:sp>
        <p:nvSpPr>
          <p:cNvPr id="35" name="Text 32"/>
          <p:cNvSpPr txBox="1"/>
          <p:nvPr/>
        </p:nvSpPr>
        <p:spPr>
          <a:xfrm>
            <a:off x="3828303"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세로 고정</a:t>
            </a:r>
            <a:endParaRPr lang="ko-KR" sz="1100" dirty="0"/>
          </a:p>
        </p:txBody>
      </p:sp>
      <p:sp>
        <p:nvSpPr>
          <p:cNvPr id="36" name="Text 33"/>
          <p:cNvSpPr txBox="1"/>
          <p:nvPr/>
        </p:nvSpPr>
        <p:spPr>
          <a:xfrm>
            <a:off x="2932191"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메인 화면</a:t>
            </a:r>
            <a:endParaRPr lang="ko-KR" sz="2000" dirty="0"/>
          </a:p>
        </p:txBody>
      </p:sp>
      <p:sp>
        <p:nvSpPr>
          <p:cNvPr id="37" name="Shape 34"/>
          <p:cNvSpPr/>
          <p:nvPr/>
        </p:nvSpPr>
        <p:spPr>
          <a:xfrm>
            <a:off x="2932191" y="2624328"/>
            <a:ext cx="274320" cy="274320"/>
          </a:xfrm>
          <a:prstGeom prst="rect">
            <a:avLst/>
          </a:prstGeom>
          <a:solidFill>
            <a:srgbClr val="22201F"/>
          </a:solidFill>
          <a:ln/>
        </p:spPr>
      </p:sp>
      <p:sp>
        <p:nvSpPr>
          <p:cNvPr id="38" name="Shape 35"/>
          <p:cNvSpPr/>
          <p:nvPr/>
        </p:nvSpPr>
        <p:spPr>
          <a:xfrm>
            <a:off x="2982483" y="2674620"/>
            <a:ext cx="173736" cy="173736"/>
          </a:xfrm>
          <a:prstGeom prst="rect">
            <a:avLst/>
          </a:prstGeom>
          <a:solidFill>
            <a:srgbClr val="E0503C"/>
          </a:solidFill>
          <a:ln/>
        </p:spPr>
      </p:sp>
      <p:sp>
        <p:nvSpPr>
          <p:cNvPr id="39" name="Text 36"/>
          <p:cNvSpPr txBox="1"/>
          <p:nvPr/>
        </p:nvSpPr>
        <p:spPr>
          <a:xfrm>
            <a:off x="2932191"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40" name="Text 37"/>
          <p:cNvSpPr txBox="1"/>
          <p:nvPr/>
        </p:nvSpPr>
        <p:spPr>
          <a:xfrm>
            <a:off x="3316239"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사운드 · 설정</a:t>
            </a:r>
            <a:endParaRPr lang="ko-KR" sz="1400" dirty="0"/>
          </a:p>
        </p:txBody>
      </p:sp>
      <p:sp>
        <p:nvSpPr>
          <p:cNvPr id="41" name="Shape 38"/>
          <p:cNvSpPr/>
          <p:nvPr/>
        </p:nvSpPr>
        <p:spPr>
          <a:xfrm>
            <a:off x="3316239" y="2980944"/>
            <a:ext cx="475488" cy="237744"/>
          </a:xfrm>
          <a:prstGeom prst="rect">
            <a:avLst/>
          </a:prstGeom>
          <a:solidFill>
            <a:srgbClr val="22201F"/>
          </a:solidFill>
          <a:ln/>
        </p:spPr>
      </p:sp>
      <p:sp>
        <p:nvSpPr>
          <p:cNvPr id="42" name="Shape 39"/>
          <p:cNvSpPr/>
          <p:nvPr/>
        </p:nvSpPr>
        <p:spPr>
          <a:xfrm>
            <a:off x="3366531" y="3031236"/>
            <a:ext cx="374904" cy="137160"/>
          </a:xfrm>
          <a:prstGeom prst="rect">
            <a:avLst/>
          </a:prstGeom>
          <a:solidFill>
            <a:srgbClr val="3FBF6F"/>
          </a:solidFill>
          <a:ln/>
        </p:spPr>
      </p:sp>
      <p:sp>
        <p:nvSpPr>
          <p:cNvPr id="43" name="Shape 40"/>
          <p:cNvSpPr/>
          <p:nvPr/>
        </p:nvSpPr>
        <p:spPr>
          <a:xfrm>
            <a:off x="3316239" y="2980944"/>
            <a:ext cx="50292" cy="50292"/>
          </a:xfrm>
          <a:prstGeom prst="rect">
            <a:avLst/>
          </a:prstGeom>
          <a:solidFill>
            <a:srgbClr val="0F1426"/>
          </a:solidFill>
          <a:ln/>
        </p:spPr>
      </p:sp>
      <p:sp>
        <p:nvSpPr>
          <p:cNvPr id="44" name="Shape 41"/>
          <p:cNvSpPr/>
          <p:nvPr/>
        </p:nvSpPr>
        <p:spPr>
          <a:xfrm>
            <a:off x="3741435" y="2980944"/>
            <a:ext cx="50292" cy="50292"/>
          </a:xfrm>
          <a:prstGeom prst="rect">
            <a:avLst/>
          </a:prstGeom>
          <a:solidFill>
            <a:srgbClr val="0F1426"/>
          </a:solidFill>
          <a:ln/>
        </p:spPr>
      </p:sp>
      <p:sp>
        <p:nvSpPr>
          <p:cNvPr id="45" name="Shape 42"/>
          <p:cNvSpPr/>
          <p:nvPr/>
        </p:nvSpPr>
        <p:spPr>
          <a:xfrm>
            <a:off x="3316239" y="3168396"/>
            <a:ext cx="50292" cy="50292"/>
          </a:xfrm>
          <a:prstGeom prst="rect">
            <a:avLst/>
          </a:prstGeom>
          <a:solidFill>
            <a:srgbClr val="0F1426"/>
          </a:solidFill>
          <a:ln/>
        </p:spPr>
      </p:sp>
      <p:sp>
        <p:nvSpPr>
          <p:cNvPr id="46" name="Shape 43"/>
          <p:cNvSpPr/>
          <p:nvPr/>
        </p:nvSpPr>
        <p:spPr>
          <a:xfrm>
            <a:off x="3741435" y="3168396"/>
            <a:ext cx="50292" cy="50292"/>
          </a:xfrm>
          <a:prstGeom prst="rect">
            <a:avLst/>
          </a:prstGeom>
          <a:solidFill>
            <a:srgbClr val="0F1426"/>
          </a:solidFill>
          <a:ln/>
        </p:spPr>
      </p:sp>
      <p:sp>
        <p:nvSpPr>
          <p:cNvPr id="47" name="Text 44"/>
          <p:cNvSpPr txBox="1"/>
          <p:nvPr/>
        </p:nvSpPr>
        <p:spPr>
          <a:xfrm>
            <a:off x="3316239"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48" name="Text 45"/>
          <p:cNvSpPr txBox="1"/>
          <p:nvPr/>
        </p:nvSpPr>
        <p:spPr>
          <a:xfrm>
            <a:off x="3316239"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왼쪽 위 소리 켜고 끄기,</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오른쪽 위 설정.</a:t>
            </a:r>
            <a:endParaRPr lang="ko-KR" sz="1150" dirty="0"/>
          </a:p>
        </p:txBody>
      </p:sp>
      <p:sp>
        <p:nvSpPr>
          <p:cNvPr id="49" name="Shape 46"/>
          <p:cNvSpPr/>
          <p:nvPr/>
        </p:nvSpPr>
        <p:spPr>
          <a:xfrm>
            <a:off x="2932191" y="3813048"/>
            <a:ext cx="274320" cy="274320"/>
          </a:xfrm>
          <a:prstGeom prst="rect">
            <a:avLst/>
          </a:prstGeom>
          <a:solidFill>
            <a:srgbClr val="22201F"/>
          </a:solidFill>
          <a:ln/>
        </p:spPr>
      </p:sp>
      <p:sp>
        <p:nvSpPr>
          <p:cNvPr id="50" name="Shape 47"/>
          <p:cNvSpPr/>
          <p:nvPr/>
        </p:nvSpPr>
        <p:spPr>
          <a:xfrm>
            <a:off x="2982483" y="3863340"/>
            <a:ext cx="173736" cy="173736"/>
          </a:xfrm>
          <a:prstGeom prst="rect">
            <a:avLst/>
          </a:prstGeom>
          <a:solidFill>
            <a:srgbClr val="E0503C"/>
          </a:solidFill>
          <a:ln/>
        </p:spPr>
      </p:sp>
      <p:sp>
        <p:nvSpPr>
          <p:cNvPr id="51" name="Text 48"/>
          <p:cNvSpPr txBox="1"/>
          <p:nvPr/>
        </p:nvSpPr>
        <p:spPr>
          <a:xfrm>
            <a:off x="2932191"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3316239"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일반 모드 · 경쟁 모드</a:t>
            </a:r>
            <a:endParaRPr lang="ko-KR" sz="1400" dirty="0"/>
          </a:p>
        </p:txBody>
      </p:sp>
      <p:sp>
        <p:nvSpPr>
          <p:cNvPr id="53" name="Shape 50"/>
          <p:cNvSpPr/>
          <p:nvPr/>
        </p:nvSpPr>
        <p:spPr>
          <a:xfrm>
            <a:off x="3316239" y="4169664"/>
            <a:ext cx="475488" cy="237744"/>
          </a:xfrm>
          <a:prstGeom prst="rect">
            <a:avLst/>
          </a:prstGeom>
          <a:solidFill>
            <a:srgbClr val="22201F"/>
          </a:solidFill>
          <a:ln/>
        </p:spPr>
      </p:sp>
      <p:sp>
        <p:nvSpPr>
          <p:cNvPr id="54" name="Shape 51"/>
          <p:cNvSpPr/>
          <p:nvPr/>
        </p:nvSpPr>
        <p:spPr>
          <a:xfrm>
            <a:off x="3366531" y="4219956"/>
            <a:ext cx="374904" cy="137160"/>
          </a:xfrm>
          <a:prstGeom prst="rect">
            <a:avLst/>
          </a:prstGeom>
          <a:solidFill>
            <a:srgbClr val="45C7C1"/>
          </a:solidFill>
          <a:ln/>
        </p:spPr>
      </p:sp>
      <p:sp>
        <p:nvSpPr>
          <p:cNvPr id="55" name="Shape 52"/>
          <p:cNvSpPr/>
          <p:nvPr/>
        </p:nvSpPr>
        <p:spPr>
          <a:xfrm>
            <a:off x="3316239" y="4169664"/>
            <a:ext cx="50292" cy="50292"/>
          </a:xfrm>
          <a:prstGeom prst="rect">
            <a:avLst/>
          </a:prstGeom>
          <a:solidFill>
            <a:srgbClr val="0F1426"/>
          </a:solidFill>
          <a:ln/>
        </p:spPr>
      </p:sp>
      <p:sp>
        <p:nvSpPr>
          <p:cNvPr id="56" name="Shape 53"/>
          <p:cNvSpPr/>
          <p:nvPr/>
        </p:nvSpPr>
        <p:spPr>
          <a:xfrm>
            <a:off x="3741435" y="4169664"/>
            <a:ext cx="50292" cy="50292"/>
          </a:xfrm>
          <a:prstGeom prst="rect">
            <a:avLst/>
          </a:prstGeom>
          <a:solidFill>
            <a:srgbClr val="0F1426"/>
          </a:solidFill>
          <a:ln/>
        </p:spPr>
      </p:sp>
      <p:sp>
        <p:nvSpPr>
          <p:cNvPr id="57" name="Shape 54"/>
          <p:cNvSpPr/>
          <p:nvPr/>
        </p:nvSpPr>
        <p:spPr>
          <a:xfrm>
            <a:off x="3316239" y="4357116"/>
            <a:ext cx="50292" cy="50292"/>
          </a:xfrm>
          <a:prstGeom prst="rect">
            <a:avLst/>
          </a:prstGeom>
          <a:solidFill>
            <a:srgbClr val="0F1426"/>
          </a:solidFill>
          <a:ln/>
        </p:spPr>
      </p:sp>
      <p:sp>
        <p:nvSpPr>
          <p:cNvPr id="58" name="Shape 55"/>
          <p:cNvSpPr/>
          <p:nvPr/>
        </p:nvSpPr>
        <p:spPr>
          <a:xfrm>
            <a:off x="3741435" y="4357116"/>
            <a:ext cx="50292" cy="50292"/>
          </a:xfrm>
          <a:prstGeom prst="rect">
            <a:avLst/>
          </a:prstGeom>
          <a:solidFill>
            <a:srgbClr val="0F1426"/>
          </a:solidFill>
          <a:ln/>
        </p:spPr>
      </p:sp>
      <p:sp>
        <p:nvSpPr>
          <p:cNvPr id="59" name="Text 56"/>
          <p:cNvSpPr txBox="1"/>
          <p:nvPr/>
        </p:nvSpPr>
        <p:spPr>
          <a:xfrm>
            <a:off x="3316239"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F1</a:t>
            </a:r>
            <a:endParaRPr lang="ko-KR" sz="950" dirty="0"/>
          </a:p>
        </p:txBody>
      </p:sp>
      <p:sp>
        <p:nvSpPr>
          <p:cNvPr id="60" name="Text 57"/>
          <p:cNvSpPr txBox="1"/>
          <p:nvPr/>
        </p:nvSpPr>
        <p:spPr>
          <a:xfrm>
            <a:off x="3316239"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큰 버튼 두 개로 바로 시작.</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모드 설명은 화면에 넣지 않아요.</a:t>
            </a:r>
            <a:endParaRPr lang="ko-KR" sz="1150" dirty="0"/>
          </a:p>
        </p:txBody>
      </p:sp>
      <p:sp>
        <p:nvSpPr>
          <p:cNvPr id="61" name="Shape 58"/>
          <p:cNvSpPr/>
          <p:nvPr/>
        </p:nvSpPr>
        <p:spPr>
          <a:xfrm>
            <a:off x="2932191" y="5001768"/>
            <a:ext cx="274320" cy="274320"/>
          </a:xfrm>
          <a:prstGeom prst="rect">
            <a:avLst/>
          </a:prstGeom>
          <a:solidFill>
            <a:srgbClr val="22201F"/>
          </a:solidFill>
          <a:ln/>
        </p:spPr>
      </p:sp>
      <p:sp>
        <p:nvSpPr>
          <p:cNvPr id="62" name="Shape 59"/>
          <p:cNvSpPr/>
          <p:nvPr/>
        </p:nvSpPr>
        <p:spPr>
          <a:xfrm>
            <a:off x="2982483" y="5052060"/>
            <a:ext cx="173736" cy="173736"/>
          </a:xfrm>
          <a:prstGeom prst="rect">
            <a:avLst/>
          </a:prstGeom>
          <a:solidFill>
            <a:srgbClr val="E0503C"/>
          </a:solidFill>
          <a:ln/>
        </p:spPr>
      </p:sp>
      <p:sp>
        <p:nvSpPr>
          <p:cNvPr id="63" name="Text 60"/>
          <p:cNvSpPr txBox="1"/>
          <p:nvPr/>
        </p:nvSpPr>
        <p:spPr>
          <a:xfrm>
            <a:off x="2932191"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Text 61"/>
          <p:cNvSpPr txBox="1"/>
          <p:nvPr/>
        </p:nvSpPr>
        <p:spPr>
          <a:xfrm>
            <a:off x="3316239"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랭킹 · 플레이어 이름</a:t>
            </a:r>
            <a:endParaRPr lang="ko-KR" sz="1400" dirty="0"/>
          </a:p>
        </p:txBody>
      </p:sp>
      <p:sp>
        <p:nvSpPr>
          <p:cNvPr id="65" name="Shape 62"/>
          <p:cNvSpPr/>
          <p:nvPr/>
        </p:nvSpPr>
        <p:spPr>
          <a:xfrm>
            <a:off x="3316239" y="5358384"/>
            <a:ext cx="475488" cy="237744"/>
          </a:xfrm>
          <a:prstGeom prst="rect">
            <a:avLst/>
          </a:prstGeom>
          <a:solidFill>
            <a:srgbClr val="22201F"/>
          </a:solidFill>
          <a:ln/>
        </p:spPr>
      </p:sp>
      <p:sp>
        <p:nvSpPr>
          <p:cNvPr id="66" name="Shape 63"/>
          <p:cNvSpPr/>
          <p:nvPr/>
        </p:nvSpPr>
        <p:spPr>
          <a:xfrm>
            <a:off x="3366531" y="5408676"/>
            <a:ext cx="374904" cy="137160"/>
          </a:xfrm>
          <a:prstGeom prst="rect">
            <a:avLst/>
          </a:prstGeom>
          <a:solidFill>
            <a:srgbClr val="3FBF6F"/>
          </a:solidFill>
          <a:ln/>
        </p:spPr>
      </p:sp>
      <p:sp>
        <p:nvSpPr>
          <p:cNvPr id="67" name="Shape 64"/>
          <p:cNvSpPr/>
          <p:nvPr/>
        </p:nvSpPr>
        <p:spPr>
          <a:xfrm>
            <a:off x="3316239" y="5358384"/>
            <a:ext cx="50292" cy="50292"/>
          </a:xfrm>
          <a:prstGeom prst="rect">
            <a:avLst/>
          </a:prstGeom>
          <a:solidFill>
            <a:srgbClr val="0F1426"/>
          </a:solidFill>
          <a:ln/>
        </p:spPr>
      </p:sp>
      <p:sp>
        <p:nvSpPr>
          <p:cNvPr id="68" name="Shape 65"/>
          <p:cNvSpPr/>
          <p:nvPr/>
        </p:nvSpPr>
        <p:spPr>
          <a:xfrm>
            <a:off x="3741435" y="5358384"/>
            <a:ext cx="50292" cy="50292"/>
          </a:xfrm>
          <a:prstGeom prst="rect">
            <a:avLst/>
          </a:prstGeom>
          <a:solidFill>
            <a:srgbClr val="0F1426"/>
          </a:solidFill>
          <a:ln/>
        </p:spPr>
      </p:sp>
      <p:sp>
        <p:nvSpPr>
          <p:cNvPr id="69" name="Shape 66"/>
          <p:cNvSpPr/>
          <p:nvPr/>
        </p:nvSpPr>
        <p:spPr>
          <a:xfrm>
            <a:off x="3316239" y="5545836"/>
            <a:ext cx="50292" cy="50292"/>
          </a:xfrm>
          <a:prstGeom prst="rect">
            <a:avLst/>
          </a:prstGeom>
          <a:solidFill>
            <a:srgbClr val="0F1426"/>
          </a:solidFill>
          <a:ln/>
        </p:spPr>
      </p:sp>
      <p:sp>
        <p:nvSpPr>
          <p:cNvPr id="70" name="Shape 67"/>
          <p:cNvSpPr/>
          <p:nvPr/>
        </p:nvSpPr>
        <p:spPr>
          <a:xfrm>
            <a:off x="3741435" y="5545836"/>
            <a:ext cx="50292" cy="50292"/>
          </a:xfrm>
          <a:prstGeom prst="rect">
            <a:avLst/>
          </a:prstGeom>
          <a:solidFill>
            <a:srgbClr val="0F1426"/>
          </a:solidFill>
          <a:ln/>
        </p:spPr>
      </p:sp>
      <p:sp>
        <p:nvSpPr>
          <p:cNvPr id="71" name="Text 68"/>
          <p:cNvSpPr txBox="1"/>
          <p:nvPr/>
        </p:nvSpPr>
        <p:spPr>
          <a:xfrm>
            <a:off x="3316239"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72" name="Text 69"/>
          <p:cNvSpPr txBox="1"/>
          <p:nvPr/>
        </p:nvSpPr>
        <p:spPr>
          <a:xfrm>
            <a:off x="3316239"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이름은 조합 뽑기로만 정해요.</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실명·나이는 묻지 않아요.</a:t>
            </a:r>
            <a:endParaRPr lang="ko-KR" sz="1150" dirty="0"/>
          </a:p>
        </p:txBody>
      </p:sp>
      <p:sp>
        <p:nvSpPr>
          <p:cNvPr id="73" name="Shape 70"/>
          <p:cNvSpPr/>
          <p:nvPr/>
        </p:nvSpPr>
        <p:spPr>
          <a:xfrm>
            <a:off x="6300216" y="1581912"/>
            <a:ext cx="2127519" cy="4681728"/>
          </a:xfrm>
          <a:prstGeom prst="rect">
            <a:avLst/>
          </a:prstGeom>
          <a:solidFill>
            <a:srgbClr val="0B0F1E"/>
          </a:solidFill>
          <a:ln/>
        </p:spPr>
      </p:sp>
      <p:sp>
        <p:nvSpPr>
          <p:cNvPr id="74" name="Shape 71"/>
          <p:cNvSpPr/>
          <p:nvPr/>
        </p:nvSpPr>
        <p:spPr>
          <a:xfrm>
            <a:off x="6199632" y="1481328"/>
            <a:ext cx="2127519" cy="4681728"/>
          </a:xfrm>
          <a:prstGeom prst="rect">
            <a:avLst/>
          </a:prstGeom>
          <a:solidFill>
            <a:srgbClr val="3A4E7A"/>
          </a:solidFill>
          <a:ln/>
        </p:spPr>
      </p:sp>
      <p:sp>
        <p:nvSpPr>
          <p:cNvPr id="75" name="Shape 72"/>
          <p:cNvSpPr/>
          <p:nvPr/>
        </p:nvSpPr>
        <p:spPr>
          <a:xfrm>
            <a:off x="6249924" y="1531620"/>
            <a:ext cx="2026935" cy="4581144"/>
          </a:xfrm>
          <a:prstGeom prst="rect">
            <a:avLst/>
          </a:prstGeom>
          <a:solidFill>
            <a:srgbClr val="060A15"/>
          </a:solidFill>
          <a:ln/>
        </p:spPr>
      </p:sp>
      <p:sp>
        <p:nvSpPr>
          <p:cNvPr id="76" name="Shape 73"/>
          <p:cNvSpPr/>
          <p:nvPr/>
        </p:nvSpPr>
        <p:spPr>
          <a:xfrm>
            <a:off x="6199632" y="1481328"/>
            <a:ext cx="50292" cy="50292"/>
          </a:xfrm>
          <a:prstGeom prst="rect">
            <a:avLst/>
          </a:prstGeom>
          <a:solidFill>
            <a:srgbClr val="0F1426"/>
          </a:solidFill>
          <a:ln/>
        </p:spPr>
      </p:sp>
      <p:sp>
        <p:nvSpPr>
          <p:cNvPr id="77" name="Shape 74"/>
          <p:cNvSpPr/>
          <p:nvPr/>
        </p:nvSpPr>
        <p:spPr>
          <a:xfrm>
            <a:off x="8276859" y="1481328"/>
            <a:ext cx="50292" cy="50292"/>
          </a:xfrm>
          <a:prstGeom prst="rect">
            <a:avLst/>
          </a:prstGeom>
          <a:solidFill>
            <a:srgbClr val="0F1426"/>
          </a:solidFill>
          <a:ln/>
        </p:spPr>
      </p:sp>
      <p:sp>
        <p:nvSpPr>
          <p:cNvPr id="78" name="Shape 75"/>
          <p:cNvSpPr/>
          <p:nvPr/>
        </p:nvSpPr>
        <p:spPr>
          <a:xfrm>
            <a:off x="6199632" y="6112764"/>
            <a:ext cx="50292" cy="50292"/>
          </a:xfrm>
          <a:prstGeom prst="rect">
            <a:avLst/>
          </a:prstGeom>
          <a:solidFill>
            <a:srgbClr val="0F1426"/>
          </a:solidFill>
          <a:ln/>
        </p:spPr>
      </p:sp>
      <p:sp>
        <p:nvSpPr>
          <p:cNvPr id="79" name="Shape 76"/>
          <p:cNvSpPr/>
          <p:nvPr/>
        </p:nvSpPr>
        <p:spPr>
          <a:xfrm>
            <a:off x="8276859" y="6112764"/>
            <a:ext cx="50292" cy="50292"/>
          </a:xfrm>
          <a:prstGeom prst="rect">
            <a:avLst/>
          </a:prstGeom>
          <a:solidFill>
            <a:srgbClr val="0F1426"/>
          </a:solidFill>
          <a:ln/>
        </p:spPr>
      </p:sp>
      <p:sp>
        <p:nvSpPr>
          <p:cNvPr id="80" name="Shape 77"/>
          <p:cNvSpPr/>
          <p:nvPr/>
        </p:nvSpPr>
        <p:spPr>
          <a:xfrm>
            <a:off x="7034791" y="1545336"/>
            <a:ext cx="457200" cy="45720"/>
          </a:xfrm>
          <a:prstGeom prst="rect">
            <a:avLst/>
          </a:prstGeom>
          <a:solidFill>
            <a:srgbClr val="3A4E7A"/>
          </a:solidFill>
          <a:ln/>
        </p:spPr>
      </p:sp>
      <p:pic>
        <p:nvPicPr>
          <p:cNvPr id="81" name="Image 1" descr="난이도 난이도 선택 화면 (HTML 시제품 캡처)">    </p:cNvPr>
          <p:cNvPicPr>
            <a:picLocks noChangeAspect="1"/>
          </p:cNvPicPr>
          <p:nvPr/>
        </p:nvPicPr>
        <p:blipFill>
          <a:blip r:embed="rId2"/>
          <a:stretch>
            <a:fillRect/>
          </a:stretch>
        </p:blipFill>
        <p:spPr>
          <a:xfrm>
            <a:off x="6272784" y="1636776"/>
            <a:ext cx="1981215" cy="4407408"/>
          </a:xfrm>
          <a:prstGeom prst="rect">
            <a:avLst/>
          </a:prstGeom>
        </p:spPr>
      </p:pic>
      <p:sp>
        <p:nvSpPr>
          <p:cNvPr id="82" name="Shape 78"/>
          <p:cNvSpPr/>
          <p:nvPr/>
        </p:nvSpPr>
        <p:spPr>
          <a:xfrm>
            <a:off x="8144271" y="2451691"/>
            <a:ext cx="256032" cy="256032"/>
          </a:xfrm>
          <a:prstGeom prst="rect">
            <a:avLst/>
          </a:prstGeom>
          <a:solidFill>
            <a:srgbClr val="22201F"/>
          </a:solidFill>
          <a:ln/>
        </p:spPr>
      </p:sp>
      <p:sp>
        <p:nvSpPr>
          <p:cNvPr id="83" name="Shape 79"/>
          <p:cNvSpPr/>
          <p:nvPr/>
        </p:nvSpPr>
        <p:spPr>
          <a:xfrm>
            <a:off x="8194563" y="2501983"/>
            <a:ext cx="155448" cy="155448"/>
          </a:xfrm>
          <a:prstGeom prst="rect">
            <a:avLst/>
          </a:prstGeom>
          <a:solidFill>
            <a:srgbClr val="E0503C"/>
          </a:solidFill>
          <a:ln/>
        </p:spPr>
      </p:sp>
      <p:sp>
        <p:nvSpPr>
          <p:cNvPr id="84" name="Text 80"/>
          <p:cNvSpPr txBox="1"/>
          <p:nvPr/>
        </p:nvSpPr>
        <p:spPr>
          <a:xfrm>
            <a:off x="8144271" y="2451691"/>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85" name="Shape 81"/>
          <p:cNvSpPr/>
          <p:nvPr/>
        </p:nvSpPr>
        <p:spPr>
          <a:xfrm>
            <a:off x="8144271" y="3113862"/>
            <a:ext cx="256032" cy="256032"/>
          </a:xfrm>
          <a:prstGeom prst="rect">
            <a:avLst/>
          </a:prstGeom>
          <a:solidFill>
            <a:srgbClr val="22201F"/>
          </a:solidFill>
          <a:ln/>
        </p:spPr>
      </p:sp>
      <p:sp>
        <p:nvSpPr>
          <p:cNvPr id="86" name="Shape 82"/>
          <p:cNvSpPr/>
          <p:nvPr/>
        </p:nvSpPr>
        <p:spPr>
          <a:xfrm>
            <a:off x="8194563" y="3164154"/>
            <a:ext cx="155448" cy="155448"/>
          </a:xfrm>
          <a:prstGeom prst="rect">
            <a:avLst/>
          </a:prstGeom>
          <a:solidFill>
            <a:srgbClr val="E0503C"/>
          </a:solidFill>
          <a:ln/>
        </p:spPr>
      </p:sp>
      <p:sp>
        <p:nvSpPr>
          <p:cNvPr id="87" name="Text 83"/>
          <p:cNvSpPr txBox="1"/>
          <p:nvPr/>
        </p:nvSpPr>
        <p:spPr>
          <a:xfrm>
            <a:off x="8144271" y="3113862"/>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88" name="Shape 84"/>
          <p:cNvSpPr/>
          <p:nvPr/>
        </p:nvSpPr>
        <p:spPr>
          <a:xfrm>
            <a:off x="8144271" y="4427608"/>
            <a:ext cx="256032" cy="256032"/>
          </a:xfrm>
          <a:prstGeom prst="rect">
            <a:avLst/>
          </a:prstGeom>
          <a:solidFill>
            <a:srgbClr val="22201F"/>
          </a:solidFill>
          <a:ln/>
        </p:spPr>
      </p:sp>
      <p:sp>
        <p:nvSpPr>
          <p:cNvPr id="89" name="Shape 85"/>
          <p:cNvSpPr/>
          <p:nvPr/>
        </p:nvSpPr>
        <p:spPr>
          <a:xfrm>
            <a:off x="8194563" y="4477900"/>
            <a:ext cx="155448" cy="155448"/>
          </a:xfrm>
          <a:prstGeom prst="rect">
            <a:avLst/>
          </a:prstGeom>
          <a:solidFill>
            <a:srgbClr val="E0503C"/>
          </a:solidFill>
          <a:ln/>
        </p:spPr>
      </p:sp>
      <p:sp>
        <p:nvSpPr>
          <p:cNvPr id="90" name="Text 86"/>
          <p:cNvSpPr txBox="1"/>
          <p:nvPr/>
        </p:nvSpPr>
        <p:spPr>
          <a:xfrm>
            <a:off x="8144271" y="4427608"/>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91" name="Shape 87"/>
          <p:cNvSpPr/>
          <p:nvPr/>
        </p:nvSpPr>
        <p:spPr>
          <a:xfrm>
            <a:off x="8583183" y="1536192"/>
            <a:ext cx="786384" cy="274320"/>
          </a:xfrm>
          <a:prstGeom prst="rect">
            <a:avLst/>
          </a:prstGeom>
          <a:solidFill>
            <a:srgbClr val="22201F"/>
          </a:solidFill>
          <a:ln/>
        </p:spPr>
      </p:sp>
      <p:sp>
        <p:nvSpPr>
          <p:cNvPr id="92" name="Shape 88"/>
          <p:cNvSpPr/>
          <p:nvPr/>
        </p:nvSpPr>
        <p:spPr>
          <a:xfrm>
            <a:off x="8633475" y="1586484"/>
            <a:ext cx="685800" cy="173736"/>
          </a:xfrm>
          <a:prstGeom prst="rect">
            <a:avLst/>
          </a:prstGeom>
          <a:solidFill>
            <a:srgbClr val="F7D84A"/>
          </a:solidFill>
          <a:ln/>
        </p:spPr>
      </p:sp>
      <p:sp>
        <p:nvSpPr>
          <p:cNvPr id="93" name="Shape 89"/>
          <p:cNvSpPr/>
          <p:nvPr/>
        </p:nvSpPr>
        <p:spPr>
          <a:xfrm>
            <a:off x="8583183" y="1536192"/>
            <a:ext cx="50292" cy="50292"/>
          </a:xfrm>
          <a:prstGeom prst="rect">
            <a:avLst/>
          </a:prstGeom>
          <a:solidFill>
            <a:srgbClr val="0F1426"/>
          </a:solidFill>
          <a:ln/>
        </p:spPr>
      </p:sp>
      <p:sp>
        <p:nvSpPr>
          <p:cNvPr id="94" name="Shape 90"/>
          <p:cNvSpPr/>
          <p:nvPr/>
        </p:nvSpPr>
        <p:spPr>
          <a:xfrm>
            <a:off x="9319275" y="1536192"/>
            <a:ext cx="50292" cy="50292"/>
          </a:xfrm>
          <a:prstGeom prst="rect">
            <a:avLst/>
          </a:prstGeom>
          <a:solidFill>
            <a:srgbClr val="0F1426"/>
          </a:solidFill>
          <a:ln/>
        </p:spPr>
      </p:sp>
      <p:sp>
        <p:nvSpPr>
          <p:cNvPr id="95" name="Shape 91"/>
          <p:cNvSpPr/>
          <p:nvPr/>
        </p:nvSpPr>
        <p:spPr>
          <a:xfrm>
            <a:off x="8583183" y="1760220"/>
            <a:ext cx="50292" cy="50292"/>
          </a:xfrm>
          <a:prstGeom prst="rect">
            <a:avLst/>
          </a:prstGeom>
          <a:solidFill>
            <a:srgbClr val="0F1426"/>
          </a:solidFill>
          <a:ln/>
        </p:spPr>
      </p:sp>
      <p:sp>
        <p:nvSpPr>
          <p:cNvPr id="96" name="Shape 92"/>
          <p:cNvSpPr/>
          <p:nvPr/>
        </p:nvSpPr>
        <p:spPr>
          <a:xfrm>
            <a:off x="9319275" y="1760220"/>
            <a:ext cx="50292" cy="50292"/>
          </a:xfrm>
          <a:prstGeom prst="rect">
            <a:avLst/>
          </a:prstGeom>
          <a:solidFill>
            <a:srgbClr val="0F1426"/>
          </a:solidFill>
          <a:ln/>
        </p:spPr>
      </p:sp>
      <p:sp>
        <p:nvSpPr>
          <p:cNvPr id="97" name="Text 93"/>
          <p:cNvSpPr txBox="1"/>
          <p:nvPr/>
        </p:nvSpPr>
        <p:spPr>
          <a:xfrm>
            <a:off x="8583183"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난이도</a:t>
            </a:r>
            <a:endParaRPr lang="ko-KR" sz="1100" dirty="0"/>
          </a:p>
        </p:txBody>
      </p:sp>
      <p:sp>
        <p:nvSpPr>
          <p:cNvPr id="98" name="Text 94"/>
          <p:cNvSpPr txBox="1"/>
          <p:nvPr/>
        </p:nvSpPr>
        <p:spPr>
          <a:xfrm>
            <a:off x="9479295"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일반·경쟁 공통</a:t>
            </a:r>
            <a:endParaRPr lang="ko-KR" sz="1100" dirty="0"/>
          </a:p>
        </p:txBody>
      </p:sp>
      <p:sp>
        <p:nvSpPr>
          <p:cNvPr id="99" name="Text 95"/>
          <p:cNvSpPr txBox="1"/>
          <p:nvPr/>
        </p:nvSpPr>
        <p:spPr>
          <a:xfrm>
            <a:off x="8583183"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난이도 선택</a:t>
            </a:r>
            <a:endParaRPr lang="ko-KR" sz="2000" dirty="0"/>
          </a:p>
        </p:txBody>
      </p:sp>
      <p:sp>
        <p:nvSpPr>
          <p:cNvPr id="100" name="Shape 96"/>
          <p:cNvSpPr/>
          <p:nvPr/>
        </p:nvSpPr>
        <p:spPr>
          <a:xfrm>
            <a:off x="8583183" y="2624328"/>
            <a:ext cx="274320" cy="274320"/>
          </a:xfrm>
          <a:prstGeom prst="rect">
            <a:avLst/>
          </a:prstGeom>
          <a:solidFill>
            <a:srgbClr val="22201F"/>
          </a:solidFill>
          <a:ln/>
        </p:spPr>
      </p:sp>
      <p:sp>
        <p:nvSpPr>
          <p:cNvPr id="101" name="Shape 97"/>
          <p:cNvSpPr/>
          <p:nvPr/>
        </p:nvSpPr>
        <p:spPr>
          <a:xfrm>
            <a:off x="8633475" y="2674620"/>
            <a:ext cx="173736" cy="173736"/>
          </a:xfrm>
          <a:prstGeom prst="rect">
            <a:avLst/>
          </a:prstGeom>
          <a:solidFill>
            <a:srgbClr val="E0503C"/>
          </a:solidFill>
          <a:ln/>
        </p:spPr>
      </p:sp>
      <p:sp>
        <p:nvSpPr>
          <p:cNvPr id="102" name="Text 98"/>
          <p:cNvSpPr txBox="1"/>
          <p:nvPr/>
        </p:nvSpPr>
        <p:spPr>
          <a:xfrm>
            <a:off x="8583183"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103" name="Text 99"/>
          <p:cNvSpPr txBox="1"/>
          <p:nvPr/>
        </p:nvSpPr>
        <p:spPr>
          <a:xfrm>
            <a:off x="8967231"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쉬움: 문자 · 메시지부터</a:t>
            </a:r>
            <a:endParaRPr lang="ko-KR" sz="1400" dirty="0"/>
          </a:p>
        </p:txBody>
      </p:sp>
      <p:sp>
        <p:nvSpPr>
          <p:cNvPr id="104" name="Shape 100"/>
          <p:cNvSpPr/>
          <p:nvPr/>
        </p:nvSpPr>
        <p:spPr>
          <a:xfrm>
            <a:off x="8967231" y="2980944"/>
            <a:ext cx="475488" cy="237744"/>
          </a:xfrm>
          <a:prstGeom prst="rect">
            <a:avLst/>
          </a:prstGeom>
          <a:solidFill>
            <a:srgbClr val="22201F"/>
          </a:solidFill>
          <a:ln/>
        </p:spPr>
      </p:sp>
      <p:sp>
        <p:nvSpPr>
          <p:cNvPr id="105" name="Shape 101"/>
          <p:cNvSpPr/>
          <p:nvPr/>
        </p:nvSpPr>
        <p:spPr>
          <a:xfrm>
            <a:off x="9017523" y="3031236"/>
            <a:ext cx="374904" cy="137160"/>
          </a:xfrm>
          <a:prstGeom prst="rect">
            <a:avLst/>
          </a:prstGeom>
          <a:solidFill>
            <a:srgbClr val="45C7C1"/>
          </a:solidFill>
          <a:ln/>
        </p:spPr>
      </p:sp>
      <p:sp>
        <p:nvSpPr>
          <p:cNvPr id="106" name="Shape 102"/>
          <p:cNvSpPr/>
          <p:nvPr/>
        </p:nvSpPr>
        <p:spPr>
          <a:xfrm>
            <a:off x="8967231" y="2980944"/>
            <a:ext cx="50292" cy="50292"/>
          </a:xfrm>
          <a:prstGeom prst="rect">
            <a:avLst/>
          </a:prstGeom>
          <a:solidFill>
            <a:srgbClr val="0F1426"/>
          </a:solidFill>
          <a:ln/>
        </p:spPr>
      </p:sp>
      <p:sp>
        <p:nvSpPr>
          <p:cNvPr id="107" name="Shape 103"/>
          <p:cNvSpPr/>
          <p:nvPr/>
        </p:nvSpPr>
        <p:spPr>
          <a:xfrm>
            <a:off x="9392427" y="2980944"/>
            <a:ext cx="50292" cy="50292"/>
          </a:xfrm>
          <a:prstGeom prst="rect">
            <a:avLst/>
          </a:prstGeom>
          <a:solidFill>
            <a:srgbClr val="0F1426"/>
          </a:solidFill>
          <a:ln/>
        </p:spPr>
      </p:sp>
      <p:sp>
        <p:nvSpPr>
          <p:cNvPr id="108" name="Shape 104"/>
          <p:cNvSpPr/>
          <p:nvPr/>
        </p:nvSpPr>
        <p:spPr>
          <a:xfrm>
            <a:off x="8967231" y="3168396"/>
            <a:ext cx="50292" cy="50292"/>
          </a:xfrm>
          <a:prstGeom prst="rect">
            <a:avLst/>
          </a:prstGeom>
          <a:solidFill>
            <a:srgbClr val="0F1426"/>
          </a:solidFill>
          <a:ln/>
        </p:spPr>
      </p:sp>
      <p:sp>
        <p:nvSpPr>
          <p:cNvPr id="109" name="Shape 105"/>
          <p:cNvSpPr/>
          <p:nvPr/>
        </p:nvSpPr>
        <p:spPr>
          <a:xfrm>
            <a:off x="9392427" y="3168396"/>
            <a:ext cx="50292" cy="50292"/>
          </a:xfrm>
          <a:prstGeom prst="rect">
            <a:avLst/>
          </a:prstGeom>
          <a:solidFill>
            <a:srgbClr val="0F1426"/>
          </a:solidFill>
          <a:ln/>
        </p:spPr>
      </p:sp>
      <p:sp>
        <p:nvSpPr>
          <p:cNvPr id="110" name="Text 106"/>
          <p:cNvSpPr txBox="1"/>
          <p:nvPr/>
        </p:nvSpPr>
        <p:spPr>
          <a:xfrm>
            <a:off x="8967231"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F2</a:t>
            </a:r>
            <a:endParaRPr lang="ko-KR" sz="950" dirty="0"/>
          </a:p>
        </p:txBody>
      </p:sp>
      <p:sp>
        <p:nvSpPr>
          <p:cNvPr id="111" name="Text 107"/>
          <p:cNvSpPr txBox="1"/>
          <p:nvPr/>
        </p:nvSpPr>
        <p:spPr>
          <a:xfrm>
            <a:off x="8967231"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카드에는 사건 종류만</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짧게 적어요.</a:t>
            </a:r>
            <a:endParaRPr lang="ko-KR" sz="1150" dirty="0"/>
          </a:p>
        </p:txBody>
      </p:sp>
      <p:sp>
        <p:nvSpPr>
          <p:cNvPr id="112" name="Shape 108"/>
          <p:cNvSpPr/>
          <p:nvPr/>
        </p:nvSpPr>
        <p:spPr>
          <a:xfrm>
            <a:off x="8583183" y="3813048"/>
            <a:ext cx="274320" cy="274320"/>
          </a:xfrm>
          <a:prstGeom prst="rect">
            <a:avLst/>
          </a:prstGeom>
          <a:solidFill>
            <a:srgbClr val="22201F"/>
          </a:solidFill>
          <a:ln/>
        </p:spPr>
      </p:sp>
      <p:sp>
        <p:nvSpPr>
          <p:cNvPr id="113" name="Shape 109"/>
          <p:cNvSpPr/>
          <p:nvPr/>
        </p:nvSpPr>
        <p:spPr>
          <a:xfrm>
            <a:off x="8633475" y="3863340"/>
            <a:ext cx="173736" cy="173736"/>
          </a:xfrm>
          <a:prstGeom prst="rect">
            <a:avLst/>
          </a:prstGeom>
          <a:solidFill>
            <a:srgbClr val="E0503C"/>
          </a:solidFill>
          <a:ln/>
        </p:spPr>
      </p:sp>
      <p:sp>
        <p:nvSpPr>
          <p:cNvPr id="114" name="Text 110"/>
          <p:cNvSpPr txBox="1"/>
          <p:nvPr/>
        </p:nvSpPr>
        <p:spPr>
          <a:xfrm>
            <a:off x="8583183"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115" name="Text 111"/>
          <p:cNvSpPr txBox="1"/>
          <p:nvPr/>
        </p:nvSpPr>
        <p:spPr>
          <a:xfrm>
            <a:off x="8967231"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앞 단계를 통과하면 열림</a:t>
            </a:r>
            <a:endParaRPr lang="ko-KR" sz="1400" dirty="0"/>
          </a:p>
        </p:txBody>
      </p:sp>
      <p:sp>
        <p:nvSpPr>
          <p:cNvPr id="116" name="Shape 112"/>
          <p:cNvSpPr/>
          <p:nvPr/>
        </p:nvSpPr>
        <p:spPr>
          <a:xfrm>
            <a:off x="8967231" y="4169664"/>
            <a:ext cx="475488" cy="237744"/>
          </a:xfrm>
          <a:prstGeom prst="rect">
            <a:avLst/>
          </a:prstGeom>
          <a:solidFill>
            <a:srgbClr val="22201F"/>
          </a:solidFill>
          <a:ln/>
        </p:spPr>
      </p:sp>
      <p:sp>
        <p:nvSpPr>
          <p:cNvPr id="117" name="Shape 113"/>
          <p:cNvSpPr/>
          <p:nvPr/>
        </p:nvSpPr>
        <p:spPr>
          <a:xfrm>
            <a:off x="9017523" y="4219956"/>
            <a:ext cx="374904" cy="137160"/>
          </a:xfrm>
          <a:prstGeom prst="rect">
            <a:avLst/>
          </a:prstGeom>
          <a:solidFill>
            <a:srgbClr val="45C7C1"/>
          </a:solidFill>
          <a:ln/>
        </p:spPr>
      </p:sp>
      <p:sp>
        <p:nvSpPr>
          <p:cNvPr id="118" name="Shape 114"/>
          <p:cNvSpPr/>
          <p:nvPr/>
        </p:nvSpPr>
        <p:spPr>
          <a:xfrm>
            <a:off x="8967231" y="4169664"/>
            <a:ext cx="50292" cy="50292"/>
          </a:xfrm>
          <a:prstGeom prst="rect">
            <a:avLst/>
          </a:prstGeom>
          <a:solidFill>
            <a:srgbClr val="0F1426"/>
          </a:solidFill>
          <a:ln/>
        </p:spPr>
      </p:sp>
      <p:sp>
        <p:nvSpPr>
          <p:cNvPr id="119" name="Shape 115"/>
          <p:cNvSpPr/>
          <p:nvPr/>
        </p:nvSpPr>
        <p:spPr>
          <a:xfrm>
            <a:off x="9392427" y="4169664"/>
            <a:ext cx="50292" cy="50292"/>
          </a:xfrm>
          <a:prstGeom prst="rect">
            <a:avLst/>
          </a:prstGeom>
          <a:solidFill>
            <a:srgbClr val="0F1426"/>
          </a:solidFill>
          <a:ln/>
        </p:spPr>
      </p:sp>
      <p:sp>
        <p:nvSpPr>
          <p:cNvPr id="120" name="Shape 116"/>
          <p:cNvSpPr/>
          <p:nvPr/>
        </p:nvSpPr>
        <p:spPr>
          <a:xfrm>
            <a:off x="8967231" y="4357116"/>
            <a:ext cx="50292" cy="50292"/>
          </a:xfrm>
          <a:prstGeom prst="rect">
            <a:avLst/>
          </a:prstGeom>
          <a:solidFill>
            <a:srgbClr val="0F1426"/>
          </a:solidFill>
          <a:ln/>
        </p:spPr>
      </p:sp>
      <p:sp>
        <p:nvSpPr>
          <p:cNvPr id="121" name="Shape 117"/>
          <p:cNvSpPr/>
          <p:nvPr/>
        </p:nvSpPr>
        <p:spPr>
          <a:xfrm>
            <a:off x="9392427" y="4357116"/>
            <a:ext cx="50292" cy="50292"/>
          </a:xfrm>
          <a:prstGeom prst="rect">
            <a:avLst/>
          </a:prstGeom>
          <a:solidFill>
            <a:srgbClr val="0F1426"/>
          </a:solidFill>
          <a:ln/>
        </p:spPr>
      </p:sp>
      <p:sp>
        <p:nvSpPr>
          <p:cNvPr id="122" name="Text 118"/>
          <p:cNvSpPr txBox="1"/>
          <p:nvPr/>
        </p:nvSpPr>
        <p:spPr>
          <a:xfrm>
            <a:off x="8967231"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F2</a:t>
            </a:r>
            <a:endParaRPr lang="ko-KR" sz="950" dirty="0"/>
          </a:p>
        </p:txBody>
      </p:sp>
      <p:sp>
        <p:nvSpPr>
          <p:cNvPr id="123" name="Text 119"/>
          <p:cNvSpPr txBox="1"/>
          <p:nvPr/>
        </p:nvSpPr>
        <p:spPr>
          <a:xfrm>
            <a:off x="8967231"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잠긴 카드에는 '잠김'만</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표시해요.</a:t>
            </a:r>
            <a:endParaRPr lang="ko-KR" sz="1150" dirty="0"/>
          </a:p>
        </p:txBody>
      </p:sp>
      <p:sp>
        <p:nvSpPr>
          <p:cNvPr id="124" name="Shape 120"/>
          <p:cNvSpPr/>
          <p:nvPr/>
        </p:nvSpPr>
        <p:spPr>
          <a:xfrm>
            <a:off x="8583183" y="5001768"/>
            <a:ext cx="274320" cy="274320"/>
          </a:xfrm>
          <a:prstGeom prst="rect">
            <a:avLst/>
          </a:prstGeom>
          <a:solidFill>
            <a:srgbClr val="22201F"/>
          </a:solidFill>
          <a:ln/>
        </p:spPr>
      </p:sp>
      <p:sp>
        <p:nvSpPr>
          <p:cNvPr id="125" name="Shape 121"/>
          <p:cNvSpPr/>
          <p:nvPr/>
        </p:nvSpPr>
        <p:spPr>
          <a:xfrm>
            <a:off x="8633475" y="5052060"/>
            <a:ext cx="173736" cy="173736"/>
          </a:xfrm>
          <a:prstGeom prst="rect">
            <a:avLst/>
          </a:prstGeom>
          <a:solidFill>
            <a:srgbClr val="E0503C"/>
          </a:solidFill>
          <a:ln/>
        </p:spPr>
      </p:sp>
      <p:sp>
        <p:nvSpPr>
          <p:cNvPr id="126" name="Text 122"/>
          <p:cNvSpPr txBox="1"/>
          <p:nvPr/>
        </p:nvSpPr>
        <p:spPr>
          <a:xfrm>
            <a:off x="8583183"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127" name="Text 123"/>
          <p:cNvSpPr txBox="1"/>
          <p:nvPr/>
        </p:nvSpPr>
        <p:spPr>
          <a:xfrm>
            <a:off x="8967231"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화면은 같고 사건만 어렵게</a:t>
            </a:r>
            <a:endParaRPr lang="ko-KR" sz="1400" dirty="0"/>
          </a:p>
        </p:txBody>
      </p:sp>
      <p:sp>
        <p:nvSpPr>
          <p:cNvPr id="128" name="Shape 124"/>
          <p:cNvSpPr/>
          <p:nvPr/>
        </p:nvSpPr>
        <p:spPr>
          <a:xfrm>
            <a:off x="8967231" y="5358384"/>
            <a:ext cx="475488" cy="237744"/>
          </a:xfrm>
          <a:prstGeom prst="rect">
            <a:avLst/>
          </a:prstGeom>
          <a:solidFill>
            <a:srgbClr val="22201F"/>
          </a:solidFill>
          <a:ln/>
        </p:spPr>
      </p:sp>
      <p:sp>
        <p:nvSpPr>
          <p:cNvPr id="129" name="Shape 125"/>
          <p:cNvSpPr/>
          <p:nvPr/>
        </p:nvSpPr>
        <p:spPr>
          <a:xfrm>
            <a:off x="9017523" y="5408676"/>
            <a:ext cx="374904" cy="137160"/>
          </a:xfrm>
          <a:prstGeom prst="rect">
            <a:avLst/>
          </a:prstGeom>
          <a:solidFill>
            <a:srgbClr val="45C7C1"/>
          </a:solidFill>
          <a:ln/>
        </p:spPr>
      </p:sp>
      <p:sp>
        <p:nvSpPr>
          <p:cNvPr id="130" name="Shape 126"/>
          <p:cNvSpPr/>
          <p:nvPr/>
        </p:nvSpPr>
        <p:spPr>
          <a:xfrm>
            <a:off x="8967231" y="5358384"/>
            <a:ext cx="50292" cy="50292"/>
          </a:xfrm>
          <a:prstGeom prst="rect">
            <a:avLst/>
          </a:prstGeom>
          <a:solidFill>
            <a:srgbClr val="0F1426"/>
          </a:solidFill>
          <a:ln/>
        </p:spPr>
      </p:sp>
      <p:sp>
        <p:nvSpPr>
          <p:cNvPr id="131" name="Shape 127"/>
          <p:cNvSpPr/>
          <p:nvPr/>
        </p:nvSpPr>
        <p:spPr>
          <a:xfrm>
            <a:off x="9392427" y="5358384"/>
            <a:ext cx="50292" cy="50292"/>
          </a:xfrm>
          <a:prstGeom prst="rect">
            <a:avLst/>
          </a:prstGeom>
          <a:solidFill>
            <a:srgbClr val="0F1426"/>
          </a:solidFill>
          <a:ln/>
        </p:spPr>
      </p:sp>
      <p:sp>
        <p:nvSpPr>
          <p:cNvPr id="132" name="Shape 128"/>
          <p:cNvSpPr/>
          <p:nvPr/>
        </p:nvSpPr>
        <p:spPr>
          <a:xfrm>
            <a:off x="8967231" y="5545836"/>
            <a:ext cx="50292" cy="50292"/>
          </a:xfrm>
          <a:prstGeom prst="rect">
            <a:avLst/>
          </a:prstGeom>
          <a:solidFill>
            <a:srgbClr val="0F1426"/>
          </a:solidFill>
          <a:ln/>
        </p:spPr>
      </p:sp>
      <p:sp>
        <p:nvSpPr>
          <p:cNvPr id="133" name="Shape 129"/>
          <p:cNvSpPr/>
          <p:nvPr/>
        </p:nvSpPr>
        <p:spPr>
          <a:xfrm>
            <a:off x="9392427" y="5545836"/>
            <a:ext cx="50292" cy="50292"/>
          </a:xfrm>
          <a:prstGeom prst="rect">
            <a:avLst/>
          </a:prstGeom>
          <a:solidFill>
            <a:srgbClr val="0F1426"/>
          </a:solidFill>
          <a:ln/>
        </p:spPr>
      </p:sp>
      <p:sp>
        <p:nvSpPr>
          <p:cNvPr id="134" name="Text 130"/>
          <p:cNvSpPr txBox="1"/>
          <p:nvPr/>
        </p:nvSpPr>
        <p:spPr>
          <a:xfrm>
            <a:off x="8967231"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F2</a:t>
            </a:r>
            <a:endParaRPr lang="ko-KR" sz="950" dirty="0"/>
          </a:p>
        </p:txBody>
      </p:sp>
      <p:sp>
        <p:nvSpPr>
          <p:cNvPr id="135" name="Text 131"/>
          <p:cNvSpPr txBox="1"/>
          <p:nvPr/>
        </p:nvSpPr>
        <p:spPr>
          <a:xfrm>
            <a:off x="8967231"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 단계 · 사건 수 표시.</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경쟁 모드면 제한 시간도.</a:t>
            </a:r>
            <a:endParaRPr lang="ko-KR" sz="11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인게임 1/4</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화면 구성: 창구 너머 상대방과 책상 위 서류</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인게임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1657086"/>
            <a:ext cx="256032" cy="256032"/>
          </a:xfrm>
          <a:prstGeom prst="rect">
            <a:avLst/>
          </a:prstGeom>
          <a:solidFill>
            <a:srgbClr val="22201F"/>
          </a:solidFill>
          <a:ln/>
        </p:spPr>
      </p:sp>
      <p:sp>
        <p:nvSpPr>
          <p:cNvPr id="20" name="Shape 17"/>
          <p:cNvSpPr/>
          <p:nvPr/>
        </p:nvSpPr>
        <p:spPr>
          <a:xfrm>
            <a:off x="2543571" y="1707378"/>
            <a:ext cx="155448" cy="155448"/>
          </a:xfrm>
          <a:prstGeom prst="rect">
            <a:avLst/>
          </a:prstGeom>
          <a:solidFill>
            <a:srgbClr val="E0503C"/>
          </a:solidFill>
          <a:ln/>
        </p:spPr>
      </p:sp>
      <p:sp>
        <p:nvSpPr>
          <p:cNvPr id="21" name="Text 18"/>
          <p:cNvSpPr txBox="1"/>
          <p:nvPr/>
        </p:nvSpPr>
        <p:spPr>
          <a:xfrm>
            <a:off x="2493279" y="1657086"/>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3246120" y="1572768"/>
            <a:ext cx="4069080" cy="1261872"/>
          </a:xfrm>
          <a:prstGeom prst="rect">
            <a:avLst/>
          </a:prstGeom>
          <a:solidFill>
            <a:srgbClr val="3A4E7A"/>
          </a:solidFill>
          <a:ln/>
        </p:spPr>
      </p:sp>
      <p:sp>
        <p:nvSpPr>
          <p:cNvPr id="23" name="Shape 20"/>
          <p:cNvSpPr/>
          <p:nvPr/>
        </p:nvSpPr>
        <p:spPr>
          <a:xfrm>
            <a:off x="3296412" y="1623060"/>
            <a:ext cx="3968496" cy="1161288"/>
          </a:xfrm>
          <a:prstGeom prst="rect">
            <a:avLst/>
          </a:prstGeom>
          <a:solidFill>
            <a:srgbClr val="1F2A4A"/>
          </a:solidFill>
          <a:ln/>
        </p:spPr>
      </p:sp>
      <p:sp>
        <p:nvSpPr>
          <p:cNvPr id="24" name="Shape 21"/>
          <p:cNvSpPr/>
          <p:nvPr/>
        </p:nvSpPr>
        <p:spPr>
          <a:xfrm>
            <a:off x="3246120" y="1572768"/>
            <a:ext cx="50292" cy="50292"/>
          </a:xfrm>
          <a:prstGeom prst="rect">
            <a:avLst/>
          </a:prstGeom>
          <a:solidFill>
            <a:srgbClr val="0F1426"/>
          </a:solidFill>
          <a:ln/>
        </p:spPr>
      </p:sp>
      <p:sp>
        <p:nvSpPr>
          <p:cNvPr id="25" name="Shape 22"/>
          <p:cNvSpPr/>
          <p:nvPr/>
        </p:nvSpPr>
        <p:spPr>
          <a:xfrm>
            <a:off x="7264908" y="1572768"/>
            <a:ext cx="50292" cy="50292"/>
          </a:xfrm>
          <a:prstGeom prst="rect">
            <a:avLst/>
          </a:prstGeom>
          <a:solidFill>
            <a:srgbClr val="0F1426"/>
          </a:solidFill>
          <a:ln/>
        </p:spPr>
      </p:sp>
      <p:sp>
        <p:nvSpPr>
          <p:cNvPr id="26" name="Shape 23"/>
          <p:cNvSpPr/>
          <p:nvPr/>
        </p:nvSpPr>
        <p:spPr>
          <a:xfrm>
            <a:off x="3246120" y="2784348"/>
            <a:ext cx="50292" cy="50292"/>
          </a:xfrm>
          <a:prstGeom prst="rect">
            <a:avLst/>
          </a:prstGeom>
          <a:solidFill>
            <a:srgbClr val="0F1426"/>
          </a:solidFill>
          <a:ln/>
        </p:spPr>
      </p:sp>
      <p:sp>
        <p:nvSpPr>
          <p:cNvPr id="27" name="Shape 24"/>
          <p:cNvSpPr/>
          <p:nvPr/>
        </p:nvSpPr>
        <p:spPr>
          <a:xfrm>
            <a:off x="7264908" y="2784348"/>
            <a:ext cx="50292" cy="50292"/>
          </a:xfrm>
          <a:prstGeom prst="rect">
            <a:avLst/>
          </a:prstGeom>
          <a:solidFill>
            <a:srgbClr val="0F1426"/>
          </a:solidFill>
          <a:ln/>
        </p:spPr>
      </p:sp>
      <p:sp>
        <p:nvSpPr>
          <p:cNvPr id="28" name="Shape 25"/>
          <p:cNvSpPr/>
          <p:nvPr/>
        </p:nvSpPr>
        <p:spPr>
          <a:xfrm>
            <a:off x="3419856" y="1746504"/>
            <a:ext cx="292608" cy="292608"/>
          </a:xfrm>
          <a:prstGeom prst="rect">
            <a:avLst/>
          </a:prstGeom>
          <a:solidFill>
            <a:srgbClr val="22201F"/>
          </a:solidFill>
          <a:ln/>
        </p:spPr>
      </p:sp>
      <p:sp>
        <p:nvSpPr>
          <p:cNvPr id="29" name="Shape 26"/>
          <p:cNvSpPr/>
          <p:nvPr/>
        </p:nvSpPr>
        <p:spPr>
          <a:xfrm>
            <a:off x="3470148" y="1796796"/>
            <a:ext cx="192024" cy="192024"/>
          </a:xfrm>
          <a:prstGeom prst="rect">
            <a:avLst/>
          </a:prstGeom>
          <a:solidFill>
            <a:srgbClr val="E0503C"/>
          </a:solidFill>
          <a:ln/>
        </p:spPr>
      </p:sp>
      <p:sp>
        <p:nvSpPr>
          <p:cNvPr id="30" name="Text 27"/>
          <p:cNvSpPr txBox="1"/>
          <p:nvPr/>
        </p:nvSpPr>
        <p:spPr>
          <a:xfrm>
            <a:off x="3419856" y="174650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31" name="Text 28"/>
          <p:cNvSpPr txBox="1"/>
          <p:nvPr/>
        </p:nvSpPr>
        <p:spPr>
          <a:xfrm>
            <a:off x="3840480" y="172821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상단 바</a:t>
            </a:r>
            <a:endParaRPr lang="ko-KR" sz="1500" dirty="0"/>
          </a:p>
        </p:txBody>
      </p:sp>
      <p:sp>
        <p:nvSpPr>
          <p:cNvPr id="32" name="Shape 29"/>
          <p:cNvSpPr/>
          <p:nvPr/>
        </p:nvSpPr>
        <p:spPr>
          <a:xfrm>
            <a:off x="6748272" y="1773936"/>
            <a:ext cx="475488" cy="237744"/>
          </a:xfrm>
          <a:prstGeom prst="rect">
            <a:avLst/>
          </a:prstGeom>
          <a:solidFill>
            <a:srgbClr val="22201F"/>
          </a:solidFill>
          <a:ln/>
        </p:spPr>
      </p:sp>
      <p:sp>
        <p:nvSpPr>
          <p:cNvPr id="33" name="Shape 30"/>
          <p:cNvSpPr/>
          <p:nvPr/>
        </p:nvSpPr>
        <p:spPr>
          <a:xfrm>
            <a:off x="6798564" y="1824228"/>
            <a:ext cx="374904" cy="137160"/>
          </a:xfrm>
          <a:prstGeom prst="rect">
            <a:avLst/>
          </a:prstGeom>
          <a:solidFill>
            <a:srgbClr val="3FBF6F"/>
          </a:solidFill>
          <a:ln/>
        </p:spPr>
      </p:sp>
      <p:sp>
        <p:nvSpPr>
          <p:cNvPr id="34" name="Shape 31"/>
          <p:cNvSpPr/>
          <p:nvPr/>
        </p:nvSpPr>
        <p:spPr>
          <a:xfrm>
            <a:off x="6748272" y="1773936"/>
            <a:ext cx="50292" cy="50292"/>
          </a:xfrm>
          <a:prstGeom prst="rect">
            <a:avLst/>
          </a:prstGeom>
          <a:solidFill>
            <a:srgbClr val="0F1426"/>
          </a:solidFill>
          <a:ln/>
        </p:spPr>
      </p:sp>
      <p:sp>
        <p:nvSpPr>
          <p:cNvPr id="35" name="Shape 32"/>
          <p:cNvSpPr/>
          <p:nvPr/>
        </p:nvSpPr>
        <p:spPr>
          <a:xfrm>
            <a:off x="7173468" y="1773936"/>
            <a:ext cx="50292" cy="50292"/>
          </a:xfrm>
          <a:prstGeom prst="rect">
            <a:avLst/>
          </a:prstGeom>
          <a:solidFill>
            <a:srgbClr val="0F1426"/>
          </a:solidFill>
          <a:ln/>
        </p:spPr>
      </p:sp>
      <p:sp>
        <p:nvSpPr>
          <p:cNvPr id="36" name="Shape 33"/>
          <p:cNvSpPr/>
          <p:nvPr/>
        </p:nvSpPr>
        <p:spPr>
          <a:xfrm>
            <a:off x="6748272" y="1961388"/>
            <a:ext cx="50292" cy="50292"/>
          </a:xfrm>
          <a:prstGeom prst="rect">
            <a:avLst/>
          </a:prstGeom>
          <a:solidFill>
            <a:srgbClr val="0F1426"/>
          </a:solidFill>
          <a:ln/>
        </p:spPr>
      </p:sp>
      <p:sp>
        <p:nvSpPr>
          <p:cNvPr id="37" name="Shape 34"/>
          <p:cNvSpPr/>
          <p:nvPr/>
        </p:nvSpPr>
        <p:spPr>
          <a:xfrm>
            <a:off x="7173468" y="1961388"/>
            <a:ext cx="50292" cy="50292"/>
          </a:xfrm>
          <a:prstGeom prst="rect">
            <a:avLst/>
          </a:prstGeom>
          <a:solidFill>
            <a:srgbClr val="0F1426"/>
          </a:solidFill>
          <a:ln/>
        </p:spPr>
      </p:sp>
      <p:sp>
        <p:nvSpPr>
          <p:cNvPr id="38" name="Text 35"/>
          <p:cNvSpPr txBox="1"/>
          <p:nvPr/>
        </p:nvSpPr>
        <p:spPr>
          <a:xfrm>
            <a:off x="6748272" y="177393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39" name="Text 36"/>
          <p:cNvSpPr txBox="1"/>
          <p:nvPr/>
        </p:nvSpPr>
        <p:spPr>
          <a:xfrm>
            <a:off x="3840480" y="212140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일시정지·소리 버튼, 난이도와 모드,</a:t>
            </a:r>
            <a:endParaRPr lang="ko-KR" sz="1200" dirty="0"/>
          </a:p>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(경쟁 모드) 남은 시간</a:t>
            </a:r>
            <a:endParaRPr lang="ko-KR" sz="1200" dirty="0"/>
          </a:p>
        </p:txBody>
      </p:sp>
      <p:sp>
        <p:nvSpPr>
          <p:cNvPr id="40" name="Shape 37"/>
          <p:cNvSpPr/>
          <p:nvPr/>
        </p:nvSpPr>
        <p:spPr>
          <a:xfrm>
            <a:off x="2493279" y="1964333"/>
            <a:ext cx="256032" cy="256032"/>
          </a:xfrm>
          <a:prstGeom prst="rect">
            <a:avLst/>
          </a:prstGeom>
          <a:solidFill>
            <a:srgbClr val="22201F"/>
          </a:solidFill>
          <a:ln/>
        </p:spPr>
      </p:sp>
      <p:sp>
        <p:nvSpPr>
          <p:cNvPr id="41" name="Shape 38"/>
          <p:cNvSpPr/>
          <p:nvPr/>
        </p:nvSpPr>
        <p:spPr>
          <a:xfrm>
            <a:off x="2543571" y="2014625"/>
            <a:ext cx="155448" cy="155448"/>
          </a:xfrm>
          <a:prstGeom prst="rect">
            <a:avLst/>
          </a:prstGeom>
          <a:solidFill>
            <a:srgbClr val="E0503C"/>
          </a:solidFill>
          <a:ln/>
        </p:spPr>
      </p:sp>
      <p:sp>
        <p:nvSpPr>
          <p:cNvPr id="42" name="Text 39"/>
          <p:cNvSpPr txBox="1"/>
          <p:nvPr/>
        </p:nvSpPr>
        <p:spPr>
          <a:xfrm>
            <a:off x="2493279" y="196433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43" name="Shape 40"/>
          <p:cNvSpPr/>
          <p:nvPr/>
        </p:nvSpPr>
        <p:spPr>
          <a:xfrm>
            <a:off x="7498080" y="1572768"/>
            <a:ext cx="4069080" cy="1261872"/>
          </a:xfrm>
          <a:prstGeom prst="rect">
            <a:avLst/>
          </a:prstGeom>
          <a:solidFill>
            <a:srgbClr val="3A4E7A"/>
          </a:solidFill>
          <a:ln/>
        </p:spPr>
      </p:sp>
      <p:sp>
        <p:nvSpPr>
          <p:cNvPr id="44" name="Shape 41"/>
          <p:cNvSpPr/>
          <p:nvPr/>
        </p:nvSpPr>
        <p:spPr>
          <a:xfrm>
            <a:off x="7548372" y="1623060"/>
            <a:ext cx="3968496" cy="1161288"/>
          </a:xfrm>
          <a:prstGeom prst="rect">
            <a:avLst/>
          </a:prstGeom>
          <a:solidFill>
            <a:srgbClr val="1F2A4A"/>
          </a:solidFill>
          <a:ln/>
        </p:spPr>
      </p:sp>
      <p:sp>
        <p:nvSpPr>
          <p:cNvPr id="45" name="Shape 42"/>
          <p:cNvSpPr/>
          <p:nvPr/>
        </p:nvSpPr>
        <p:spPr>
          <a:xfrm>
            <a:off x="7498080" y="1572768"/>
            <a:ext cx="50292" cy="50292"/>
          </a:xfrm>
          <a:prstGeom prst="rect">
            <a:avLst/>
          </a:prstGeom>
          <a:solidFill>
            <a:srgbClr val="0F1426"/>
          </a:solidFill>
          <a:ln/>
        </p:spPr>
      </p:sp>
      <p:sp>
        <p:nvSpPr>
          <p:cNvPr id="46" name="Shape 43"/>
          <p:cNvSpPr/>
          <p:nvPr/>
        </p:nvSpPr>
        <p:spPr>
          <a:xfrm>
            <a:off x="11516868" y="1572768"/>
            <a:ext cx="50292" cy="50292"/>
          </a:xfrm>
          <a:prstGeom prst="rect">
            <a:avLst/>
          </a:prstGeom>
          <a:solidFill>
            <a:srgbClr val="0F1426"/>
          </a:solidFill>
          <a:ln/>
        </p:spPr>
      </p:sp>
      <p:sp>
        <p:nvSpPr>
          <p:cNvPr id="47" name="Shape 44"/>
          <p:cNvSpPr/>
          <p:nvPr/>
        </p:nvSpPr>
        <p:spPr>
          <a:xfrm>
            <a:off x="7498080" y="2784348"/>
            <a:ext cx="50292" cy="50292"/>
          </a:xfrm>
          <a:prstGeom prst="rect">
            <a:avLst/>
          </a:prstGeom>
          <a:solidFill>
            <a:srgbClr val="0F1426"/>
          </a:solidFill>
          <a:ln/>
        </p:spPr>
      </p:sp>
      <p:sp>
        <p:nvSpPr>
          <p:cNvPr id="48" name="Shape 45"/>
          <p:cNvSpPr/>
          <p:nvPr/>
        </p:nvSpPr>
        <p:spPr>
          <a:xfrm>
            <a:off x="11516868" y="2784348"/>
            <a:ext cx="50292" cy="50292"/>
          </a:xfrm>
          <a:prstGeom prst="rect">
            <a:avLst/>
          </a:prstGeom>
          <a:solidFill>
            <a:srgbClr val="0F1426"/>
          </a:solidFill>
          <a:ln/>
        </p:spPr>
      </p:sp>
      <p:sp>
        <p:nvSpPr>
          <p:cNvPr id="49" name="Shape 46"/>
          <p:cNvSpPr/>
          <p:nvPr/>
        </p:nvSpPr>
        <p:spPr>
          <a:xfrm>
            <a:off x="7671816" y="1746504"/>
            <a:ext cx="292608" cy="292608"/>
          </a:xfrm>
          <a:prstGeom prst="rect">
            <a:avLst/>
          </a:prstGeom>
          <a:solidFill>
            <a:srgbClr val="22201F"/>
          </a:solidFill>
          <a:ln/>
        </p:spPr>
      </p:sp>
      <p:sp>
        <p:nvSpPr>
          <p:cNvPr id="50" name="Shape 47"/>
          <p:cNvSpPr/>
          <p:nvPr/>
        </p:nvSpPr>
        <p:spPr>
          <a:xfrm>
            <a:off x="7722108" y="1796796"/>
            <a:ext cx="192024" cy="192024"/>
          </a:xfrm>
          <a:prstGeom prst="rect">
            <a:avLst/>
          </a:prstGeom>
          <a:solidFill>
            <a:srgbClr val="E0503C"/>
          </a:solidFill>
          <a:ln/>
        </p:spPr>
      </p:sp>
      <p:sp>
        <p:nvSpPr>
          <p:cNvPr id="51" name="Text 48"/>
          <p:cNvSpPr txBox="1"/>
          <p:nvPr/>
        </p:nvSpPr>
        <p:spPr>
          <a:xfrm>
            <a:off x="7671816" y="174650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8092440" y="172821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오늘의 조건 띠</a:t>
            </a:r>
            <a:endParaRPr lang="ko-KR" sz="1500" dirty="0"/>
          </a:p>
        </p:txBody>
      </p:sp>
      <p:sp>
        <p:nvSpPr>
          <p:cNvPr id="53" name="Shape 50"/>
          <p:cNvSpPr/>
          <p:nvPr/>
        </p:nvSpPr>
        <p:spPr>
          <a:xfrm>
            <a:off x="11000232" y="1773936"/>
            <a:ext cx="475488" cy="237744"/>
          </a:xfrm>
          <a:prstGeom prst="rect">
            <a:avLst/>
          </a:prstGeom>
          <a:solidFill>
            <a:srgbClr val="22201F"/>
          </a:solidFill>
          <a:ln/>
        </p:spPr>
      </p:sp>
      <p:sp>
        <p:nvSpPr>
          <p:cNvPr id="54" name="Shape 51"/>
          <p:cNvSpPr/>
          <p:nvPr/>
        </p:nvSpPr>
        <p:spPr>
          <a:xfrm>
            <a:off x="11050524" y="1824228"/>
            <a:ext cx="374904" cy="137160"/>
          </a:xfrm>
          <a:prstGeom prst="rect">
            <a:avLst/>
          </a:prstGeom>
          <a:solidFill>
            <a:srgbClr val="45C7C1"/>
          </a:solidFill>
          <a:ln/>
        </p:spPr>
      </p:sp>
      <p:sp>
        <p:nvSpPr>
          <p:cNvPr id="55" name="Shape 52"/>
          <p:cNvSpPr/>
          <p:nvPr/>
        </p:nvSpPr>
        <p:spPr>
          <a:xfrm>
            <a:off x="11000232" y="1773936"/>
            <a:ext cx="50292" cy="50292"/>
          </a:xfrm>
          <a:prstGeom prst="rect">
            <a:avLst/>
          </a:prstGeom>
          <a:solidFill>
            <a:srgbClr val="0F1426"/>
          </a:solidFill>
          <a:ln/>
        </p:spPr>
      </p:sp>
      <p:sp>
        <p:nvSpPr>
          <p:cNvPr id="56" name="Shape 53"/>
          <p:cNvSpPr/>
          <p:nvPr/>
        </p:nvSpPr>
        <p:spPr>
          <a:xfrm>
            <a:off x="11425428" y="1773936"/>
            <a:ext cx="50292" cy="50292"/>
          </a:xfrm>
          <a:prstGeom prst="rect">
            <a:avLst/>
          </a:prstGeom>
          <a:solidFill>
            <a:srgbClr val="0F1426"/>
          </a:solidFill>
          <a:ln/>
        </p:spPr>
      </p:sp>
      <p:sp>
        <p:nvSpPr>
          <p:cNvPr id="57" name="Shape 54"/>
          <p:cNvSpPr/>
          <p:nvPr/>
        </p:nvSpPr>
        <p:spPr>
          <a:xfrm>
            <a:off x="11000232" y="1961388"/>
            <a:ext cx="50292" cy="50292"/>
          </a:xfrm>
          <a:prstGeom prst="rect">
            <a:avLst/>
          </a:prstGeom>
          <a:solidFill>
            <a:srgbClr val="0F1426"/>
          </a:solidFill>
          <a:ln/>
        </p:spPr>
      </p:sp>
      <p:sp>
        <p:nvSpPr>
          <p:cNvPr id="58" name="Shape 55"/>
          <p:cNvSpPr/>
          <p:nvPr/>
        </p:nvSpPr>
        <p:spPr>
          <a:xfrm>
            <a:off x="11425428" y="1961388"/>
            <a:ext cx="50292" cy="50292"/>
          </a:xfrm>
          <a:prstGeom prst="rect">
            <a:avLst/>
          </a:prstGeom>
          <a:solidFill>
            <a:srgbClr val="0F1426"/>
          </a:solidFill>
          <a:ln/>
        </p:spPr>
      </p:sp>
      <p:sp>
        <p:nvSpPr>
          <p:cNvPr id="59" name="Text 56"/>
          <p:cNvSpPr txBox="1"/>
          <p:nvPr/>
        </p:nvSpPr>
        <p:spPr>
          <a:xfrm>
            <a:off x="11000232" y="177393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60" name="Text 57"/>
          <p:cNvSpPr txBox="1"/>
          <p:nvPr/>
        </p:nvSpPr>
        <p:spPr>
          <a:xfrm>
            <a:off x="8092440" y="212140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난이도별 핵심 규칙 한 줄. 누르면 규칙 카드</a:t>
            </a:r>
            <a:endParaRPr lang="ko-KR" sz="1200" dirty="0"/>
          </a:p>
        </p:txBody>
      </p:sp>
      <p:sp>
        <p:nvSpPr>
          <p:cNvPr id="61" name="Shape 58"/>
          <p:cNvSpPr/>
          <p:nvPr/>
        </p:nvSpPr>
        <p:spPr>
          <a:xfrm>
            <a:off x="2493279" y="2568233"/>
            <a:ext cx="256032" cy="256032"/>
          </a:xfrm>
          <a:prstGeom prst="rect">
            <a:avLst/>
          </a:prstGeom>
          <a:solidFill>
            <a:srgbClr val="22201F"/>
          </a:solidFill>
          <a:ln/>
        </p:spPr>
      </p:sp>
      <p:sp>
        <p:nvSpPr>
          <p:cNvPr id="62" name="Shape 59"/>
          <p:cNvSpPr/>
          <p:nvPr/>
        </p:nvSpPr>
        <p:spPr>
          <a:xfrm>
            <a:off x="2543571" y="2618525"/>
            <a:ext cx="155448" cy="155448"/>
          </a:xfrm>
          <a:prstGeom prst="rect">
            <a:avLst/>
          </a:prstGeom>
          <a:solidFill>
            <a:srgbClr val="E0503C"/>
          </a:solidFill>
          <a:ln/>
        </p:spPr>
      </p:sp>
      <p:sp>
        <p:nvSpPr>
          <p:cNvPr id="63" name="Text 60"/>
          <p:cNvSpPr txBox="1"/>
          <p:nvPr/>
        </p:nvSpPr>
        <p:spPr>
          <a:xfrm>
            <a:off x="2493279" y="256823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Shape 61"/>
          <p:cNvSpPr/>
          <p:nvPr/>
        </p:nvSpPr>
        <p:spPr>
          <a:xfrm>
            <a:off x="3246120" y="2990088"/>
            <a:ext cx="4069080" cy="1261872"/>
          </a:xfrm>
          <a:prstGeom prst="rect">
            <a:avLst/>
          </a:prstGeom>
          <a:solidFill>
            <a:srgbClr val="3A4E7A"/>
          </a:solidFill>
          <a:ln/>
        </p:spPr>
      </p:sp>
      <p:sp>
        <p:nvSpPr>
          <p:cNvPr id="65" name="Shape 62"/>
          <p:cNvSpPr/>
          <p:nvPr/>
        </p:nvSpPr>
        <p:spPr>
          <a:xfrm>
            <a:off x="3296412" y="3040380"/>
            <a:ext cx="3968496" cy="1161288"/>
          </a:xfrm>
          <a:prstGeom prst="rect">
            <a:avLst/>
          </a:prstGeom>
          <a:solidFill>
            <a:srgbClr val="1F2A4A"/>
          </a:solidFill>
          <a:ln/>
        </p:spPr>
      </p:sp>
      <p:sp>
        <p:nvSpPr>
          <p:cNvPr id="66" name="Shape 63"/>
          <p:cNvSpPr/>
          <p:nvPr/>
        </p:nvSpPr>
        <p:spPr>
          <a:xfrm>
            <a:off x="3246120" y="2990088"/>
            <a:ext cx="50292" cy="50292"/>
          </a:xfrm>
          <a:prstGeom prst="rect">
            <a:avLst/>
          </a:prstGeom>
          <a:solidFill>
            <a:srgbClr val="0F1426"/>
          </a:solidFill>
          <a:ln/>
        </p:spPr>
      </p:sp>
      <p:sp>
        <p:nvSpPr>
          <p:cNvPr id="67" name="Shape 64"/>
          <p:cNvSpPr/>
          <p:nvPr/>
        </p:nvSpPr>
        <p:spPr>
          <a:xfrm>
            <a:off x="7264908" y="2990088"/>
            <a:ext cx="50292" cy="50292"/>
          </a:xfrm>
          <a:prstGeom prst="rect">
            <a:avLst/>
          </a:prstGeom>
          <a:solidFill>
            <a:srgbClr val="0F1426"/>
          </a:solidFill>
          <a:ln/>
        </p:spPr>
      </p:sp>
      <p:sp>
        <p:nvSpPr>
          <p:cNvPr id="68" name="Shape 65"/>
          <p:cNvSpPr/>
          <p:nvPr/>
        </p:nvSpPr>
        <p:spPr>
          <a:xfrm>
            <a:off x="3246120" y="4201668"/>
            <a:ext cx="50292" cy="50292"/>
          </a:xfrm>
          <a:prstGeom prst="rect">
            <a:avLst/>
          </a:prstGeom>
          <a:solidFill>
            <a:srgbClr val="0F1426"/>
          </a:solidFill>
          <a:ln/>
        </p:spPr>
      </p:sp>
      <p:sp>
        <p:nvSpPr>
          <p:cNvPr id="69" name="Shape 66"/>
          <p:cNvSpPr/>
          <p:nvPr/>
        </p:nvSpPr>
        <p:spPr>
          <a:xfrm>
            <a:off x="7264908" y="4201668"/>
            <a:ext cx="50292" cy="50292"/>
          </a:xfrm>
          <a:prstGeom prst="rect">
            <a:avLst/>
          </a:prstGeom>
          <a:solidFill>
            <a:srgbClr val="0F1426"/>
          </a:solidFill>
          <a:ln/>
        </p:spPr>
      </p:sp>
      <p:sp>
        <p:nvSpPr>
          <p:cNvPr id="70" name="Shape 67"/>
          <p:cNvSpPr/>
          <p:nvPr/>
        </p:nvSpPr>
        <p:spPr>
          <a:xfrm>
            <a:off x="3419856" y="3163824"/>
            <a:ext cx="292608" cy="292608"/>
          </a:xfrm>
          <a:prstGeom prst="rect">
            <a:avLst/>
          </a:prstGeom>
          <a:solidFill>
            <a:srgbClr val="22201F"/>
          </a:solidFill>
          <a:ln/>
        </p:spPr>
      </p:sp>
      <p:sp>
        <p:nvSpPr>
          <p:cNvPr id="71" name="Shape 68"/>
          <p:cNvSpPr/>
          <p:nvPr/>
        </p:nvSpPr>
        <p:spPr>
          <a:xfrm>
            <a:off x="3470148" y="3214116"/>
            <a:ext cx="192024" cy="192024"/>
          </a:xfrm>
          <a:prstGeom prst="rect">
            <a:avLst/>
          </a:prstGeom>
          <a:solidFill>
            <a:srgbClr val="E0503C"/>
          </a:solidFill>
          <a:ln/>
        </p:spPr>
      </p:sp>
      <p:sp>
        <p:nvSpPr>
          <p:cNvPr id="72" name="Text 69"/>
          <p:cNvSpPr txBox="1"/>
          <p:nvPr/>
        </p:nvSpPr>
        <p:spPr>
          <a:xfrm>
            <a:off x="3419856" y="316382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73" name="Text 70"/>
          <p:cNvSpPr txBox="1"/>
          <p:nvPr/>
        </p:nvSpPr>
        <p:spPr>
          <a:xfrm>
            <a:off x="3840480" y="314553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창구 장면</a:t>
            </a:r>
            <a:endParaRPr lang="ko-KR" sz="1500" dirty="0"/>
          </a:p>
        </p:txBody>
      </p:sp>
      <p:sp>
        <p:nvSpPr>
          <p:cNvPr id="74" name="Shape 71"/>
          <p:cNvSpPr/>
          <p:nvPr/>
        </p:nvSpPr>
        <p:spPr>
          <a:xfrm>
            <a:off x="6748272" y="3191256"/>
            <a:ext cx="475488" cy="237744"/>
          </a:xfrm>
          <a:prstGeom prst="rect">
            <a:avLst/>
          </a:prstGeom>
          <a:solidFill>
            <a:srgbClr val="22201F"/>
          </a:solidFill>
          <a:ln/>
        </p:spPr>
      </p:sp>
      <p:sp>
        <p:nvSpPr>
          <p:cNvPr id="75" name="Shape 72"/>
          <p:cNvSpPr/>
          <p:nvPr/>
        </p:nvSpPr>
        <p:spPr>
          <a:xfrm>
            <a:off x="6798564" y="3241548"/>
            <a:ext cx="374904" cy="137160"/>
          </a:xfrm>
          <a:prstGeom prst="rect">
            <a:avLst/>
          </a:prstGeom>
          <a:solidFill>
            <a:srgbClr val="45C7C1"/>
          </a:solidFill>
          <a:ln/>
        </p:spPr>
      </p:sp>
      <p:sp>
        <p:nvSpPr>
          <p:cNvPr id="76" name="Shape 73"/>
          <p:cNvSpPr/>
          <p:nvPr/>
        </p:nvSpPr>
        <p:spPr>
          <a:xfrm>
            <a:off x="6748272" y="3191256"/>
            <a:ext cx="50292" cy="50292"/>
          </a:xfrm>
          <a:prstGeom prst="rect">
            <a:avLst/>
          </a:prstGeom>
          <a:solidFill>
            <a:srgbClr val="0F1426"/>
          </a:solidFill>
          <a:ln/>
        </p:spPr>
      </p:sp>
      <p:sp>
        <p:nvSpPr>
          <p:cNvPr id="77" name="Shape 74"/>
          <p:cNvSpPr/>
          <p:nvPr/>
        </p:nvSpPr>
        <p:spPr>
          <a:xfrm>
            <a:off x="7173468" y="3191256"/>
            <a:ext cx="50292" cy="50292"/>
          </a:xfrm>
          <a:prstGeom prst="rect">
            <a:avLst/>
          </a:prstGeom>
          <a:solidFill>
            <a:srgbClr val="0F1426"/>
          </a:solidFill>
          <a:ln/>
        </p:spPr>
      </p:sp>
      <p:sp>
        <p:nvSpPr>
          <p:cNvPr id="78" name="Shape 75"/>
          <p:cNvSpPr/>
          <p:nvPr/>
        </p:nvSpPr>
        <p:spPr>
          <a:xfrm>
            <a:off x="6748272" y="3378708"/>
            <a:ext cx="50292" cy="50292"/>
          </a:xfrm>
          <a:prstGeom prst="rect">
            <a:avLst/>
          </a:prstGeom>
          <a:solidFill>
            <a:srgbClr val="0F1426"/>
          </a:solidFill>
          <a:ln/>
        </p:spPr>
      </p:sp>
      <p:sp>
        <p:nvSpPr>
          <p:cNvPr id="79" name="Shape 76"/>
          <p:cNvSpPr/>
          <p:nvPr/>
        </p:nvSpPr>
        <p:spPr>
          <a:xfrm>
            <a:off x="7173468" y="3378708"/>
            <a:ext cx="50292" cy="50292"/>
          </a:xfrm>
          <a:prstGeom prst="rect">
            <a:avLst/>
          </a:prstGeom>
          <a:solidFill>
            <a:srgbClr val="0F1426"/>
          </a:solidFill>
          <a:ln/>
        </p:spPr>
      </p:sp>
      <p:sp>
        <p:nvSpPr>
          <p:cNvPr id="80" name="Text 77"/>
          <p:cNvSpPr txBox="1"/>
          <p:nvPr/>
        </p:nvSpPr>
        <p:spPr>
          <a:xfrm>
            <a:off x="6748272" y="319125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81" name="Text 78"/>
          <p:cNvSpPr txBox="1"/>
          <p:nvPr/>
        </p:nvSpPr>
        <p:spPr>
          <a:xfrm>
            <a:off x="3840480" y="353872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창밖 도시 배경 + 창구 앞 상대방 + 상대가 보낸 문자·메일 내용 말풍선</a:t>
            </a:r>
            <a:endParaRPr lang="ko-KR" sz="1200" dirty="0"/>
          </a:p>
        </p:txBody>
      </p:sp>
      <p:sp>
        <p:nvSpPr>
          <p:cNvPr id="82" name="Shape 79"/>
          <p:cNvSpPr/>
          <p:nvPr/>
        </p:nvSpPr>
        <p:spPr>
          <a:xfrm>
            <a:off x="2493279" y="3998522"/>
            <a:ext cx="256032" cy="256032"/>
          </a:xfrm>
          <a:prstGeom prst="rect">
            <a:avLst/>
          </a:prstGeom>
          <a:solidFill>
            <a:srgbClr val="22201F"/>
          </a:solidFill>
          <a:ln/>
        </p:spPr>
      </p:sp>
      <p:sp>
        <p:nvSpPr>
          <p:cNvPr id="83" name="Shape 80"/>
          <p:cNvSpPr/>
          <p:nvPr/>
        </p:nvSpPr>
        <p:spPr>
          <a:xfrm>
            <a:off x="2543571" y="4048814"/>
            <a:ext cx="155448" cy="155448"/>
          </a:xfrm>
          <a:prstGeom prst="rect">
            <a:avLst/>
          </a:prstGeom>
          <a:solidFill>
            <a:srgbClr val="E0503C"/>
          </a:solidFill>
          <a:ln/>
        </p:spPr>
      </p:sp>
      <p:sp>
        <p:nvSpPr>
          <p:cNvPr id="84" name="Text 81"/>
          <p:cNvSpPr txBox="1"/>
          <p:nvPr/>
        </p:nvSpPr>
        <p:spPr>
          <a:xfrm>
            <a:off x="2493279" y="3998522"/>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4</a:t>
            </a:r>
            <a:endParaRPr lang="ko-KR" sz="1200" dirty="0"/>
          </a:p>
        </p:txBody>
      </p:sp>
      <p:sp>
        <p:nvSpPr>
          <p:cNvPr id="85" name="Shape 82"/>
          <p:cNvSpPr/>
          <p:nvPr/>
        </p:nvSpPr>
        <p:spPr>
          <a:xfrm>
            <a:off x="7498080" y="2990088"/>
            <a:ext cx="4069080" cy="1261872"/>
          </a:xfrm>
          <a:prstGeom prst="rect">
            <a:avLst/>
          </a:prstGeom>
          <a:solidFill>
            <a:srgbClr val="3A4E7A"/>
          </a:solidFill>
          <a:ln/>
        </p:spPr>
      </p:sp>
      <p:sp>
        <p:nvSpPr>
          <p:cNvPr id="86" name="Shape 83"/>
          <p:cNvSpPr/>
          <p:nvPr/>
        </p:nvSpPr>
        <p:spPr>
          <a:xfrm>
            <a:off x="7548372" y="3040380"/>
            <a:ext cx="3968496" cy="1161288"/>
          </a:xfrm>
          <a:prstGeom prst="rect">
            <a:avLst/>
          </a:prstGeom>
          <a:solidFill>
            <a:srgbClr val="1F2A4A"/>
          </a:solidFill>
          <a:ln/>
        </p:spPr>
      </p:sp>
      <p:sp>
        <p:nvSpPr>
          <p:cNvPr id="87" name="Shape 84"/>
          <p:cNvSpPr/>
          <p:nvPr/>
        </p:nvSpPr>
        <p:spPr>
          <a:xfrm>
            <a:off x="7498080" y="2990088"/>
            <a:ext cx="50292" cy="50292"/>
          </a:xfrm>
          <a:prstGeom prst="rect">
            <a:avLst/>
          </a:prstGeom>
          <a:solidFill>
            <a:srgbClr val="0F1426"/>
          </a:solidFill>
          <a:ln/>
        </p:spPr>
      </p:sp>
      <p:sp>
        <p:nvSpPr>
          <p:cNvPr id="88" name="Shape 85"/>
          <p:cNvSpPr/>
          <p:nvPr/>
        </p:nvSpPr>
        <p:spPr>
          <a:xfrm>
            <a:off x="11516868" y="2990088"/>
            <a:ext cx="50292" cy="50292"/>
          </a:xfrm>
          <a:prstGeom prst="rect">
            <a:avLst/>
          </a:prstGeom>
          <a:solidFill>
            <a:srgbClr val="0F1426"/>
          </a:solidFill>
          <a:ln/>
        </p:spPr>
      </p:sp>
      <p:sp>
        <p:nvSpPr>
          <p:cNvPr id="89" name="Shape 86"/>
          <p:cNvSpPr/>
          <p:nvPr/>
        </p:nvSpPr>
        <p:spPr>
          <a:xfrm>
            <a:off x="7498080" y="4201668"/>
            <a:ext cx="50292" cy="50292"/>
          </a:xfrm>
          <a:prstGeom prst="rect">
            <a:avLst/>
          </a:prstGeom>
          <a:solidFill>
            <a:srgbClr val="0F1426"/>
          </a:solidFill>
          <a:ln/>
        </p:spPr>
      </p:sp>
      <p:sp>
        <p:nvSpPr>
          <p:cNvPr id="90" name="Shape 87"/>
          <p:cNvSpPr/>
          <p:nvPr/>
        </p:nvSpPr>
        <p:spPr>
          <a:xfrm>
            <a:off x="11516868" y="4201668"/>
            <a:ext cx="50292" cy="50292"/>
          </a:xfrm>
          <a:prstGeom prst="rect">
            <a:avLst/>
          </a:prstGeom>
          <a:solidFill>
            <a:srgbClr val="0F1426"/>
          </a:solidFill>
          <a:ln/>
        </p:spPr>
      </p:sp>
      <p:sp>
        <p:nvSpPr>
          <p:cNvPr id="91" name="Shape 88"/>
          <p:cNvSpPr/>
          <p:nvPr/>
        </p:nvSpPr>
        <p:spPr>
          <a:xfrm>
            <a:off x="7671816" y="3163824"/>
            <a:ext cx="292608" cy="292608"/>
          </a:xfrm>
          <a:prstGeom prst="rect">
            <a:avLst/>
          </a:prstGeom>
          <a:solidFill>
            <a:srgbClr val="22201F"/>
          </a:solidFill>
          <a:ln/>
        </p:spPr>
      </p:sp>
      <p:sp>
        <p:nvSpPr>
          <p:cNvPr id="92" name="Shape 89"/>
          <p:cNvSpPr/>
          <p:nvPr/>
        </p:nvSpPr>
        <p:spPr>
          <a:xfrm>
            <a:off x="7722108" y="3214116"/>
            <a:ext cx="192024" cy="192024"/>
          </a:xfrm>
          <a:prstGeom prst="rect">
            <a:avLst/>
          </a:prstGeom>
          <a:solidFill>
            <a:srgbClr val="E0503C"/>
          </a:solidFill>
          <a:ln/>
        </p:spPr>
      </p:sp>
      <p:sp>
        <p:nvSpPr>
          <p:cNvPr id="93" name="Text 90"/>
          <p:cNvSpPr txBox="1"/>
          <p:nvPr/>
        </p:nvSpPr>
        <p:spPr>
          <a:xfrm>
            <a:off x="7671816" y="316382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4</a:t>
            </a:r>
            <a:endParaRPr lang="ko-KR" sz="1200" dirty="0"/>
          </a:p>
        </p:txBody>
      </p:sp>
      <p:sp>
        <p:nvSpPr>
          <p:cNvPr id="94" name="Text 91"/>
          <p:cNvSpPr txBox="1"/>
          <p:nvPr/>
        </p:nvSpPr>
        <p:spPr>
          <a:xfrm>
            <a:off x="8092440" y="314553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서류 탭</a:t>
            </a:r>
            <a:endParaRPr lang="ko-KR" sz="1500" dirty="0"/>
          </a:p>
        </p:txBody>
      </p:sp>
      <p:sp>
        <p:nvSpPr>
          <p:cNvPr id="95" name="Shape 92"/>
          <p:cNvSpPr/>
          <p:nvPr/>
        </p:nvSpPr>
        <p:spPr>
          <a:xfrm>
            <a:off x="11000232" y="3191256"/>
            <a:ext cx="475488" cy="237744"/>
          </a:xfrm>
          <a:prstGeom prst="rect">
            <a:avLst/>
          </a:prstGeom>
          <a:solidFill>
            <a:srgbClr val="22201F"/>
          </a:solidFill>
          <a:ln/>
        </p:spPr>
      </p:sp>
      <p:sp>
        <p:nvSpPr>
          <p:cNvPr id="96" name="Shape 93"/>
          <p:cNvSpPr/>
          <p:nvPr/>
        </p:nvSpPr>
        <p:spPr>
          <a:xfrm>
            <a:off x="11050524" y="3241548"/>
            <a:ext cx="374904" cy="137160"/>
          </a:xfrm>
          <a:prstGeom prst="rect">
            <a:avLst/>
          </a:prstGeom>
          <a:solidFill>
            <a:srgbClr val="45C7C1"/>
          </a:solidFill>
          <a:ln/>
        </p:spPr>
      </p:sp>
      <p:sp>
        <p:nvSpPr>
          <p:cNvPr id="97" name="Shape 94"/>
          <p:cNvSpPr/>
          <p:nvPr/>
        </p:nvSpPr>
        <p:spPr>
          <a:xfrm>
            <a:off x="11000232" y="3191256"/>
            <a:ext cx="50292" cy="50292"/>
          </a:xfrm>
          <a:prstGeom prst="rect">
            <a:avLst/>
          </a:prstGeom>
          <a:solidFill>
            <a:srgbClr val="0F1426"/>
          </a:solidFill>
          <a:ln/>
        </p:spPr>
      </p:sp>
      <p:sp>
        <p:nvSpPr>
          <p:cNvPr id="98" name="Shape 95"/>
          <p:cNvSpPr/>
          <p:nvPr/>
        </p:nvSpPr>
        <p:spPr>
          <a:xfrm>
            <a:off x="11425428" y="3191256"/>
            <a:ext cx="50292" cy="50292"/>
          </a:xfrm>
          <a:prstGeom prst="rect">
            <a:avLst/>
          </a:prstGeom>
          <a:solidFill>
            <a:srgbClr val="0F1426"/>
          </a:solidFill>
          <a:ln/>
        </p:spPr>
      </p:sp>
      <p:sp>
        <p:nvSpPr>
          <p:cNvPr id="99" name="Shape 96"/>
          <p:cNvSpPr/>
          <p:nvPr/>
        </p:nvSpPr>
        <p:spPr>
          <a:xfrm>
            <a:off x="11000232" y="3378708"/>
            <a:ext cx="50292" cy="50292"/>
          </a:xfrm>
          <a:prstGeom prst="rect">
            <a:avLst/>
          </a:prstGeom>
          <a:solidFill>
            <a:srgbClr val="0F1426"/>
          </a:solidFill>
          <a:ln/>
        </p:spPr>
      </p:sp>
      <p:sp>
        <p:nvSpPr>
          <p:cNvPr id="100" name="Shape 97"/>
          <p:cNvSpPr/>
          <p:nvPr/>
        </p:nvSpPr>
        <p:spPr>
          <a:xfrm>
            <a:off x="11425428" y="3378708"/>
            <a:ext cx="50292" cy="50292"/>
          </a:xfrm>
          <a:prstGeom prst="rect">
            <a:avLst/>
          </a:prstGeom>
          <a:solidFill>
            <a:srgbClr val="0F1426"/>
          </a:solidFill>
          <a:ln/>
        </p:spPr>
      </p:sp>
      <p:sp>
        <p:nvSpPr>
          <p:cNvPr id="101" name="Text 98"/>
          <p:cNvSpPr txBox="1"/>
          <p:nvPr/>
        </p:nvSpPr>
        <p:spPr>
          <a:xfrm>
            <a:off x="11000232" y="319125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102" name="Text 99"/>
          <p:cNvSpPr txBox="1"/>
          <p:nvPr/>
        </p:nvSpPr>
        <p:spPr>
          <a:xfrm>
            <a:off x="8092440" y="353872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받은 문자 · 공식 연락처 · 내 기록 · 파일 정보 · 조회한 자료</a:t>
            </a:r>
            <a:endParaRPr lang="ko-KR" sz="1200" dirty="0"/>
          </a:p>
        </p:txBody>
      </p:sp>
      <p:sp>
        <p:nvSpPr>
          <p:cNvPr id="103" name="Shape 100"/>
          <p:cNvSpPr/>
          <p:nvPr/>
        </p:nvSpPr>
        <p:spPr>
          <a:xfrm>
            <a:off x="2493279" y="5312268"/>
            <a:ext cx="256032" cy="256032"/>
          </a:xfrm>
          <a:prstGeom prst="rect">
            <a:avLst/>
          </a:prstGeom>
          <a:solidFill>
            <a:srgbClr val="22201F"/>
          </a:solidFill>
          <a:ln/>
        </p:spPr>
      </p:sp>
      <p:sp>
        <p:nvSpPr>
          <p:cNvPr id="104" name="Shape 101"/>
          <p:cNvSpPr/>
          <p:nvPr/>
        </p:nvSpPr>
        <p:spPr>
          <a:xfrm>
            <a:off x="2543571" y="5362560"/>
            <a:ext cx="155448" cy="155448"/>
          </a:xfrm>
          <a:prstGeom prst="rect">
            <a:avLst/>
          </a:prstGeom>
          <a:solidFill>
            <a:srgbClr val="E0503C"/>
          </a:solidFill>
          <a:ln/>
        </p:spPr>
      </p:sp>
      <p:sp>
        <p:nvSpPr>
          <p:cNvPr id="105" name="Text 102"/>
          <p:cNvSpPr txBox="1"/>
          <p:nvPr/>
        </p:nvSpPr>
        <p:spPr>
          <a:xfrm>
            <a:off x="2493279" y="5312268"/>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5</a:t>
            </a:r>
            <a:endParaRPr lang="ko-KR" sz="1200" dirty="0"/>
          </a:p>
        </p:txBody>
      </p:sp>
      <p:sp>
        <p:nvSpPr>
          <p:cNvPr id="106" name="Shape 103"/>
          <p:cNvSpPr/>
          <p:nvPr/>
        </p:nvSpPr>
        <p:spPr>
          <a:xfrm>
            <a:off x="3246120" y="4407408"/>
            <a:ext cx="4069080" cy="1261872"/>
          </a:xfrm>
          <a:prstGeom prst="rect">
            <a:avLst/>
          </a:prstGeom>
          <a:solidFill>
            <a:srgbClr val="3A4E7A"/>
          </a:solidFill>
          <a:ln/>
        </p:spPr>
      </p:sp>
      <p:sp>
        <p:nvSpPr>
          <p:cNvPr id="107" name="Shape 104"/>
          <p:cNvSpPr/>
          <p:nvPr/>
        </p:nvSpPr>
        <p:spPr>
          <a:xfrm>
            <a:off x="3296412" y="4457700"/>
            <a:ext cx="3968496" cy="1161288"/>
          </a:xfrm>
          <a:prstGeom prst="rect">
            <a:avLst/>
          </a:prstGeom>
          <a:solidFill>
            <a:srgbClr val="1F2A4A"/>
          </a:solidFill>
          <a:ln/>
        </p:spPr>
      </p:sp>
      <p:sp>
        <p:nvSpPr>
          <p:cNvPr id="108" name="Shape 105"/>
          <p:cNvSpPr/>
          <p:nvPr/>
        </p:nvSpPr>
        <p:spPr>
          <a:xfrm>
            <a:off x="3246120" y="4407408"/>
            <a:ext cx="50292" cy="50292"/>
          </a:xfrm>
          <a:prstGeom prst="rect">
            <a:avLst/>
          </a:prstGeom>
          <a:solidFill>
            <a:srgbClr val="0F1426"/>
          </a:solidFill>
          <a:ln/>
        </p:spPr>
      </p:sp>
      <p:sp>
        <p:nvSpPr>
          <p:cNvPr id="109" name="Shape 106"/>
          <p:cNvSpPr/>
          <p:nvPr/>
        </p:nvSpPr>
        <p:spPr>
          <a:xfrm>
            <a:off x="7264908" y="4407408"/>
            <a:ext cx="50292" cy="50292"/>
          </a:xfrm>
          <a:prstGeom prst="rect">
            <a:avLst/>
          </a:prstGeom>
          <a:solidFill>
            <a:srgbClr val="0F1426"/>
          </a:solidFill>
          <a:ln/>
        </p:spPr>
      </p:sp>
      <p:sp>
        <p:nvSpPr>
          <p:cNvPr id="110" name="Shape 107"/>
          <p:cNvSpPr/>
          <p:nvPr/>
        </p:nvSpPr>
        <p:spPr>
          <a:xfrm>
            <a:off x="3246120" y="5618988"/>
            <a:ext cx="50292" cy="50292"/>
          </a:xfrm>
          <a:prstGeom prst="rect">
            <a:avLst/>
          </a:prstGeom>
          <a:solidFill>
            <a:srgbClr val="0F1426"/>
          </a:solidFill>
          <a:ln/>
        </p:spPr>
      </p:sp>
      <p:sp>
        <p:nvSpPr>
          <p:cNvPr id="111" name="Shape 108"/>
          <p:cNvSpPr/>
          <p:nvPr/>
        </p:nvSpPr>
        <p:spPr>
          <a:xfrm>
            <a:off x="7264908" y="5618988"/>
            <a:ext cx="50292" cy="50292"/>
          </a:xfrm>
          <a:prstGeom prst="rect">
            <a:avLst/>
          </a:prstGeom>
          <a:solidFill>
            <a:srgbClr val="0F1426"/>
          </a:solidFill>
          <a:ln/>
        </p:spPr>
      </p:sp>
      <p:sp>
        <p:nvSpPr>
          <p:cNvPr id="112" name="Shape 109"/>
          <p:cNvSpPr/>
          <p:nvPr/>
        </p:nvSpPr>
        <p:spPr>
          <a:xfrm>
            <a:off x="3419856" y="4581144"/>
            <a:ext cx="292608" cy="292608"/>
          </a:xfrm>
          <a:prstGeom prst="rect">
            <a:avLst/>
          </a:prstGeom>
          <a:solidFill>
            <a:srgbClr val="22201F"/>
          </a:solidFill>
          <a:ln/>
        </p:spPr>
      </p:sp>
      <p:sp>
        <p:nvSpPr>
          <p:cNvPr id="113" name="Shape 110"/>
          <p:cNvSpPr/>
          <p:nvPr/>
        </p:nvSpPr>
        <p:spPr>
          <a:xfrm>
            <a:off x="3470148" y="4631436"/>
            <a:ext cx="192024" cy="192024"/>
          </a:xfrm>
          <a:prstGeom prst="rect">
            <a:avLst/>
          </a:prstGeom>
          <a:solidFill>
            <a:srgbClr val="E0503C"/>
          </a:solidFill>
          <a:ln/>
        </p:spPr>
      </p:sp>
      <p:sp>
        <p:nvSpPr>
          <p:cNvPr id="114" name="Text 111"/>
          <p:cNvSpPr txBox="1"/>
          <p:nvPr/>
        </p:nvSpPr>
        <p:spPr>
          <a:xfrm>
            <a:off x="3419856" y="458114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5</a:t>
            </a:r>
            <a:endParaRPr lang="ko-KR" sz="1200" dirty="0"/>
          </a:p>
        </p:txBody>
      </p:sp>
      <p:sp>
        <p:nvSpPr>
          <p:cNvPr id="115" name="Text 112"/>
          <p:cNvSpPr txBox="1"/>
          <p:nvPr/>
        </p:nvSpPr>
        <p:spPr>
          <a:xfrm>
            <a:off x="3840480" y="456285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도구</a:t>
            </a:r>
            <a:endParaRPr lang="ko-KR" sz="1500" dirty="0"/>
          </a:p>
        </p:txBody>
      </p:sp>
      <p:sp>
        <p:nvSpPr>
          <p:cNvPr id="116" name="Shape 113"/>
          <p:cNvSpPr/>
          <p:nvPr/>
        </p:nvSpPr>
        <p:spPr>
          <a:xfrm>
            <a:off x="6748272" y="4608576"/>
            <a:ext cx="475488" cy="237744"/>
          </a:xfrm>
          <a:prstGeom prst="rect">
            <a:avLst/>
          </a:prstGeom>
          <a:solidFill>
            <a:srgbClr val="22201F"/>
          </a:solidFill>
          <a:ln/>
        </p:spPr>
      </p:sp>
      <p:sp>
        <p:nvSpPr>
          <p:cNvPr id="117" name="Shape 114"/>
          <p:cNvSpPr/>
          <p:nvPr/>
        </p:nvSpPr>
        <p:spPr>
          <a:xfrm>
            <a:off x="6798564" y="4658868"/>
            <a:ext cx="374904" cy="137160"/>
          </a:xfrm>
          <a:prstGeom prst="rect">
            <a:avLst/>
          </a:prstGeom>
          <a:solidFill>
            <a:srgbClr val="45C7C1"/>
          </a:solidFill>
          <a:ln/>
        </p:spPr>
      </p:sp>
      <p:sp>
        <p:nvSpPr>
          <p:cNvPr id="118" name="Shape 115"/>
          <p:cNvSpPr/>
          <p:nvPr/>
        </p:nvSpPr>
        <p:spPr>
          <a:xfrm>
            <a:off x="6748272" y="4608576"/>
            <a:ext cx="50292" cy="50292"/>
          </a:xfrm>
          <a:prstGeom prst="rect">
            <a:avLst/>
          </a:prstGeom>
          <a:solidFill>
            <a:srgbClr val="0F1426"/>
          </a:solidFill>
          <a:ln/>
        </p:spPr>
      </p:sp>
      <p:sp>
        <p:nvSpPr>
          <p:cNvPr id="119" name="Shape 116"/>
          <p:cNvSpPr/>
          <p:nvPr/>
        </p:nvSpPr>
        <p:spPr>
          <a:xfrm>
            <a:off x="7173468" y="4608576"/>
            <a:ext cx="50292" cy="50292"/>
          </a:xfrm>
          <a:prstGeom prst="rect">
            <a:avLst/>
          </a:prstGeom>
          <a:solidFill>
            <a:srgbClr val="0F1426"/>
          </a:solidFill>
          <a:ln/>
        </p:spPr>
      </p:sp>
      <p:sp>
        <p:nvSpPr>
          <p:cNvPr id="120" name="Shape 117"/>
          <p:cNvSpPr/>
          <p:nvPr/>
        </p:nvSpPr>
        <p:spPr>
          <a:xfrm>
            <a:off x="6748272" y="4796028"/>
            <a:ext cx="50292" cy="50292"/>
          </a:xfrm>
          <a:prstGeom prst="rect">
            <a:avLst/>
          </a:prstGeom>
          <a:solidFill>
            <a:srgbClr val="0F1426"/>
          </a:solidFill>
          <a:ln/>
        </p:spPr>
      </p:sp>
      <p:sp>
        <p:nvSpPr>
          <p:cNvPr id="121" name="Shape 118"/>
          <p:cNvSpPr/>
          <p:nvPr/>
        </p:nvSpPr>
        <p:spPr>
          <a:xfrm>
            <a:off x="7173468" y="4796028"/>
            <a:ext cx="50292" cy="50292"/>
          </a:xfrm>
          <a:prstGeom prst="rect">
            <a:avLst/>
          </a:prstGeom>
          <a:solidFill>
            <a:srgbClr val="0F1426"/>
          </a:solidFill>
          <a:ln/>
        </p:spPr>
      </p:sp>
      <p:sp>
        <p:nvSpPr>
          <p:cNvPr id="122" name="Text 119"/>
          <p:cNvSpPr txBox="1"/>
          <p:nvPr/>
        </p:nvSpPr>
        <p:spPr>
          <a:xfrm>
            <a:off x="6748272" y="460857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123" name="Text 120"/>
          <p:cNvSpPr txBox="1"/>
          <p:nvPr/>
        </p:nvSpPr>
        <p:spPr>
          <a:xfrm>
            <a:off x="3840480" y="495604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대조 · 표시(깃발) · 조회 · 규칙</a:t>
            </a:r>
            <a:endParaRPr lang="ko-KR" sz="1200" dirty="0"/>
          </a:p>
        </p:txBody>
      </p:sp>
      <p:sp>
        <p:nvSpPr>
          <p:cNvPr id="124" name="Shape 121"/>
          <p:cNvSpPr/>
          <p:nvPr/>
        </p:nvSpPr>
        <p:spPr>
          <a:xfrm>
            <a:off x="2493279" y="5677787"/>
            <a:ext cx="256032" cy="256032"/>
          </a:xfrm>
          <a:prstGeom prst="rect">
            <a:avLst/>
          </a:prstGeom>
          <a:solidFill>
            <a:srgbClr val="22201F"/>
          </a:solidFill>
          <a:ln/>
        </p:spPr>
      </p:sp>
      <p:sp>
        <p:nvSpPr>
          <p:cNvPr id="125" name="Shape 122"/>
          <p:cNvSpPr/>
          <p:nvPr/>
        </p:nvSpPr>
        <p:spPr>
          <a:xfrm>
            <a:off x="2543571" y="5728079"/>
            <a:ext cx="155448" cy="155448"/>
          </a:xfrm>
          <a:prstGeom prst="rect">
            <a:avLst/>
          </a:prstGeom>
          <a:solidFill>
            <a:srgbClr val="E0503C"/>
          </a:solidFill>
          <a:ln/>
        </p:spPr>
      </p:sp>
      <p:sp>
        <p:nvSpPr>
          <p:cNvPr id="126" name="Text 123"/>
          <p:cNvSpPr txBox="1"/>
          <p:nvPr/>
        </p:nvSpPr>
        <p:spPr>
          <a:xfrm>
            <a:off x="2493279" y="5677787"/>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6</a:t>
            </a:r>
            <a:endParaRPr lang="ko-KR" sz="1200" dirty="0"/>
          </a:p>
        </p:txBody>
      </p:sp>
      <p:sp>
        <p:nvSpPr>
          <p:cNvPr id="127" name="Shape 124"/>
          <p:cNvSpPr/>
          <p:nvPr/>
        </p:nvSpPr>
        <p:spPr>
          <a:xfrm>
            <a:off x="7498080" y="4407408"/>
            <a:ext cx="4069080" cy="1261872"/>
          </a:xfrm>
          <a:prstGeom prst="rect">
            <a:avLst/>
          </a:prstGeom>
          <a:solidFill>
            <a:srgbClr val="3A4E7A"/>
          </a:solidFill>
          <a:ln/>
        </p:spPr>
      </p:sp>
      <p:sp>
        <p:nvSpPr>
          <p:cNvPr id="128" name="Shape 125"/>
          <p:cNvSpPr/>
          <p:nvPr/>
        </p:nvSpPr>
        <p:spPr>
          <a:xfrm>
            <a:off x="7548372" y="4457700"/>
            <a:ext cx="3968496" cy="1161288"/>
          </a:xfrm>
          <a:prstGeom prst="rect">
            <a:avLst/>
          </a:prstGeom>
          <a:solidFill>
            <a:srgbClr val="1F2A4A"/>
          </a:solidFill>
          <a:ln/>
        </p:spPr>
      </p:sp>
      <p:sp>
        <p:nvSpPr>
          <p:cNvPr id="129" name="Shape 126"/>
          <p:cNvSpPr/>
          <p:nvPr/>
        </p:nvSpPr>
        <p:spPr>
          <a:xfrm>
            <a:off x="7498080" y="4407408"/>
            <a:ext cx="50292" cy="50292"/>
          </a:xfrm>
          <a:prstGeom prst="rect">
            <a:avLst/>
          </a:prstGeom>
          <a:solidFill>
            <a:srgbClr val="0F1426"/>
          </a:solidFill>
          <a:ln/>
        </p:spPr>
      </p:sp>
      <p:sp>
        <p:nvSpPr>
          <p:cNvPr id="130" name="Shape 127"/>
          <p:cNvSpPr/>
          <p:nvPr/>
        </p:nvSpPr>
        <p:spPr>
          <a:xfrm>
            <a:off x="11516868" y="4407408"/>
            <a:ext cx="50292" cy="50292"/>
          </a:xfrm>
          <a:prstGeom prst="rect">
            <a:avLst/>
          </a:prstGeom>
          <a:solidFill>
            <a:srgbClr val="0F1426"/>
          </a:solidFill>
          <a:ln/>
        </p:spPr>
      </p:sp>
      <p:sp>
        <p:nvSpPr>
          <p:cNvPr id="131" name="Shape 128"/>
          <p:cNvSpPr/>
          <p:nvPr/>
        </p:nvSpPr>
        <p:spPr>
          <a:xfrm>
            <a:off x="7498080" y="5618988"/>
            <a:ext cx="50292" cy="50292"/>
          </a:xfrm>
          <a:prstGeom prst="rect">
            <a:avLst/>
          </a:prstGeom>
          <a:solidFill>
            <a:srgbClr val="0F1426"/>
          </a:solidFill>
          <a:ln/>
        </p:spPr>
      </p:sp>
      <p:sp>
        <p:nvSpPr>
          <p:cNvPr id="132" name="Shape 129"/>
          <p:cNvSpPr/>
          <p:nvPr/>
        </p:nvSpPr>
        <p:spPr>
          <a:xfrm>
            <a:off x="11516868" y="5618988"/>
            <a:ext cx="50292" cy="50292"/>
          </a:xfrm>
          <a:prstGeom prst="rect">
            <a:avLst/>
          </a:prstGeom>
          <a:solidFill>
            <a:srgbClr val="0F1426"/>
          </a:solidFill>
          <a:ln/>
        </p:spPr>
      </p:sp>
      <p:sp>
        <p:nvSpPr>
          <p:cNvPr id="133" name="Shape 130"/>
          <p:cNvSpPr/>
          <p:nvPr/>
        </p:nvSpPr>
        <p:spPr>
          <a:xfrm>
            <a:off x="7671816" y="4581144"/>
            <a:ext cx="292608" cy="292608"/>
          </a:xfrm>
          <a:prstGeom prst="rect">
            <a:avLst/>
          </a:prstGeom>
          <a:solidFill>
            <a:srgbClr val="22201F"/>
          </a:solidFill>
          <a:ln/>
        </p:spPr>
      </p:sp>
      <p:sp>
        <p:nvSpPr>
          <p:cNvPr id="134" name="Shape 131"/>
          <p:cNvSpPr/>
          <p:nvPr/>
        </p:nvSpPr>
        <p:spPr>
          <a:xfrm>
            <a:off x="7722108" y="4631436"/>
            <a:ext cx="192024" cy="192024"/>
          </a:xfrm>
          <a:prstGeom prst="rect">
            <a:avLst/>
          </a:prstGeom>
          <a:solidFill>
            <a:srgbClr val="E0503C"/>
          </a:solidFill>
          <a:ln/>
        </p:spPr>
      </p:sp>
      <p:sp>
        <p:nvSpPr>
          <p:cNvPr id="135" name="Text 132"/>
          <p:cNvSpPr txBox="1"/>
          <p:nvPr/>
        </p:nvSpPr>
        <p:spPr>
          <a:xfrm>
            <a:off x="7671816" y="4581144"/>
            <a:ext cx="292608" cy="292608"/>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6</a:t>
            </a:r>
            <a:endParaRPr lang="ko-KR" sz="1200" dirty="0"/>
          </a:p>
        </p:txBody>
      </p:sp>
      <p:sp>
        <p:nvSpPr>
          <p:cNvPr id="136" name="Text 133"/>
          <p:cNvSpPr txBox="1"/>
          <p:nvPr/>
        </p:nvSpPr>
        <p:spPr>
          <a:xfrm>
            <a:off x="8092440" y="4562856"/>
            <a:ext cx="2560320" cy="329184"/>
          </a:xfrm>
          <a:prstGeom prst="rect">
            <a:avLst/>
          </a:prstGeom>
          <a:noFill/>
          <a:ln/>
        </p:spPr>
        <p:txBody>
          <a:bodyPr wrap="square" lIns="0" tIns="0" rIns="0" bIns="0" rtlCol="0" anchor="ctr"/>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판정 버튼</a:t>
            </a:r>
            <a:endParaRPr lang="ko-KR" sz="1500" dirty="0"/>
          </a:p>
        </p:txBody>
      </p:sp>
      <p:sp>
        <p:nvSpPr>
          <p:cNvPr id="137" name="Shape 134"/>
          <p:cNvSpPr/>
          <p:nvPr/>
        </p:nvSpPr>
        <p:spPr>
          <a:xfrm>
            <a:off x="11000232" y="4608576"/>
            <a:ext cx="475488" cy="237744"/>
          </a:xfrm>
          <a:prstGeom prst="rect">
            <a:avLst/>
          </a:prstGeom>
          <a:solidFill>
            <a:srgbClr val="22201F"/>
          </a:solidFill>
          <a:ln/>
        </p:spPr>
      </p:sp>
      <p:sp>
        <p:nvSpPr>
          <p:cNvPr id="138" name="Shape 135"/>
          <p:cNvSpPr/>
          <p:nvPr/>
        </p:nvSpPr>
        <p:spPr>
          <a:xfrm>
            <a:off x="11050524" y="4658868"/>
            <a:ext cx="374904" cy="137160"/>
          </a:xfrm>
          <a:prstGeom prst="rect">
            <a:avLst/>
          </a:prstGeom>
          <a:solidFill>
            <a:srgbClr val="F7D84A"/>
          </a:solidFill>
          <a:ln/>
        </p:spPr>
      </p:sp>
      <p:sp>
        <p:nvSpPr>
          <p:cNvPr id="139" name="Shape 136"/>
          <p:cNvSpPr/>
          <p:nvPr/>
        </p:nvSpPr>
        <p:spPr>
          <a:xfrm>
            <a:off x="11000232" y="4608576"/>
            <a:ext cx="50292" cy="50292"/>
          </a:xfrm>
          <a:prstGeom prst="rect">
            <a:avLst/>
          </a:prstGeom>
          <a:solidFill>
            <a:srgbClr val="0F1426"/>
          </a:solidFill>
          <a:ln/>
        </p:spPr>
      </p:sp>
      <p:sp>
        <p:nvSpPr>
          <p:cNvPr id="140" name="Shape 137"/>
          <p:cNvSpPr/>
          <p:nvPr/>
        </p:nvSpPr>
        <p:spPr>
          <a:xfrm>
            <a:off x="11425428" y="4608576"/>
            <a:ext cx="50292" cy="50292"/>
          </a:xfrm>
          <a:prstGeom prst="rect">
            <a:avLst/>
          </a:prstGeom>
          <a:solidFill>
            <a:srgbClr val="0F1426"/>
          </a:solidFill>
          <a:ln/>
        </p:spPr>
      </p:sp>
      <p:sp>
        <p:nvSpPr>
          <p:cNvPr id="141" name="Shape 138"/>
          <p:cNvSpPr/>
          <p:nvPr/>
        </p:nvSpPr>
        <p:spPr>
          <a:xfrm>
            <a:off x="11000232" y="4796028"/>
            <a:ext cx="50292" cy="50292"/>
          </a:xfrm>
          <a:prstGeom prst="rect">
            <a:avLst/>
          </a:prstGeom>
          <a:solidFill>
            <a:srgbClr val="0F1426"/>
          </a:solidFill>
          <a:ln/>
        </p:spPr>
      </p:sp>
      <p:sp>
        <p:nvSpPr>
          <p:cNvPr id="142" name="Shape 139"/>
          <p:cNvSpPr/>
          <p:nvPr/>
        </p:nvSpPr>
        <p:spPr>
          <a:xfrm>
            <a:off x="11425428" y="4796028"/>
            <a:ext cx="50292" cy="50292"/>
          </a:xfrm>
          <a:prstGeom prst="rect">
            <a:avLst/>
          </a:prstGeom>
          <a:solidFill>
            <a:srgbClr val="0F1426"/>
          </a:solidFill>
          <a:ln/>
        </p:spPr>
      </p:sp>
      <p:sp>
        <p:nvSpPr>
          <p:cNvPr id="143" name="Text 140"/>
          <p:cNvSpPr txBox="1"/>
          <p:nvPr/>
        </p:nvSpPr>
        <p:spPr>
          <a:xfrm>
            <a:off x="11000232" y="4608576"/>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144" name="Text 141"/>
          <p:cNvSpPr txBox="1"/>
          <p:nvPr/>
        </p:nvSpPr>
        <p:spPr>
          <a:xfrm>
            <a:off x="8092440" y="4956048"/>
            <a:ext cx="3337560" cy="640080"/>
          </a:xfrm>
          <a:prstGeom prst="rect">
            <a:avLst/>
          </a:prstGeom>
          <a:noFill/>
          <a:ln/>
        </p:spPr>
        <p:txBody>
          <a:bodyPr wrap="square" lIns="0" tIns="0" rIns="0" bIns="0" rtlCol="0" anchor="t"/>
          <a:lstStyle/>
          <a:p>
            <a:pPr indent="0" marL="0">
              <a:lnSpc>
                <a:spcPct val="105000"/>
              </a:lnSpc>
              <a:buNone/>
            </a:pPr>
            <a:r>
              <a:rPr lang="ko-KR" altLang="en-US" sz="1200" dirty="0">
                <a:solidFill>
                  <a:srgbClr val="B9C6E2"/>
                </a:solidFill>
                <a:latin typeface="맑은 고딕" pitchFamily="34" charset="0"/>
                <a:ea typeface="맑은 고딕" pitchFamily="34" charset="-122"/>
                <a:cs typeface="맑은 고딕" pitchFamily="34" charset="-120"/>
              </a:rPr>
              <a:t>승인 · 거부 · (필요할 때) 추가 확인</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인게임 2/4</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단서 찾기: 대조하고, 깃발을 꽂고, 파일을 열어 본다</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단서 대조와 깃발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3733653"/>
            <a:ext cx="256032" cy="256032"/>
          </a:xfrm>
          <a:prstGeom prst="rect">
            <a:avLst/>
          </a:prstGeom>
          <a:solidFill>
            <a:srgbClr val="22201F"/>
          </a:solidFill>
          <a:ln/>
        </p:spPr>
      </p:sp>
      <p:sp>
        <p:nvSpPr>
          <p:cNvPr id="20" name="Shape 17"/>
          <p:cNvSpPr/>
          <p:nvPr/>
        </p:nvSpPr>
        <p:spPr>
          <a:xfrm>
            <a:off x="2543571" y="3783945"/>
            <a:ext cx="155448" cy="155448"/>
          </a:xfrm>
          <a:prstGeom prst="rect">
            <a:avLst/>
          </a:prstGeom>
          <a:solidFill>
            <a:srgbClr val="E0503C"/>
          </a:solidFill>
          <a:ln/>
        </p:spPr>
      </p:sp>
      <p:sp>
        <p:nvSpPr>
          <p:cNvPr id="21" name="Text 18"/>
          <p:cNvSpPr txBox="1"/>
          <p:nvPr/>
        </p:nvSpPr>
        <p:spPr>
          <a:xfrm>
            <a:off x="2493279" y="373365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2493279" y="4263390"/>
            <a:ext cx="256032" cy="256032"/>
          </a:xfrm>
          <a:prstGeom prst="rect">
            <a:avLst/>
          </a:prstGeom>
          <a:solidFill>
            <a:srgbClr val="22201F"/>
          </a:solidFill>
          <a:ln/>
        </p:spPr>
      </p:sp>
      <p:sp>
        <p:nvSpPr>
          <p:cNvPr id="23" name="Shape 20"/>
          <p:cNvSpPr/>
          <p:nvPr/>
        </p:nvSpPr>
        <p:spPr>
          <a:xfrm>
            <a:off x="2543571" y="4313682"/>
            <a:ext cx="155448" cy="155448"/>
          </a:xfrm>
          <a:prstGeom prst="rect">
            <a:avLst/>
          </a:prstGeom>
          <a:solidFill>
            <a:srgbClr val="E0503C"/>
          </a:solidFill>
          <a:ln/>
        </p:spPr>
      </p:sp>
      <p:sp>
        <p:nvSpPr>
          <p:cNvPr id="24" name="Text 21"/>
          <p:cNvSpPr txBox="1"/>
          <p:nvPr/>
        </p:nvSpPr>
        <p:spPr>
          <a:xfrm>
            <a:off x="2493279" y="426339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25" name="Shape 22"/>
          <p:cNvSpPr/>
          <p:nvPr/>
        </p:nvSpPr>
        <p:spPr>
          <a:xfrm>
            <a:off x="2493279" y="4952048"/>
            <a:ext cx="256032" cy="256032"/>
          </a:xfrm>
          <a:prstGeom prst="rect">
            <a:avLst/>
          </a:prstGeom>
          <a:solidFill>
            <a:srgbClr val="22201F"/>
          </a:solidFill>
          <a:ln/>
        </p:spPr>
      </p:sp>
      <p:sp>
        <p:nvSpPr>
          <p:cNvPr id="26" name="Shape 23"/>
          <p:cNvSpPr/>
          <p:nvPr/>
        </p:nvSpPr>
        <p:spPr>
          <a:xfrm>
            <a:off x="2543571" y="5002340"/>
            <a:ext cx="155448" cy="155448"/>
          </a:xfrm>
          <a:prstGeom prst="rect">
            <a:avLst/>
          </a:prstGeom>
          <a:solidFill>
            <a:srgbClr val="E0503C"/>
          </a:solidFill>
          <a:ln/>
        </p:spPr>
      </p:sp>
      <p:sp>
        <p:nvSpPr>
          <p:cNvPr id="27" name="Text 24"/>
          <p:cNvSpPr txBox="1"/>
          <p:nvPr/>
        </p:nvSpPr>
        <p:spPr>
          <a:xfrm>
            <a:off x="2493279" y="4952048"/>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28" name="Shape 25"/>
          <p:cNvSpPr/>
          <p:nvPr/>
        </p:nvSpPr>
        <p:spPr>
          <a:xfrm>
            <a:off x="2932191" y="1536192"/>
            <a:ext cx="786384" cy="274320"/>
          </a:xfrm>
          <a:prstGeom prst="rect">
            <a:avLst/>
          </a:prstGeom>
          <a:solidFill>
            <a:srgbClr val="22201F"/>
          </a:solidFill>
          <a:ln/>
        </p:spPr>
      </p:sp>
      <p:sp>
        <p:nvSpPr>
          <p:cNvPr id="29" name="Shape 26"/>
          <p:cNvSpPr/>
          <p:nvPr/>
        </p:nvSpPr>
        <p:spPr>
          <a:xfrm>
            <a:off x="2982483" y="1586484"/>
            <a:ext cx="685800" cy="173736"/>
          </a:xfrm>
          <a:prstGeom prst="rect">
            <a:avLst/>
          </a:prstGeom>
          <a:solidFill>
            <a:srgbClr val="F7D84A"/>
          </a:solidFill>
          <a:ln/>
        </p:spPr>
      </p:sp>
      <p:sp>
        <p:nvSpPr>
          <p:cNvPr id="30" name="Shape 27"/>
          <p:cNvSpPr/>
          <p:nvPr/>
        </p:nvSpPr>
        <p:spPr>
          <a:xfrm>
            <a:off x="2932191" y="1536192"/>
            <a:ext cx="50292" cy="50292"/>
          </a:xfrm>
          <a:prstGeom prst="rect">
            <a:avLst/>
          </a:prstGeom>
          <a:solidFill>
            <a:srgbClr val="0F1426"/>
          </a:solidFill>
          <a:ln/>
        </p:spPr>
      </p:sp>
      <p:sp>
        <p:nvSpPr>
          <p:cNvPr id="31" name="Shape 28"/>
          <p:cNvSpPr/>
          <p:nvPr/>
        </p:nvSpPr>
        <p:spPr>
          <a:xfrm>
            <a:off x="3668283" y="1536192"/>
            <a:ext cx="50292" cy="50292"/>
          </a:xfrm>
          <a:prstGeom prst="rect">
            <a:avLst/>
          </a:prstGeom>
          <a:solidFill>
            <a:srgbClr val="0F1426"/>
          </a:solidFill>
          <a:ln/>
        </p:spPr>
      </p:sp>
      <p:sp>
        <p:nvSpPr>
          <p:cNvPr id="32" name="Shape 29"/>
          <p:cNvSpPr/>
          <p:nvPr/>
        </p:nvSpPr>
        <p:spPr>
          <a:xfrm>
            <a:off x="2932191" y="1760220"/>
            <a:ext cx="50292" cy="50292"/>
          </a:xfrm>
          <a:prstGeom prst="rect">
            <a:avLst/>
          </a:prstGeom>
          <a:solidFill>
            <a:srgbClr val="0F1426"/>
          </a:solidFill>
          <a:ln/>
        </p:spPr>
      </p:sp>
      <p:sp>
        <p:nvSpPr>
          <p:cNvPr id="33" name="Shape 30"/>
          <p:cNvSpPr/>
          <p:nvPr/>
        </p:nvSpPr>
        <p:spPr>
          <a:xfrm>
            <a:off x="3668283" y="1760220"/>
            <a:ext cx="50292" cy="50292"/>
          </a:xfrm>
          <a:prstGeom prst="rect">
            <a:avLst/>
          </a:prstGeom>
          <a:solidFill>
            <a:srgbClr val="0F1426"/>
          </a:solidFill>
          <a:ln/>
        </p:spPr>
      </p:sp>
      <p:sp>
        <p:nvSpPr>
          <p:cNvPr id="34" name="Text 31"/>
          <p:cNvSpPr txBox="1"/>
          <p:nvPr/>
        </p:nvSpPr>
        <p:spPr>
          <a:xfrm>
            <a:off x="2932191"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단서</a:t>
            </a:r>
            <a:endParaRPr lang="ko-KR" sz="1100" dirty="0"/>
          </a:p>
        </p:txBody>
      </p:sp>
      <p:sp>
        <p:nvSpPr>
          <p:cNvPr id="35" name="Text 32"/>
          <p:cNvSpPr txBox="1"/>
          <p:nvPr/>
        </p:nvSpPr>
        <p:spPr>
          <a:xfrm>
            <a:off x="3828303"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쉬움 · 택배 문자</a:t>
            </a:r>
            <a:endParaRPr lang="ko-KR" sz="1100" dirty="0"/>
          </a:p>
        </p:txBody>
      </p:sp>
      <p:sp>
        <p:nvSpPr>
          <p:cNvPr id="36" name="Text 33"/>
          <p:cNvSpPr txBox="1"/>
          <p:nvPr/>
        </p:nvSpPr>
        <p:spPr>
          <a:xfrm>
            <a:off x="2932191"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대조와 깃발</a:t>
            </a:r>
            <a:endParaRPr lang="ko-KR" sz="2000" dirty="0"/>
          </a:p>
        </p:txBody>
      </p:sp>
      <p:sp>
        <p:nvSpPr>
          <p:cNvPr id="37" name="Shape 34"/>
          <p:cNvSpPr/>
          <p:nvPr/>
        </p:nvSpPr>
        <p:spPr>
          <a:xfrm>
            <a:off x="2932191" y="2624328"/>
            <a:ext cx="274320" cy="274320"/>
          </a:xfrm>
          <a:prstGeom prst="rect">
            <a:avLst/>
          </a:prstGeom>
          <a:solidFill>
            <a:srgbClr val="22201F"/>
          </a:solidFill>
          <a:ln/>
        </p:spPr>
      </p:sp>
      <p:sp>
        <p:nvSpPr>
          <p:cNvPr id="38" name="Shape 35"/>
          <p:cNvSpPr/>
          <p:nvPr/>
        </p:nvSpPr>
        <p:spPr>
          <a:xfrm>
            <a:off x="2982483" y="2674620"/>
            <a:ext cx="173736" cy="173736"/>
          </a:xfrm>
          <a:prstGeom prst="rect">
            <a:avLst/>
          </a:prstGeom>
          <a:solidFill>
            <a:srgbClr val="E0503C"/>
          </a:solidFill>
          <a:ln/>
        </p:spPr>
      </p:sp>
      <p:sp>
        <p:nvSpPr>
          <p:cNvPr id="39" name="Text 36"/>
          <p:cNvSpPr txBox="1"/>
          <p:nvPr/>
        </p:nvSpPr>
        <p:spPr>
          <a:xfrm>
            <a:off x="2932191"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40" name="Text 37"/>
          <p:cNvSpPr txBox="1"/>
          <p:nvPr/>
        </p:nvSpPr>
        <p:spPr>
          <a:xfrm>
            <a:off x="3316239"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두 정보를 차례로 누르면</a:t>
            </a:r>
            <a:endParaRPr lang="ko-KR" sz="1400" dirty="0"/>
          </a:p>
        </p:txBody>
      </p:sp>
      <p:sp>
        <p:nvSpPr>
          <p:cNvPr id="41" name="Shape 38"/>
          <p:cNvSpPr/>
          <p:nvPr/>
        </p:nvSpPr>
        <p:spPr>
          <a:xfrm>
            <a:off x="3316239" y="2980944"/>
            <a:ext cx="475488" cy="237744"/>
          </a:xfrm>
          <a:prstGeom prst="rect">
            <a:avLst/>
          </a:prstGeom>
          <a:solidFill>
            <a:srgbClr val="22201F"/>
          </a:solidFill>
          <a:ln/>
        </p:spPr>
      </p:sp>
      <p:sp>
        <p:nvSpPr>
          <p:cNvPr id="42" name="Shape 39"/>
          <p:cNvSpPr/>
          <p:nvPr/>
        </p:nvSpPr>
        <p:spPr>
          <a:xfrm>
            <a:off x="3366531" y="3031236"/>
            <a:ext cx="374904" cy="137160"/>
          </a:xfrm>
          <a:prstGeom prst="rect">
            <a:avLst/>
          </a:prstGeom>
          <a:solidFill>
            <a:srgbClr val="45C7C1"/>
          </a:solidFill>
          <a:ln/>
        </p:spPr>
      </p:sp>
      <p:sp>
        <p:nvSpPr>
          <p:cNvPr id="43" name="Shape 40"/>
          <p:cNvSpPr/>
          <p:nvPr/>
        </p:nvSpPr>
        <p:spPr>
          <a:xfrm>
            <a:off x="3316239" y="2980944"/>
            <a:ext cx="50292" cy="50292"/>
          </a:xfrm>
          <a:prstGeom prst="rect">
            <a:avLst/>
          </a:prstGeom>
          <a:solidFill>
            <a:srgbClr val="0F1426"/>
          </a:solidFill>
          <a:ln/>
        </p:spPr>
      </p:sp>
      <p:sp>
        <p:nvSpPr>
          <p:cNvPr id="44" name="Shape 41"/>
          <p:cNvSpPr/>
          <p:nvPr/>
        </p:nvSpPr>
        <p:spPr>
          <a:xfrm>
            <a:off x="3741435" y="2980944"/>
            <a:ext cx="50292" cy="50292"/>
          </a:xfrm>
          <a:prstGeom prst="rect">
            <a:avLst/>
          </a:prstGeom>
          <a:solidFill>
            <a:srgbClr val="0F1426"/>
          </a:solidFill>
          <a:ln/>
        </p:spPr>
      </p:sp>
      <p:sp>
        <p:nvSpPr>
          <p:cNvPr id="45" name="Shape 42"/>
          <p:cNvSpPr/>
          <p:nvPr/>
        </p:nvSpPr>
        <p:spPr>
          <a:xfrm>
            <a:off x="3316239" y="3168396"/>
            <a:ext cx="50292" cy="50292"/>
          </a:xfrm>
          <a:prstGeom prst="rect">
            <a:avLst/>
          </a:prstGeom>
          <a:solidFill>
            <a:srgbClr val="0F1426"/>
          </a:solidFill>
          <a:ln/>
        </p:spPr>
      </p:sp>
      <p:sp>
        <p:nvSpPr>
          <p:cNvPr id="46" name="Shape 43"/>
          <p:cNvSpPr/>
          <p:nvPr/>
        </p:nvSpPr>
        <p:spPr>
          <a:xfrm>
            <a:off x="3741435" y="3168396"/>
            <a:ext cx="50292" cy="50292"/>
          </a:xfrm>
          <a:prstGeom prst="rect">
            <a:avLst/>
          </a:prstGeom>
          <a:solidFill>
            <a:srgbClr val="0F1426"/>
          </a:solidFill>
          <a:ln/>
        </p:spPr>
      </p:sp>
      <p:sp>
        <p:nvSpPr>
          <p:cNvPr id="47" name="Text 44"/>
          <p:cNvSpPr txBox="1"/>
          <p:nvPr/>
        </p:nvSpPr>
        <p:spPr>
          <a:xfrm>
            <a:off x="3316239"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48" name="Text 45"/>
          <p:cNvSpPr txBox="1"/>
          <p:nvPr/>
        </p:nvSpPr>
        <p:spPr>
          <a:xfrm>
            <a:off x="3316239"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같은지 다른지 '일치·불일치'</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표시가 붙어요.</a:t>
            </a:r>
            <a:endParaRPr lang="ko-KR" sz="1150" dirty="0"/>
          </a:p>
        </p:txBody>
      </p:sp>
      <p:sp>
        <p:nvSpPr>
          <p:cNvPr id="49" name="Shape 46"/>
          <p:cNvSpPr/>
          <p:nvPr/>
        </p:nvSpPr>
        <p:spPr>
          <a:xfrm>
            <a:off x="2932191" y="3813048"/>
            <a:ext cx="274320" cy="274320"/>
          </a:xfrm>
          <a:prstGeom prst="rect">
            <a:avLst/>
          </a:prstGeom>
          <a:solidFill>
            <a:srgbClr val="22201F"/>
          </a:solidFill>
          <a:ln/>
        </p:spPr>
      </p:sp>
      <p:sp>
        <p:nvSpPr>
          <p:cNvPr id="50" name="Shape 47"/>
          <p:cNvSpPr/>
          <p:nvPr/>
        </p:nvSpPr>
        <p:spPr>
          <a:xfrm>
            <a:off x="2982483" y="3863340"/>
            <a:ext cx="173736" cy="173736"/>
          </a:xfrm>
          <a:prstGeom prst="rect">
            <a:avLst/>
          </a:prstGeom>
          <a:solidFill>
            <a:srgbClr val="E0503C"/>
          </a:solidFill>
          <a:ln/>
        </p:spPr>
      </p:sp>
      <p:sp>
        <p:nvSpPr>
          <p:cNvPr id="51" name="Text 48"/>
          <p:cNvSpPr txBox="1"/>
          <p:nvPr/>
        </p:nvSpPr>
        <p:spPr>
          <a:xfrm>
            <a:off x="2932191"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3316239"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의심 깃발</a:t>
            </a:r>
            <a:endParaRPr lang="ko-KR" sz="1400" dirty="0"/>
          </a:p>
        </p:txBody>
      </p:sp>
      <p:sp>
        <p:nvSpPr>
          <p:cNvPr id="53" name="Shape 50"/>
          <p:cNvSpPr/>
          <p:nvPr/>
        </p:nvSpPr>
        <p:spPr>
          <a:xfrm>
            <a:off x="3316239" y="4169664"/>
            <a:ext cx="475488" cy="237744"/>
          </a:xfrm>
          <a:prstGeom prst="rect">
            <a:avLst/>
          </a:prstGeom>
          <a:solidFill>
            <a:srgbClr val="22201F"/>
          </a:solidFill>
          <a:ln/>
        </p:spPr>
      </p:sp>
      <p:sp>
        <p:nvSpPr>
          <p:cNvPr id="54" name="Shape 51"/>
          <p:cNvSpPr/>
          <p:nvPr/>
        </p:nvSpPr>
        <p:spPr>
          <a:xfrm>
            <a:off x="3366531" y="4219956"/>
            <a:ext cx="374904" cy="137160"/>
          </a:xfrm>
          <a:prstGeom prst="rect">
            <a:avLst/>
          </a:prstGeom>
          <a:solidFill>
            <a:srgbClr val="45C7C1"/>
          </a:solidFill>
          <a:ln/>
        </p:spPr>
      </p:sp>
      <p:sp>
        <p:nvSpPr>
          <p:cNvPr id="55" name="Shape 52"/>
          <p:cNvSpPr/>
          <p:nvPr/>
        </p:nvSpPr>
        <p:spPr>
          <a:xfrm>
            <a:off x="3316239" y="4169664"/>
            <a:ext cx="50292" cy="50292"/>
          </a:xfrm>
          <a:prstGeom prst="rect">
            <a:avLst/>
          </a:prstGeom>
          <a:solidFill>
            <a:srgbClr val="0F1426"/>
          </a:solidFill>
          <a:ln/>
        </p:spPr>
      </p:sp>
      <p:sp>
        <p:nvSpPr>
          <p:cNvPr id="56" name="Shape 53"/>
          <p:cNvSpPr/>
          <p:nvPr/>
        </p:nvSpPr>
        <p:spPr>
          <a:xfrm>
            <a:off x="3741435" y="4169664"/>
            <a:ext cx="50292" cy="50292"/>
          </a:xfrm>
          <a:prstGeom prst="rect">
            <a:avLst/>
          </a:prstGeom>
          <a:solidFill>
            <a:srgbClr val="0F1426"/>
          </a:solidFill>
          <a:ln/>
        </p:spPr>
      </p:sp>
      <p:sp>
        <p:nvSpPr>
          <p:cNvPr id="57" name="Shape 54"/>
          <p:cNvSpPr/>
          <p:nvPr/>
        </p:nvSpPr>
        <p:spPr>
          <a:xfrm>
            <a:off x="3316239" y="4357116"/>
            <a:ext cx="50292" cy="50292"/>
          </a:xfrm>
          <a:prstGeom prst="rect">
            <a:avLst/>
          </a:prstGeom>
          <a:solidFill>
            <a:srgbClr val="0F1426"/>
          </a:solidFill>
          <a:ln/>
        </p:spPr>
      </p:sp>
      <p:sp>
        <p:nvSpPr>
          <p:cNvPr id="58" name="Shape 55"/>
          <p:cNvSpPr/>
          <p:nvPr/>
        </p:nvSpPr>
        <p:spPr>
          <a:xfrm>
            <a:off x="3741435" y="4357116"/>
            <a:ext cx="50292" cy="50292"/>
          </a:xfrm>
          <a:prstGeom prst="rect">
            <a:avLst/>
          </a:prstGeom>
          <a:solidFill>
            <a:srgbClr val="0F1426"/>
          </a:solidFill>
          <a:ln/>
        </p:spPr>
      </p:sp>
      <p:sp>
        <p:nvSpPr>
          <p:cNvPr id="59" name="Text 56"/>
          <p:cNvSpPr txBox="1"/>
          <p:nvPr/>
        </p:nvSpPr>
        <p:spPr>
          <a:xfrm>
            <a:off x="3316239"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60" name="Text 57"/>
          <p:cNvSpPr txBox="1"/>
          <p:nvPr/>
        </p:nvSpPr>
        <p:spPr>
          <a:xfrm>
            <a:off x="3316239"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이상한 곳에 직접 깃발을</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꽂아 표시해요.</a:t>
            </a:r>
            <a:endParaRPr lang="ko-KR" sz="1150" dirty="0"/>
          </a:p>
        </p:txBody>
      </p:sp>
      <p:sp>
        <p:nvSpPr>
          <p:cNvPr id="61" name="Shape 58"/>
          <p:cNvSpPr/>
          <p:nvPr/>
        </p:nvSpPr>
        <p:spPr>
          <a:xfrm>
            <a:off x="2932191" y="5001768"/>
            <a:ext cx="274320" cy="274320"/>
          </a:xfrm>
          <a:prstGeom prst="rect">
            <a:avLst/>
          </a:prstGeom>
          <a:solidFill>
            <a:srgbClr val="22201F"/>
          </a:solidFill>
          <a:ln/>
        </p:spPr>
      </p:sp>
      <p:sp>
        <p:nvSpPr>
          <p:cNvPr id="62" name="Shape 59"/>
          <p:cNvSpPr/>
          <p:nvPr/>
        </p:nvSpPr>
        <p:spPr>
          <a:xfrm>
            <a:off x="2982483" y="5052060"/>
            <a:ext cx="173736" cy="173736"/>
          </a:xfrm>
          <a:prstGeom prst="rect">
            <a:avLst/>
          </a:prstGeom>
          <a:solidFill>
            <a:srgbClr val="E0503C"/>
          </a:solidFill>
          <a:ln/>
        </p:spPr>
      </p:sp>
      <p:sp>
        <p:nvSpPr>
          <p:cNvPr id="63" name="Text 60"/>
          <p:cNvSpPr txBox="1"/>
          <p:nvPr/>
        </p:nvSpPr>
        <p:spPr>
          <a:xfrm>
            <a:off x="2932191"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Text 61"/>
          <p:cNvSpPr txBox="1"/>
          <p:nvPr/>
        </p:nvSpPr>
        <p:spPr>
          <a:xfrm>
            <a:off x="3316239"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근거 트레이</a:t>
            </a:r>
            <a:endParaRPr lang="ko-KR" sz="1400" dirty="0"/>
          </a:p>
        </p:txBody>
      </p:sp>
      <p:sp>
        <p:nvSpPr>
          <p:cNvPr id="65" name="Shape 62"/>
          <p:cNvSpPr/>
          <p:nvPr/>
        </p:nvSpPr>
        <p:spPr>
          <a:xfrm>
            <a:off x="3316239" y="5358384"/>
            <a:ext cx="475488" cy="237744"/>
          </a:xfrm>
          <a:prstGeom prst="rect">
            <a:avLst/>
          </a:prstGeom>
          <a:solidFill>
            <a:srgbClr val="22201F"/>
          </a:solidFill>
          <a:ln/>
        </p:spPr>
      </p:sp>
      <p:sp>
        <p:nvSpPr>
          <p:cNvPr id="66" name="Shape 63"/>
          <p:cNvSpPr/>
          <p:nvPr/>
        </p:nvSpPr>
        <p:spPr>
          <a:xfrm>
            <a:off x="3366531" y="5408676"/>
            <a:ext cx="374904" cy="137160"/>
          </a:xfrm>
          <a:prstGeom prst="rect">
            <a:avLst/>
          </a:prstGeom>
          <a:solidFill>
            <a:srgbClr val="45C7C1"/>
          </a:solidFill>
          <a:ln/>
        </p:spPr>
      </p:sp>
      <p:sp>
        <p:nvSpPr>
          <p:cNvPr id="67" name="Shape 64"/>
          <p:cNvSpPr/>
          <p:nvPr/>
        </p:nvSpPr>
        <p:spPr>
          <a:xfrm>
            <a:off x="3316239" y="5358384"/>
            <a:ext cx="50292" cy="50292"/>
          </a:xfrm>
          <a:prstGeom prst="rect">
            <a:avLst/>
          </a:prstGeom>
          <a:solidFill>
            <a:srgbClr val="0F1426"/>
          </a:solidFill>
          <a:ln/>
        </p:spPr>
      </p:sp>
      <p:sp>
        <p:nvSpPr>
          <p:cNvPr id="68" name="Shape 65"/>
          <p:cNvSpPr/>
          <p:nvPr/>
        </p:nvSpPr>
        <p:spPr>
          <a:xfrm>
            <a:off x="3741435" y="5358384"/>
            <a:ext cx="50292" cy="50292"/>
          </a:xfrm>
          <a:prstGeom prst="rect">
            <a:avLst/>
          </a:prstGeom>
          <a:solidFill>
            <a:srgbClr val="0F1426"/>
          </a:solidFill>
          <a:ln/>
        </p:spPr>
      </p:sp>
      <p:sp>
        <p:nvSpPr>
          <p:cNvPr id="69" name="Shape 66"/>
          <p:cNvSpPr/>
          <p:nvPr/>
        </p:nvSpPr>
        <p:spPr>
          <a:xfrm>
            <a:off x="3316239" y="5545836"/>
            <a:ext cx="50292" cy="50292"/>
          </a:xfrm>
          <a:prstGeom prst="rect">
            <a:avLst/>
          </a:prstGeom>
          <a:solidFill>
            <a:srgbClr val="0F1426"/>
          </a:solidFill>
          <a:ln/>
        </p:spPr>
      </p:sp>
      <p:sp>
        <p:nvSpPr>
          <p:cNvPr id="70" name="Shape 67"/>
          <p:cNvSpPr/>
          <p:nvPr/>
        </p:nvSpPr>
        <p:spPr>
          <a:xfrm>
            <a:off x="3741435" y="5545836"/>
            <a:ext cx="50292" cy="50292"/>
          </a:xfrm>
          <a:prstGeom prst="rect">
            <a:avLst/>
          </a:prstGeom>
          <a:solidFill>
            <a:srgbClr val="0F1426"/>
          </a:solidFill>
          <a:ln/>
        </p:spPr>
      </p:sp>
      <p:sp>
        <p:nvSpPr>
          <p:cNvPr id="71" name="Text 68"/>
          <p:cNvSpPr txBox="1"/>
          <p:nvPr/>
        </p:nvSpPr>
        <p:spPr>
          <a:xfrm>
            <a:off x="3316239"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72" name="Text 69"/>
          <p:cNvSpPr txBox="1"/>
          <p:nvPr/>
        </p:nvSpPr>
        <p:spPr>
          <a:xfrm>
            <a:off x="3316239"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모은 단서가 한곳에 쌓여</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판정의 근거가 돼요.</a:t>
            </a:r>
            <a:endParaRPr lang="ko-KR" sz="1150" dirty="0"/>
          </a:p>
        </p:txBody>
      </p:sp>
      <p:sp>
        <p:nvSpPr>
          <p:cNvPr id="73" name="Shape 70"/>
          <p:cNvSpPr/>
          <p:nvPr/>
        </p:nvSpPr>
        <p:spPr>
          <a:xfrm>
            <a:off x="6300216" y="1581912"/>
            <a:ext cx="2127519" cy="4681728"/>
          </a:xfrm>
          <a:prstGeom prst="rect">
            <a:avLst/>
          </a:prstGeom>
          <a:solidFill>
            <a:srgbClr val="0B0F1E"/>
          </a:solidFill>
          <a:ln/>
        </p:spPr>
      </p:sp>
      <p:sp>
        <p:nvSpPr>
          <p:cNvPr id="74" name="Shape 71"/>
          <p:cNvSpPr/>
          <p:nvPr/>
        </p:nvSpPr>
        <p:spPr>
          <a:xfrm>
            <a:off x="6199632" y="1481328"/>
            <a:ext cx="2127519" cy="4681728"/>
          </a:xfrm>
          <a:prstGeom prst="rect">
            <a:avLst/>
          </a:prstGeom>
          <a:solidFill>
            <a:srgbClr val="3A4E7A"/>
          </a:solidFill>
          <a:ln/>
        </p:spPr>
      </p:sp>
      <p:sp>
        <p:nvSpPr>
          <p:cNvPr id="75" name="Shape 72"/>
          <p:cNvSpPr/>
          <p:nvPr/>
        </p:nvSpPr>
        <p:spPr>
          <a:xfrm>
            <a:off x="6249924" y="1531620"/>
            <a:ext cx="2026935" cy="4581144"/>
          </a:xfrm>
          <a:prstGeom prst="rect">
            <a:avLst/>
          </a:prstGeom>
          <a:solidFill>
            <a:srgbClr val="060A15"/>
          </a:solidFill>
          <a:ln/>
        </p:spPr>
      </p:sp>
      <p:sp>
        <p:nvSpPr>
          <p:cNvPr id="76" name="Shape 73"/>
          <p:cNvSpPr/>
          <p:nvPr/>
        </p:nvSpPr>
        <p:spPr>
          <a:xfrm>
            <a:off x="6199632" y="1481328"/>
            <a:ext cx="50292" cy="50292"/>
          </a:xfrm>
          <a:prstGeom prst="rect">
            <a:avLst/>
          </a:prstGeom>
          <a:solidFill>
            <a:srgbClr val="0F1426"/>
          </a:solidFill>
          <a:ln/>
        </p:spPr>
      </p:sp>
      <p:sp>
        <p:nvSpPr>
          <p:cNvPr id="77" name="Shape 74"/>
          <p:cNvSpPr/>
          <p:nvPr/>
        </p:nvSpPr>
        <p:spPr>
          <a:xfrm>
            <a:off x="8276859" y="1481328"/>
            <a:ext cx="50292" cy="50292"/>
          </a:xfrm>
          <a:prstGeom prst="rect">
            <a:avLst/>
          </a:prstGeom>
          <a:solidFill>
            <a:srgbClr val="0F1426"/>
          </a:solidFill>
          <a:ln/>
        </p:spPr>
      </p:sp>
      <p:sp>
        <p:nvSpPr>
          <p:cNvPr id="78" name="Shape 75"/>
          <p:cNvSpPr/>
          <p:nvPr/>
        </p:nvSpPr>
        <p:spPr>
          <a:xfrm>
            <a:off x="6199632" y="6112764"/>
            <a:ext cx="50292" cy="50292"/>
          </a:xfrm>
          <a:prstGeom prst="rect">
            <a:avLst/>
          </a:prstGeom>
          <a:solidFill>
            <a:srgbClr val="0F1426"/>
          </a:solidFill>
          <a:ln/>
        </p:spPr>
      </p:sp>
      <p:sp>
        <p:nvSpPr>
          <p:cNvPr id="79" name="Shape 76"/>
          <p:cNvSpPr/>
          <p:nvPr/>
        </p:nvSpPr>
        <p:spPr>
          <a:xfrm>
            <a:off x="8276859" y="6112764"/>
            <a:ext cx="50292" cy="50292"/>
          </a:xfrm>
          <a:prstGeom prst="rect">
            <a:avLst/>
          </a:prstGeom>
          <a:solidFill>
            <a:srgbClr val="0F1426"/>
          </a:solidFill>
          <a:ln/>
        </p:spPr>
      </p:sp>
      <p:sp>
        <p:nvSpPr>
          <p:cNvPr id="80" name="Shape 77"/>
          <p:cNvSpPr/>
          <p:nvPr/>
        </p:nvSpPr>
        <p:spPr>
          <a:xfrm>
            <a:off x="7034791" y="1545336"/>
            <a:ext cx="457200" cy="45720"/>
          </a:xfrm>
          <a:prstGeom prst="rect">
            <a:avLst/>
          </a:prstGeom>
          <a:solidFill>
            <a:srgbClr val="3A4E7A"/>
          </a:solidFill>
          <a:ln/>
        </p:spPr>
      </p:sp>
      <p:pic>
        <p:nvPicPr>
          <p:cNvPr id="81" name="Image 1" descr="파일 파일 정보 화면 (HTML 시제품 캡처)">    </p:cNvPr>
          <p:cNvPicPr>
            <a:picLocks noChangeAspect="1"/>
          </p:cNvPicPr>
          <p:nvPr/>
        </p:nvPicPr>
        <p:blipFill>
          <a:blip r:embed="rId2"/>
          <a:stretch>
            <a:fillRect/>
          </a:stretch>
        </p:blipFill>
        <p:spPr>
          <a:xfrm>
            <a:off x="6272784" y="1636776"/>
            <a:ext cx="1981215" cy="4407408"/>
          </a:xfrm>
          <a:prstGeom prst="rect">
            <a:avLst/>
          </a:prstGeom>
        </p:spPr>
      </p:pic>
      <p:sp>
        <p:nvSpPr>
          <p:cNvPr id="82" name="Shape 78"/>
          <p:cNvSpPr/>
          <p:nvPr/>
        </p:nvSpPr>
        <p:spPr>
          <a:xfrm>
            <a:off x="8144271" y="3177430"/>
            <a:ext cx="256032" cy="256032"/>
          </a:xfrm>
          <a:prstGeom prst="rect">
            <a:avLst/>
          </a:prstGeom>
          <a:solidFill>
            <a:srgbClr val="22201F"/>
          </a:solidFill>
          <a:ln/>
        </p:spPr>
      </p:sp>
      <p:sp>
        <p:nvSpPr>
          <p:cNvPr id="83" name="Shape 79"/>
          <p:cNvSpPr/>
          <p:nvPr/>
        </p:nvSpPr>
        <p:spPr>
          <a:xfrm>
            <a:off x="8194563" y="3227722"/>
            <a:ext cx="155448" cy="155448"/>
          </a:xfrm>
          <a:prstGeom prst="rect">
            <a:avLst/>
          </a:prstGeom>
          <a:solidFill>
            <a:srgbClr val="E0503C"/>
          </a:solidFill>
          <a:ln/>
        </p:spPr>
      </p:sp>
      <p:sp>
        <p:nvSpPr>
          <p:cNvPr id="84" name="Text 80"/>
          <p:cNvSpPr txBox="1"/>
          <p:nvPr/>
        </p:nvSpPr>
        <p:spPr>
          <a:xfrm>
            <a:off x="8144271" y="317743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85" name="Shape 81"/>
          <p:cNvSpPr/>
          <p:nvPr/>
        </p:nvSpPr>
        <p:spPr>
          <a:xfrm>
            <a:off x="8144271" y="3839601"/>
            <a:ext cx="256032" cy="256032"/>
          </a:xfrm>
          <a:prstGeom prst="rect">
            <a:avLst/>
          </a:prstGeom>
          <a:solidFill>
            <a:srgbClr val="22201F"/>
          </a:solidFill>
          <a:ln/>
        </p:spPr>
      </p:sp>
      <p:sp>
        <p:nvSpPr>
          <p:cNvPr id="86" name="Shape 82"/>
          <p:cNvSpPr/>
          <p:nvPr/>
        </p:nvSpPr>
        <p:spPr>
          <a:xfrm>
            <a:off x="8194563" y="3889893"/>
            <a:ext cx="155448" cy="155448"/>
          </a:xfrm>
          <a:prstGeom prst="rect">
            <a:avLst/>
          </a:prstGeom>
          <a:solidFill>
            <a:srgbClr val="E0503C"/>
          </a:solidFill>
          <a:ln/>
        </p:spPr>
      </p:sp>
      <p:sp>
        <p:nvSpPr>
          <p:cNvPr id="87" name="Text 83"/>
          <p:cNvSpPr txBox="1"/>
          <p:nvPr/>
        </p:nvSpPr>
        <p:spPr>
          <a:xfrm>
            <a:off x="8144271" y="3839601"/>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88" name="Shape 84"/>
          <p:cNvSpPr/>
          <p:nvPr/>
        </p:nvSpPr>
        <p:spPr>
          <a:xfrm>
            <a:off x="8144271" y="4263390"/>
            <a:ext cx="256032" cy="256032"/>
          </a:xfrm>
          <a:prstGeom prst="rect">
            <a:avLst/>
          </a:prstGeom>
          <a:solidFill>
            <a:srgbClr val="22201F"/>
          </a:solidFill>
          <a:ln/>
        </p:spPr>
      </p:sp>
      <p:sp>
        <p:nvSpPr>
          <p:cNvPr id="89" name="Shape 85"/>
          <p:cNvSpPr/>
          <p:nvPr/>
        </p:nvSpPr>
        <p:spPr>
          <a:xfrm>
            <a:off x="8194563" y="4313682"/>
            <a:ext cx="155448" cy="155448"/>
          </a:xfrm>
          <a:prstGeom prst="rect">
            <a:avLst/>
          </a:prstGeom>
          <a:solidFill>
            <a:srgbClr val="E0503C"/>
          </a:solidFill>
          <a:ln/>
        </p:spPr>
      </p:sp>
      <p:sp>
        <p:nvSpPr>
          <p:cNvPr id="90" name="Text 86"/>
          <p:cNvSpPr txBox="1"/>
          <p:nvPr/>
        </p:nvSpPr>
        <p:spPr>
          <a:xfrm>
            <a:off x="8144271" y="426339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91" name="Shape 87"/>
          <p:cNvSpPr/>
          <p:nvPr/>
        </p:nvSpPr>
        <p:spPr>
          <a:xfrm>
            <a:off x="8583183" y="1536192"/>
            <a:ext cx="786384" cy="274320"/>
          </a:xfrm>
          <a:prstGeom prst="rect">
            <a:avLst/>
          </a:prstGeom>
          <a:solidFill>
            <a:srgbClr val="22201F"/>
          </a:solidFill>
          <a:ln/>
        </p:spPr>
      </p:sp>
      <p:sp>
        <p:nvSpPr>
          <p:cNvPr id="92" name="Shape 88"/>
          <p:cNvSpPr/>
          <p:nvPr/>
        </p:nvSpPr>
        <p:spPr>
          <a:xfrm>
            <a:off x="8633475" y="1586484"/>
            <a:ext cx="685800" cy="173736"/>
          </a:xfrm>
          <a:prstGeom prst="rect">
            <a:avLst/>
          </a:prstGeom>
          <a:solidFill>
            <a:srgbClr val="F7D84A"/>
          </a:solidFill>
          <a:ln/>
        </p:spPr>
      </p:sp>
      <p:sp>
        <p:nvSpPr>
          <p:cNvPr id="93" name="Shape 89"/>
          <p:cNvSpPr/>
          <p:nvPr/>
        </p:nvSpPr>
        <p:spPr>
          <a:xfrm>
            <a:off x="8583183" y="1536192"/>
            <a:ext cx="50292" cy="50292"/>
          </a:xfrm>
          <a:prstGeom prst="rect">
            <a:avLst/>
          </a:prstGeom>
          <a:solidFill>
            <a:srgbClr val="0F1426"/>
          </a:solidFill>
          <a:ln/>
        </p:spPr>
      </p:sp>
      <p:sp>
        <p:nvSpPr>
          <p:cNvPr id="94" name="Shape 90"/>
          <p:cNvSpPr/>
          <p:nvPr/>
        </p:nvSpPr>
        <p:spPr>
          <a:xfrm>
            <a:off x="9319275" y="1536192"/>
            <a:ext cx="50292" cy="50292"/>
          </a:xfrm>
          <a:prstGeom prst="rect">
            <a:avLst/>
          </a:prstGeom>
          <a:solidFill>
            <a:srgbClr val="0F1426"/>
          </a:solidFill>
          <a:ln/>
        </p:spPr>
      </p:sp>
      <p:sp>
        <p:nvSpPr>
          <p:cNvPr id="95" name="Shape 91"/>
          <p:cNvSpPr/>
          <p:nvPr/>
        </p:nvSpPr>
        <p:spPr>
          <a:xfrm>
            <a:off x="8583183" y="1760220"/>
            <a:ext cx="50292" cy="50292"/>
          </a:xfrm>
          <a:prstGeom prst="rect">
            <a:avLst/>
          </a:prstGeom>
          <a:solidFill>
            <a:srgbClr val="0F1426"/>
          </a:solidFill>
          <a:ln/>
        </p:spPr>
      </p:sp>
      <p:sp>
        <p:nvSpPr>
          <p:cNvPr id="96" name="Shape 92"/>
          <p:cNvSpPr/>
          <p:nvPr/>
        </p:nvSpPr>
        <p:spPr>
          <a:xfrm>
            <a:off x="9319275" y="1760220"/>
            <a:ext cx="50292" cy="50292"/>
          </a:xfrm>
          <a:prstGeom prst="rect">
            <a:avLst/>
          </a:prstGeom>
          <a:solidFill>
            <a:srgbClr val="0F1426"/>
          </a:solidFill>
          <a:ln/>
        </p:spPr>
      </p:sp>
      <p:sp>
        <p:nvSpPr>
          <p:cNvPr id="97" name="Text 93"/>
          <p:cNvSpPr txBox="1"/>
          <p:nvPr/>
        </p:nvSpPr>
        <p:spPr>
          <a:xfrm>
            <a:off x="8583183"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파일</a:t>
            </a:r>
            <a:endParaRPr lang="ko-KR" sz="1100" dirty="0"/>
          </a:p>
        </p:txBody>
      </p:sp>
      <p:sp>
        <p:nvSpPr>
          <p:cNvPr id="98" name="Text 94"/>
          <p:cNvSpPr txBox="1"/>
          <p:nvPr/>
        </p:nvSpPr>
        <p:spPr>
          <a:xfrm>
            <a:off x="9479295"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쉬움 · 사진 압축 파일</a:t>
            </a:r>
            <a:endParaRPr lang="ko-KR" sz="1100" dirty="0"/>
          </a:p>
        </p:txBody>
      </p:sp>
      <p:sp>
        <p:nvSpPr>
          <p:cNvPr id="99" name="Text 95"/>
          <p:cNvSpPr txBox="1"/>
          <p:nvPr/>
        </p:nvSpPr>
        <p:spPr>
          <a:xfrm>
            <a:off x="8583183"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파일 정보</a:t>
            </a:r>
            <a:endParaRPr lang="ko-KR" sz="2000" dirty="0"/>
          </a:p>
        </p:txBody>
      </p:sp>
      <p:sp>
        <p:nvSpPr>
          <p:cNvPr id="100" name="Shape 96"/>
          <p:cNvSpPr/>
          <p:nvPr/>
        </p:nvSpPr>
        <p:spPr>
          <a:xfrm>
            <a:off x="8583183" y="2624328"/>
            <a:ext cx="274320" cy="274320"/>
          </a:xfrm>
          <a:prstGeom prst="rect">
            <a:avLst/>
          </a:prstGeom>
          <a:solidFill>
            <a:srgbClr val="22201F"/>
          </a:solidFill>
          <a:ln/>
        </p:spPr>
      </p:sp>
      <p:sp>
        <p:nvSpPr>
          <p:cNvPr id="101" name="Shape 97"/>
          <p:cNvSpPr/>
          <p:nvPr/>
        </p:nvSpPr>
        <p:spPr>
          <a:xfrm>
            <a:off x="8633475" y="2674620"/>
            <a:ext cx="173736" cy="173736"/>
          </a:xfrm>
          <a:prstGeom prst="rect">
            <a:avLst/>
          </a:prstGeom>
          <a:solidFill>
            <a:srgbClr val="E0503C"/>
          </a:solidFill>
          <a:ln/>
        </p:spPr>
      </p:sp>
      <p:sp>
        <p:nvSpPr>
          <p:cNvPr id="102" name="Text 98"/>
          <p:cNvSpPr txBox="1"/>
          <p:nvPr/>
        </p:nvSpPr>
        <p:spPr>
          <a:xfrm>
            <a:off x="8583183"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103" name="Text 99"/>
          <p:cNvSpPr txBox="1"/>
          <p:nvPr/>
        </p:nvSpPr>
        <p:spPr>
          <a:xfrm>
            <a:off x="8967231"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첨부를 누르면 파일 정보</a:t>
            </a:r>
            <a:endParaRPr lang="ko-KR" sz="1400" dirty="0"/>
          </a:p>
        </p:txBody>
      </p:sp>
      <p:sp>
        <p:nvSpPr>
          <p:cNvPr id="104" name="Shape 100"/>
          <p:cNvSpPr/>
          <p:nvPr/>
        </p:nvSpPr>
        <p:spPr>
          <a:xfrm>
            <a:off x="8967231" y="2980944"/>
            <a:ext cx="475488" cy="237744"/>
          </a:xfrm>
          <a:prstGeom prst="rect">
            <a:avLst/>
          </a:prstGeom>
          <a:solidFill>
            <a:srgbClr val="22201F"/>
          </a:solidFill>
          <a:ln/>
        </p:spPr>
      </p:sp>
      <p:sp>
        <p:nvSpPr>
          <p:cNvPr id="105" name="Shape 101"/>
          <p:cNvSpPr/>
          <p:nvPr/>
        </p:nvSpPr>
        <p:spPr>
          <a:xfrm>
            <a:off x="9017523" y="3031236"/>
            <a:ext cx="374904" cy="137160"/>
          </a:xfrm>
          <a:prstGeom prst="rect">
            <a:avLst/>
          </a:prstGeom>
          <a:solidFill>
            <a:srgbClr val="45C7C1"/>
          </a:solidFill>
          <a:ln/>
        </p:spPr>
      </p:sp>
      <p:sp>
        <p:nvSpPr>
          <p:cNvPr id="106" name="Shape 102"/>
          <p:cNvSpPr/>
          <p:nvPr/>
        </p:nvSpPr>
        <p:spPr>
          <a:xfrm>
            <a:off x="8967231" y="2980944"/>
            <a:ext cx="50292" cy="50292"/>
          </a:xfrm>
          <a:prstGeom prst="rect">
            <a:avLst/>
          </a:prstGeom>
          <a:solidFill>
            <a:srgbClr val="0F1426"/>
          </a:solidFill>
          <a:ln/>
        </p:spPr>
      </p:sp>
      <p:sp>
        <p:nvSpPr>
          <p:cNvPr id="107" name="Shape 103"/>
          <p:cNvSpPr/>
          <p:nvPr/>
        </p:nvSpPr>
        <p:spPr>
          <a:xfrm>
            <a:off x="9392427" y="2980944"/>
            <a:ext cx="50292" cy="50292"/>
          </a:xfrm>
          <a:prstGeom prst="rect">
            <a:avLst/>
          </a:prstGeom>
          <a:solidFill>
            <a:srgbClr val="0F1426"/>
          </a:solidFill>
          <a:ln/>
        </p:spPr>
      </p:sp>
      <p:sp>
        <p:nvSpPr>
          <p:cNvPr id="108" name="Shape 104"/>
          <p:cNvSpPr/>
          <p:nvPr/>
        </p:nvSpPr>
        <p:spPr>
          <a:xfrm>
            <a:off x="8967231" y="3168396"/>
            <a:ext cx="50292" cy="50292"/>
          </a:xfrm>
          <a:prstGeom prst="rect">
            <a:avLst/>
          </a:prstGeom>
          <a:solidFill>
            <a:srgbClr val="0F1426"/>
          </a:solidFill>
          <a:ln/>
        </p:spPr>
      </p:sp>
      <p:sp>
        <p:nvSpPr>
          <p:cNvPr id="109" name="Shape 105"/>
          <p:cNvSpPr/>
          <p:nvPr/>
        </p:nvSpPr>
        <p:spPr>
          <a:xfrm>
            <a:off x="9392427" y="3168396"/>
            <a:ext cx="50292" cy="50292"/>
          </a:xfrm>
          <a:prstGeom prst="rect">
            <a:avLst/>
          </a:prstGeom>
          <a:solidFill>
            <a:srgbClr val="0F1426"/>
          </a:solidFill>
          <a:ln/>
        </p:spPr>
      </p:sp>
      <p:sp>
        <p:nvSpPr>
          <p:cNvPr id="110" name="Text 106"/>
          <p:cNvSpPr txBox="1"/>
          <p:nvPr/>
        </p:nvSpPr>
        <p:spPr>
          <a:xfrm>
            <a:off x="8967231"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111" name="Text 107"/>
          <p:cNvSpPr txBox="1"/>
          <p:nvPr/>
        </p:nvSpPr>
        <p:spPr>
          <a:xfrm>
            <a:off x="8967231"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전체 이름 · 마지막 확장자 ·</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압축 안에 든 파일.</a:t>
            </a:r>
            <a:endParaRPr lang="ko-KR" sz="1150" dirty="0"/>
          </a:p>
        </p:txBody>
      </p:sp>
      <p:sp>
        <p:nvSpPr>
          <p:cNvPr id="112" name="Shape 108"/>
          <p:cNvSpPr/>
          <p:nvPr/>
        </p:nvSpPr>
        <p:spPr>
          <a:xfrm>
            <a:off x="8583183" y="3813048"/>
            <a:ext cx="274320" cy="274320"/>
          </a:xfrm>
          <a:prstGeom prst="rect">
            <a:avLst/>
          </a:prstGeom>
          <a:solidFill>
            <a:srgbClr val="22201F"/>
          </a:solidFill>
          <a:ln/>
        </p:spPr>
      </p:sp>
      <p:sp>
        <p:nvSpPr>
          <p:cNvPr id="113" name="Shape 109"/>
          <p:cNvSpPr/>
          <p:nvPr/>
        </p:nvSpPr>
        <p:spPr>
          <a:xfrm>
            <a:off x="8633475" y="3863340"/>
            <a:ext cx="173736" cy="173736"/>
          </a:xfrm>
          <a:prstGeom prst="rect">
            <a:avLst/>
          </a:prstGeom>
          <a:solidFill>
            <a:srgbClr val="E0503C"/>
          </a:solidFill>
          <a:ln/>
        </p:spPr>
      </p:sp>
      <p:sp>
        <p:nvSpPr>
          <p:cNvPr id="114" name="Text 110"/>
          <p:cNvSpPr txBox="1"/>
          <p:nvPr/>
        </p:nvSpPr>
        <p:spPr>
          <a:xfrm>
            <a:off x="8583183"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115" name="Text 111"/>
          <p:cNvSpPr txBox="1"/>
          <p:nvPr/>
        </p:nvSpPr>
        <p:spPr>
          <a:xfrm>
            <a:off x="8967231"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마지막 확장자 = 진짜 종류</a:t>
            </a:r>
            <a:endParaRPr lang="ko-KR" sz="1400" dirty="0"/>
          </a:p>
        </p:txBody>
      </p:sp>
      <p:sp>
        <p:nvSpPr>
          <p:cNvPr id="116" name="Shape 112"/>
          <p:cNvSpPr/>
          <p:nvPr/>
        </p:nvSpPr>
        <p:spPr>
          <a:xfrm>
            <a:off x="8967231" y="4169664"/>
            <a:ext cx="475488" cy="237744"/>
          </a:xfrm>
          <a:prstGeom prst="rect">
            <a:avLst/>
          </a:prstGeom>
          <a:solidFill>
            <a:srgbClr val="22201F"/>
          </a:solidFill>
          <a:ln/>
        </p:spPr>
      </p:sp>
      <p:sp>
        <p:nvSpPr>
          <p:cNvPr id="117" name="Shape 113"/>
          <p:cNvSpPr/>
          <p:nvPr/>
        </p:nvSpPr>
        <p:spPr>
          <a:xfrm>
            <a:off x="9017523" y="4219956"/>
            <a:ext cx="374904" cy="137160"/>
          </a:xfrm>
          <a:prstGeom prst="rect">
            <a:avLst/>
          </a:prstGeom>
          <a:solidFill>
            <a:srgbClr val="45C7C1"/>
          </a:solidFill>
          <a:ln/>
        </p:spPr>
      </p:sp>
      <p:sp>
        <p:nvSpPr>
          <p:cNvPr id="118" name="Shape 114"/>
          <p:cNvSpPr/>
          <p:nvPr/>
        </p:nvSpPr>
        <p:spPr>
          <a:xfrm>
            <a:off x="8967231" y="4169664"/>
            <a:ext cx="50292" cy="50292"/>
          </a:xfrm>
          <a:prstGeom prst="rect">
            <a:avLst/>
          </a:prstGeom>
          <a:solidFill>
            <a:srgbClr val="0F1426"/>
          </a:solidFill>
          <a:ln/>
        </p:spPr>
      </p:sp>
      <p:sp>
        <p:nvSpPr>
          <p:cNvPr id="119" name="Shape 115"/>
          <p:cNvSpPr/>
          <p:nvPr/>
        </p:nvSpPr>
        <p:spPr>
          <a:xfrm>
            <a:off x="9392427" y="4169664"/>
            <a:ext cx="50292" cy="50292"/>
          </a:xfrm>
          <a:prstGeom prst="rect">
            <a:avLst/>
          </a:prstGeom>
          <a:solidFill>
            <a:srgbClr val="0F1426"/>
          </a:solidFill>
          <a:ln/>
        </p:spPr>
      </p:sp>
      <p:sp>
        <p:nvSpPr>
          <p:cNvPr id="120" name="Shape 116"/>
          <p:cNvSpPr/>
          <p:nvPr/>
        </p:nvSpPr>
        <p:spPr>
          <a:xfrm>
            <a:off x="8967231" y="4357116"/>
            <a:ext cx="50292" cy="50292"/>
          </a:xfrm>
          <a:prstGeom prst="rect">
            <a:avLst/>
          </a:prstGeom>
          <a:solidFill>
            <a:srgbClr val="0F1426"/>
          </a:solidFill>
          <a:ln/>
        </p:spPr>
      </p:sp>
      <p:sp>
        <p:nvSpPr>
          <p:cNvPr id="121" name="Shape 117"/>
          <p:cNvSpPr/>
          <p:nvPr/>
        </p:nvSpPr>
        <p:spPr>
          <a:xfrm>
            <a:off x="9392427" y="4357116"/>
            <a:ext cx="50292" cy="50292"/>
          </a:xfrm>
          <a:prstGeom prst="rect">
            <a:avLst/>
          </a:prstGeom>
          <a:solidFill>
            <a:srgbClr val="0F1426"/>
          </a:solidFill>
          <a:ln/>
        </p:spPr>
      </p:sp>
      <p:sp>
        <p:nvSpPr>
          <p:cNvPr id="122" name="Text 118"/>
          <p:cNvSpPr txBox="1"/>
          <p:nvPr/>
        </p:nvSpPr>
        <p:spPr>
          <a:xfrm>
            <a:off x="8967231"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123" name="Text 119"/>
          <p:cNvSpPr txBox="1"/>
          <p:nvPr/>
        </p:nvSpPr>
        <p:spPr>
          <a:xfrm>
            <a:off x="8967231"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.zip · .pdf · .apk · .exe 등</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여러 종류가 나와요.</a:t>
            </a:r>
            <a:endParaRPr lang="ko-KR" sz="1150" dirty="0"/>
          </a:p>
        </p:txBody>
      </p:sp>
      <p:sp>
        <p:nvSpPr>
          <p:cNvPr id="124" name="Shape 120"/>
          <p:cNvSpPr/>
          <p:nvPr/>
        </p:nvSpPr>
        <p:spPr>
          <a:xfrm>
            <a:off x="8583183" y="5001768"/>
            <a:ext cx="274320" cy="274320"/>
          </a:xfrm>
          <a:prstGeom prst="rect">
            <a:avLst/>
          </a:prstGeom>
          <a:solidFill>
            <a:srgbClr val="22201F"/>
          </a:solidFill>
          <a:ln/>
        </p:spPr>
      </p:sp>
      <p:sp>
        <p:nvSpPr>
          <p:cNvPr id="125" name="Shape 121"/>
          <p:cNvSpPr/>
          <p:nvPr/>
        </p:nvSpPr>
        <p:spPr>
          <a:xfrm>
            <a:off x="8633475" y="5052060"/>
            <a:ext cx="173736" cy="173736"/>
          </a:xfrm>
          <a:prstGeom prst="rect">
            <a:avLst/>
          </a:prstGeom>
          <a:solidFill>
            <a:srgbClr val="E0503C"/>
          </a:solidFill>
          <a:ln/>
        </p:spPr>
      </p:sp>
      <p:sp>
        <p:nvSpPr>
          <p:cNvPr id="126" name="Text 122"/>
          <p:cNvSpPr txBox="1"/>
          <p:nvPr/>
        </p:nvSpPr>
        <p:spPr>
          <a:xfrm>
            <a:off x="8583183"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127" name="Text 123"/>
          <p:cNvSpPr txBox="1"/>
          <p:nvPr/>
        </p:nvSpPr>
        <p:spPr>
          <a:xfrm>
            <a:off x="8967231"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낯설다고 다 위험하진 않다</a:t>
            </a:r>
            <a:endParaRPr lang="ko-KR" sz="1400" dirty="0"/>
          </a:p>
        </p:txBody>
      </p:sp>
      <p:sp>
        <p:nvSpPr>
          <p:cNvPr id="128" name="Shape 124"/>
          <p:cNvSpPr/>
          <p:nvPr/>
        </p:nvSpPr>
        <p:spPr>
          <a:xfrm>
            <a:off x="8967231" y="5358384"/>
            <a:ext cx="475488" cy="237744"/>
          </a:xfrm>
          <a:prstGeom prst="rect">
            <a:avLst/>
          </a:prstGeom>
          <a:solidFill>
            <a:srgbClr val="22201F"/>
          </a:solidFill>
          <a:ln/>
        </p:spPr>
      </p:sp>
      <p:sp>
        <p:nvSpPr>
          <p:cNvPr id="129" name="Shape 125"/>
          <p:cNvSpPr/>
          <p:nvPr/>
        </p:nvSpPr>
        <p:spPr>
          <a:xfrm>
            <a:off x="9017523" y="5408676"/>
            <a:ext cx="374904" cy="137160"/>
          </a:xfrm>
          <a:prstGeom prst="rect">
            <a:avLst/>
          </a:prstGeom>
          <a:solidFill>
            <a:srgbClr val="45C7C1"/>
          </a:solidFill>
          <a:ln/>
        </p:spPr>
      </p:sp>
      <p:sp>
        <p:nvSpPr>
          <p:cNvPr id="130" name="Shape 126"/>
          <p:cNvSpPr/>
          <p:nvPr/>
        </p:nvSpPr>
        <p:spPr>
          <a:xfrm>
            <a:off x="8967231" y="5358384"/>
            <a:ext cx="50292" cy="50292"/>
          </a:xfrm>
          <a:prstGeom prst="rect">
            <a:avLst/>
          </a:prstGeom>
          <a:solidFill>
            <a:srgbClr val="0F1426"/>
          </a:solidFill>
          <a:ln/>
        </p:spPr>
      </p:sp>
      <p:sp>
        <p:nvSpPr>
          <p:cNvPr id="131" name="Shape 127"/>
          <p:cNvSpPr/>
          <p:nvPr/>
        </p:nvSpPr>
        <p:spPr>
          <a:xfrm>
            <a:off x="9392427" y="5358384"/>
            <a:ext cx="50292" cy="50292"/>
          </a:xfrm>
          <a:prstGeom prst="rect">
            <a:avLst/>
          </a:prstGeom>
          <a:solidFill>
            <a:srgbClr val="0F1426"/>
          </a:solidFill>
          <a:ln/>
        </p:spPr>
      </p:sp>
      <p:sp>
        <p:nvSpPr>
          <p:cNvPr id="132" name="Shape 128"/>
          <p:cNvSpPr/>
          <p:nvPr/>
        </p:nvSpPr>
        <p:spPr>
          <a:xfrm>
            <a:off x="8967231" y="5545836"/>
            <a:ext cx="50292" cy="50292"/>
          </a:xfrm>
          <a:prstGeom prst="rect">
            <a:avLst/>
          </a:prstGeom>
          <a:solidFill>
            <a:srgbClr val="0F1426"/>
          </a:solidFill>
          <a:ln/>
        </p:spPr>
      </p:sp>
      <p:sp>
        <p:nvSpPr>
          <p:cNvPr id="133" name="Shape 129"/>
          <p:cNvSpPr/>
          <p:nvPr/>
        </p:nvSpPr>
        <p:spPr>
          <a:xfrm>
            <a:off x="9392427" y="5545836"/>
            <a:ext cx="50292" cy="50292"/>
          </a:xfrm>
          <a:prstGeom prst="rect">
            <a:avLst/>
          </a:prstGeom>
          <a:solidFill>
            <a:srgbClr val="0F1426"/>
          </a:solidFill>
          <a:ln/>
        </p:spPr>
      </p:sp>
      <p:sp>
        <p:nvSpPr>
          <p:cNvPr id="134" name="Text 130"/>
          <p:cNvSpPr txBox="1"/>
          <p:nvPr/>
        </p:nvSpPr>
        <p:spPr>
          <a:xfrm>
            <a:off x="8967231"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135" name="Text 131"/>
          <p:cNvSpPr txBox="1"/>
          <p:nvPr/>
        </p:nvSpPr>
        <p:spPr>
          <a:xfrm>
            <a:off x="8967231"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사진·동영상만 든 압축 파일은</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승인이 정답이에요.</a:t>
            </a:r>
            <a:endParaRPr lang="ko-KR" sz="11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인게임 3/4</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판정하기: 한 번 누르면 끝, 정답은 아직 비밀</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판정 처리 시트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4899074"/>
            <a:ext cx="256032" cy="256032"/>
          </a:xfrm>
          <a:prstGeom prst="rect">
            <a:avLst/>
          </a:prstGeom>
          <a:solidFill>
            <a:srgbClr val="22201F"/>
          </a:solidFill>
          <a:ln/>
        </p:spPr>
      </p:sp>
      <p:sp>
        <p:nvSpPr>
          <p:cNvPr id="20" name="Shape 17"/>
          <p:cNvSpPr/>
          <p:nvPr/>
        </p:nvSpPr>
        <p:spPr>
          <a:xfrm>
            <a:off x="2543571" y="4949366"/>
            <a:ext cx="155448" cy="155448"/>
          </a:xfrm>
          <a:prstGeom prst="rect">
            <a:avLst/>
          </a:prstGeom>
          <a:solidFill>
            <a:srgbClr val="E0503C"/>
          </a:solidFill>
          <a:ln/>
        </p:spPr>
      </p:sp>
      <p:sp>
        <p:nvSpPr>
          <p:cNvPr id="21" name="Text 18"/>
          <p:cNvSpPr txBox="1"/>
          <p:nvPr/>
        </p:nvSpPr>
        <p:spPr>
          <a:xfrm>
            <a:off x="2493279" y="4899074"/>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2493279" y="5216916"/>
            <a:ext cx="256032" cy="256032"/>
          </a:xfrm>
          <a:prstGeom prst="rect">
            <a:avLst/>
          </a:prstGeom>
          <a:solidFill>
            <a:srgbClr val="22201F"/>
          </a:solidFill>
          <a:ln/>
        </p:spPr>
      </p:sp>
      <p:sp>
        <p:nvSpPr>
          <p:cNvPr id="23" name="Shape 20"/>
          <p:cNvSpPr/>
          <p:nvPr/>
        </p:nvSpPr>
        <p:spPr>
          <a:xfrm>
            <a:off x="2543571" y="5267208"/>
            <a:ext cx="155448" cy="155448"/>
          </a:xfrm>
          <a:prstGeom prst="rect">
            <a:avLst/>
          </a:prstGeom>
          <a:solidFill>
            <a:srgbClr val="E0503C"/>
          </a:solidFill>
          <a:ln/>
        </p:spPr>
      </p:sp>
      <p:sp>
        <p:nvSpPr>
          <p:cNvPr id="24" name="Text 21"/>
          <p:cNvSpPr txBox="1"/>
          <p:nvPr/>
        </p:nvSpPr>
        <p:spPr>
          <a:xfrm>
            <a:off x="2493279" y="5216916"/>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25" name="Shape 22"/>
          <p:cNvSpPr/>
          <p:nvPr/>
        </p:nvSpPr>
        <p:spPr>
          <a:xfrm>
            <a:off x="2493279" y="5677787"/>
            <a:ext cx="256032" cy="256032"/>
          </a:xfrm>
          <a:prstGeom prst="rect">
            <a:avLst/>
          </a:prstGeom>
          <a:solidFill>
            <a:srgbClr val="22201F"/>
          </a:solidFill>
          <a:ln/>
        </p:spPr>
      </p:sp>
      <p:sp>
        <p:nvSpPr>
          <p:cNvPr id="26" name="Shape 23"/>
          <p:cNvSpPr/>
          <p:nvPr/>
        </p:nvSpPr>
        <p:spPr>
          <a:xfrm>
            <a:off x="2543571" y="5728079"/>
            <a:ext cx="155448" cy="155448"/>
          </a:xfrm>
          <a:prstGeom prst="rect">
            <a:avLst/>
          </a:prstGeom>
          <a:solidFill>
            <a:srgbClr val="E0503C"/>
          </a:solidFill>
          <a:ln/>
        </p:spPr>
      </p:sp>
      <p:sp>
        <p:nvSpPr>
          <p:cNvPr id="27" name="Text 24"/>
          <p:cNvSpPr txBox="1"/>
          <p:nvPr/>
        </p:nvSpPr>
        <p:spPr>
          <a:xfrm>
            <a:off x="2493279" y="5677787"/>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28" name="Shape 25"/>
          <p:cNvSpPr/>
          <p:nvPr/>
        </p:nvSpPr>
        <p:spPr>
          <a:xfrm>
            <a:off x="2932191" y="1536192"/>
            <a:ext cx="786384" cy="274320"/>
          </a:xfrm>
          <a:prstGeom prst="rect">
            <a:avLst/>
          </a:prstGeom>
          <a:solidFill>
            <a:srgbClr val="22201F"/>
          </a:solidFill>
          <a:ln/>
        </p:spPr>
      </p:sp>
      <p:sp>
        <p:nvSpPr>
          <p:cNvPr id="29" name="Shape 26"/>
          <p:cNvSpPr/>
          <p:nvPr/>
        </p:nvSpPr>
        <p:spPr>
          <a:xfrm>
            <a:off x="2982483" y="1586484"/>
            <a:ext cx="685800" cy="173736"/>
          </a:xfrm>
          <a:prstGeom prst="rect">
            <a:avLst/>
          </a:prstGeom>
          <a:solidFill>
            <a:srgbClr val="F7D84A"/>
          </a:solidFill>
          <a:ln/>
        </p:spPr>
      </p:sp>
      <p:sp>
        <p:nvSpPr>
          <p:cNvPr id="30" name="Shape 27"/>
          <p:cNvSpPr/>
          <p:nvPr/>
        </p:nvSpPr>
        <p:spPr>
          <a:xfrm>
            <a:off x="2932191" y="1536192"/>
            <a:ext cx="50292" cy="50292"/>
          </a:xfrm>
          <a:prstGeom prst="rect">
            <a:avLst/>
          </a:prstGeom>
          <a:solidFill>
            <a:srgbClr val="0F1426"/>
          </a:solidFill>
          <a:ln/>
        </p:spPr>
      </p:sp>
      <p:sp>
        <p:nvSpPr>
          <p:cNvPr id="31" name="Shape 28"/>
          <p:cNvSpPr/>
          <p:nvPr/>
        </p:nvSpPr>
        <p:spPr>
          <a:xfrm>
            <a:off x="3668283" y="1536192"/>
            <a:ext cx="50292" cy="50292"/>
          </a:xfrm>
          <a:prstGeom prst="rect">
            <a:avLst/>
          </a:prstGeom>
          <a:solidFill>
            <a:srgbClr val="0F1426"/>
          </a:solidFill>
          <a:ln/>
        </p:spPr>
      </p:sp>
      <p:sp>
        <p:nvSpPr>
          <p:cNvPr id="32" name="Shape 29"/>
          <p:cNvSpPr/>
          <p:nvPr/>
        </p:nvSpPr>
        <p:spPr>
          <a:xfrm>
            <a:off x="2932191" y="1760220"/>
            <a:ext cx="50292" cy="50292"/>
          </a:xfrm>
          <a:prstGeom prst="rect">
            <a:avLst/>
          </a:prstGeom>
          <a:solidFill>
            <a:srgbClr val="0F1426"/>
          </a:solidFill>
          <a:ln/>
        </p:spPr>
      </p:sp>
      <p:sp>
        <p:nvSpPr>
          <p:cNvPr id="33" name="Shape 30"/>
          <p:cNvSpPr/>
          <p:nvPr/>
        </p:nvSpPr>
        <p:spPr>
          <a:xfrm>
            <a:off x="3668283" y="1760220"/>
            <a:ext cx="50292" cy="50292"/>
          </a:xfrm>
          <a:prstGeom prst="rect">
            <a:avLst/>
          </a:prstGeom>
          <a:solidFill>
            <a:srgbClr val="0F1426"/>
          </a:solidFill>
          <a:ln/>
        </p:spPr>
      </p:sp>
      <p:sp>
        <p:nvSpPr>
          <p:cNvPr id="34" name="Text 31"/>
          <p:cNvSpPr txBox="1"/>
          <p:nvPr/>
        </p:nvSpPr>
        <p:spPr>
          <a:xfrm>
            <a:off x="2932191"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판정</a:t>
            </a:r>
            <a:endParaRPr lang="ko-KR" sz="1100" dirty="0"/>
          </a:p>
        </p:txBody>
      </p:sp>
      <p:sp>
        <p:nvSpPr>
          <p:cNvPr id="35" name="Text 32"/>
          <p:cNvSpPr txBox="1"/>
          <p:nvPr/>
        </p:nvSpPr>
        <p:spPr>
          <a:xfrm>
            <a:off x="3828303"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거부 · 추가 확인일 때</a:t>
            </a:r>
            <a:endParaRPr lang="ko-KR" sz="1100" dirty="0"/>
          </a:p>
        </p:txBody>
      </p:sp>
      <p:sp>
        <p:nvSpPr>
          <p:cNvPr id="36" name="Text 33"/>
          <p:cNvSpPr txBox="1"/>
          <p:nvPr/>
        </p:nvSpPr>
        <p:spPr>
          <a:xfrm>
            <a:off x="2932191"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처리 시트</a:t>
            </a:r>
            <a:endParaRPr lang="ko-KR" sz="2000" dirty="0"/>
          </a:p>
        </p:txBody>
      </p:sp>
      <p:sp>
        <p:nvSpPr>
          <p:cNvPr id="37" name="Shape 34"/>
          <p:cNvSpPr/>
          <p:nvPr/>
        </p:nvSpPr>
        <p:spPr>
          <a:xfrm>
            <a:off x="2932191" y="2624328"/>
            <a:ext cx="274320" cy="274320"/>
          </a:xfrm>
          <a:prstGeom prst="rect">
            <a:avLst/>
          </a:prstGeom>
          <a:solidFill>
            <a:srgbClr val="22201F"/>
          </a:solidFill>
          <a:ln/>
        </p:spPr>
      </p:sp>
      <p:sp>
        <p:nvSpPr>
          <p:cNvPr id="38" name="Shape 35"/>
          <p:cNvSpPr/>
          <p:nvPr/>
        </p:nvSpPr>
        <p:spPr>
          <a:xfrm>
            <a:off x="2982483" y="2674620"/>
            <a:ext cx="173736" cy="173736"/>
          </a:xfrm>
          <a:prstGeom prst="rect">
            <a:avLst/>
          </a:prstGeom>
          <a:solidFill>
            <a:srgbClr val="E0503C"/>
          </a:solidFill>
          <a:ln/>
        </p:spPr>
      </p:sp>
      <p:sp>
        <p:nvSpPr>
          <p:cNvPr id="39" name="Text 36"/>
          <p:cNvSpPr txBox="1"/>
          <p:nvPr/>
        </p:nvSpPr>
        <p:spPr>
          <a:xfrm>
            <a:off x="2932191"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40" name="Text 37"/>
          <p:cNvSpPr txBox="1"/>
          <p:nvPr/>
        </p:nvSpPr>
        <p:spPr>
          <a:xfrm>
            <a:off x="3316239"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거부·추가 확인만 시트</a:t>
            </a:r>
            <a:endParaRPr lang="ko-KR" sz="1400" dirty="0"/>
          </a:p>
        </p:txBody>
      </p:sp>
      <p:sp>
        <p:nvSpPr>
          <p:cNvPr id="41" name="Shape 38"/>
          <p:cNvSpPr/>
          <p:nvPr/>
        </p:nvSpPr>
        <p:spPr>
          <a:xfrm>
            <a:off x="3316239" y="2980944"/>
            <a:ext cx="475488" cy="237744"/>
          </a:xfrm>
          <a:prstGeom prst="rect">
            <a:avLst/>
          </a:prstGeom>
          <a:solidFill>
            <a:srgbClr val="22201F"/>
          </a:solidFill>
          <a:ln/>
        </p:spPr>
      </p:sp>
      <p:sp>
        <p:nvSpPr>
          <p:cNvPr id="42" name="Shape 39"/>
          <p:cNvSpPr/>
          <p:nvPr/>
        </p:nvSpPr>
        <p:spPr>
          <a:xfrm>
            <a:off x="3366531" y="3031236"/>
            <a:ext cx="374904" cy="137160"/>
          </a:xfrm>
          <a:prstGeom prst="rect">
            <a:avLst/>
          </a:prstGeom>
          <a:solidFill>
            <a:srgbClr val="F7D84A"/>
          </a:solidFill>
          <a:ln/>
        </p:spPr>
      </p:sp>
      <p:sp>
        <p:nvSpPr>
          <p:cNvPr id="43" name="Shape 40"/>
          <p:cNvSpPr/>
          <p:nvPr/>
        </p:nvSpPr>
        <p:spPr>
          <a:xfrm>
            <a:off x="3316239" y="2980944"/>
            <a:ext cx="50292" cy="50292"/>
          </a:xfrm>
          <a:prstGeom prst="rect">
            <a:avLst/>
          </a:prstGeom>
          <a:solidFill>
            <a:srgbClr val="0F1426"/>
          </a:solidFill>
          <a:ln/>
        </p:spPr>
      </p:sp>
      <p:sp>
        <p:nvSpPr>
          <p:cNvPr id="44" name="Shape 41"/>
          <p:cNvSpPr/>
          <p:nvPr/>
        </p:nvSpPr>
        <p:spPr>
          <a:xfrm>
            <a:off x="3741435" y="2980944"/>
            <a:ext cx="50292" cy="50292"/>
          </a:xfrm>
          <a:prstGeom prst="rect">
            <a:avLst/>
          </a:prstGeom>
          <a:solidFill>
            <a:srgbClr val="0F1426"/>
          </a:solidFill>
          <a:ln/>
        </p:spPr>
      </p:sp>
      <p:sp>
        <p:nvSpPr>
          <p:cNvPr id="45" name="Shape 42"/>
          <p:cNvSpPr/>
          <p:nvPr/>
        </p:nvSpPr>
        <p:spPr>
          <a:xfrm>
            <a:off x="3316239" y="3168396"/>
            <a:ext cx="50292" cy="50292"/>
          </a:xfrm>
          <a:prstGeom prst="rect">
            <a:avLst/>
          </a:prstGeom>
          <a:solidFill>
            <a:srgbClr val="0F1426"/>
          </a:solidFill>
          <a:ln/>
        </p:spPr>
      </p:sp>
      <p:sp>
        <p:nvSpPr>
          <p:cNvPr id="46" name="Shape 43"/>
          <p:cNvSpPr/>
          <p:nvPr/>
        </p:nvSpPr>
        <p:spPr>
          <a:xfrm>
            <a:off x="3741435" y="3168396"/>
            <a:ext cx="50292" cy="50292"/>
          </a:xfrm>
          <a:prstGeom prst="rect">
            <a:avLst/>
          </a:prstGeom>
          <a:solidFill>
            <a:srgbClr val="0F1426"/>
          </a:solidFill>
          <a:ln/>
        </p:spPr>
      </p:sp>
      <p:sp>
        <p:nvSpPr>
          <p:cNvPr id="47" name="Text 44"/>
          <p:cNvSpPr txBox="1"/>
          <p:nvPr/>
        </p:nvSpPr>
        <p:spPr>
          <a:xfrm>
            <a:off x="3316239"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48" name="Text 45"/>
          <p:cNvSpPr txBox="1"/>
          <p:nvPr/>
        </p:nvSpPr>
        <p:spPr>
          <a:xfrm>
            <a:off x="3316239"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승인은 누르면 바로 처리.</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다시 묻는 확인 창은 없어요.</a:t>
            </a:r>
            <a:endParaRPr lang="ko-KR" sz="1150" dirty="0"/>
          </a:p>
        </p:txBody>
      </p:sp>
      <p:sp>
        <p:nvSpPr>
          <p:cNvPr id="49" name="Shape 46"/>
          <p:cNvSpPr/>
          <p:nvPr/>
        </p:nvSpPr>
        <p:spPr>
          <a:xfrm>
            <a:off x="2932191" y="3813048"/>
            <a:ext cx="274320" cy="274320"/>
          </a:xfrm>
          <a:prstGeom prst="rect">
            <a:avLst/>
          </a:prstGeom>
          <a:solidFill>
            <a:srgbClr val="22201F"/>
          </a:solidFill>
          <a:ln/>
        </p:spPr>
      </p:sp>
      <p:sp>
        <p:nvSpPr>
          <p:cNvPr id="50" name="Shape 47"/>
          <p:cNvSpPr/>
          <p:nvPr/>
        </p:nvSpPr>
        <p:spPr>
          <a:xfrm>
            <a:off x="2982483" y="3863340"/>
            <a:ext cx="173736" cy="173736"/>
          </a:xfrm>
          <a:prstGeom prst="rect">
            <a:avLst/>
          </a:prstGeom>
          <a:solidFill>
            <a:srgbClr val="E0503C"/>
          </a:solidFill>
          <a:ln/>
        </p:spPr>
      </p:sp>
      <p:sp>
        <p:nvSpPr>
          <p:cNvPr id="51" name="Text 48"/>
          <p:cNvSpPr txBox="1"/>
          <p:nvPr/>
        </p:nvSpPr>
        <p:spPr>
          <a:xfrm>
            <a:off x="2932191"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3316239"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신고 · 근거 · 확인 경로</a:t>
            </a:r>
            <a:endParaRPr lang="ko-KR" sz="1400" dirty="0"/>
          </a:p>
        </p:txBody>
      </p:sp>
      <p:sp>
        <p:nvSpPr>
          <p:cNvPr id="53" name="Shape 50"/>
          <p:cNvSpPr/>
          <p:nvPr/>
        </p:nvSpPr>
        <p:spPr>
          <a:xfrm>
            <a:off x="3316239" y="4169664"/>
            <a:ext cx="475488" cy="237744"/>
          </a:xfrm>
          <a:prstGeom prst="rect">
            <a:avLst/>
          </a:prstGeom>
          <a:solidFill>
            <a:srgbClr val="22201F"/>
          </a:solidFill>
          <a:ln/>
        </p:spPr>
      </p:sp>
      <p:sp>
        <p:nvSpPr>
          <p:cNvPr id="54" name="Shape 51"/>
          <p:cNvSpPr/>
          <p:nvPr/>
        </p:nvSpPr>
        <p:spPr>
          <a:xfrm>
            <a:off x="3366531" y="4219956"/>
            <a:ext cx="374904" cy="137160"/>
          </a:xfrm>
          <a:prstGeom prst="rect">
            <a:avLst/>
          </a:prstGeom>
          <a:solidFill>
            <a:srgbClr val="F7D84A"/>
          </a:solidFill>
          <a:ln/>
        </p:spPr>
      </p:sp>
      <p:sp>
        <p:nvSpPr>
          <p:cNvPr id="55" name="Shape 52"/>
          <p:cNvSpPr/>
          <p:nvPr/>
        </p:nvSpPr>
        <p:spPr>
          <a:xfrm>
            <a:off x="3316239" y="4169664"/>
            <a:ext cx="50292" cy="50292"/>
          </a:xfrm>
          <a:prstGeom prst="rect">
            <a:avLst/>
          </a:prstGeom>
          <a:solidFill>
            <a:srgbClr val="0F1426"/>
          </a:solidFill>
          <a:ln/>
        </p:spPr>
      </p:sp>
      <p:sp>
        <p:nvSpPr>
          <p:cNvPr id="56" name="Shape 53"/>
          <p:cNvSpPr/>
          <p:nvPr/>
        </p:nvSpPr>
        <p:spPr>
          <a:xfrm>
            <a:off x="3741435" y="4169664"/>
            <a:ext cx="50292" cy="50292"/>
          </a:xfrm>
          <a:prstGeom prst="rect">
            <a:avLst/>
          </a:prstGeom>
          <a:solidFill>
            <a:srgbClr val="0F1426"/>
          </a:solidFill>
          <a:ln/>
        </p:spPr>
      </p:sp>
      <p:sp>
        <p:nvSpPr>
          <p:cNvPr id="57" name="Shape 54"/>
          <p:cNvSpPr/>
          <p:nvPr/>
        </p:nvSpPr>
        <p:spPr>
          <a:xfrm>
            <a:off x="3316239" y="4357116"/>
            <a:ext cx="50292" cy="50292"/>
          </a:xfrm>
          <a:prstGeom prst="rect">
            <a:avLst/>
          </a:prstGeom>
          <a:solidFill>
            <a:srgbClr val="0F1426"/>
          </a:solidFill>
          <a:ln/>
        </p:spPr>
      </p:sp>
      <p:sp>
        <p:nvSpPr>
          <p:cNvPr id="58" name="Shape 55"/>
          <p:cNvSpPr/>
          <p:nvPr/>
        </p:nvSpPr>
        <p:spPr>
          <a:xfrm>
            <a:off x="3741435" y="4357116"/>
            <a:ext cx="50292" cy="50292"/>
          </a:xfrm>
          <a:prstGeom prst="rect">
            <a:avLst/>
          </a:prstGeom>
          <a:solidFill>
            <a:srgbClr val="0F1426"/>
          </a:solidFill>
          <a:ln/>
        </p:spPr>
      </p:sp>
      <p:sp>
        <p:nvSpPr>
          <p:cNvPr id="59" name="Text 56"/>
          <p:cNvSpPr txBox="1"/>
          <p:nvPr/>
        </p:nvSpPr>
        <p:spPr>
          <a:xfrm>
            <a:off x="3316239"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60" name="Text 57"/>
          <p:cNvSpPr txBox="1"/>
          <p:nvPr/>
        </p:nvSpPr>
        <p:spPr>
          <a:xfrm>
            <a:off x="3316239"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거부면 신고 여부, 추가 확인이면</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근거와 공식 확인 경로를 골라요.</a:t>
            </a:r>
            <a:endParaRPr lang="ko-KR" sz="1150" dirty="0"/>
          </a:p>
        </p:txBody>
      </p:sp>
      <p:sp>
        <p:nvSpPr>
          <p:cNvPr id="61" name="Shape 58"/>
          <p:cNvSpPr/>
          <p:nvPr/>
        </p:nvSpPr>
        <p:spPr>
          <a:xfrm>
            <a:off x="2932191" y="5001768"/>
            <a:ext cx="274320" cy="274320"/>
          </a:xfrm>
          <a:prstGeom prst="rect">
            <a:avLst/>
          </a:prstGeom>
          <a:solidFill>
            <a:srgbClr val="22201F"/>
          </a:solidFill>
          <a:ln/>
        </p:spPr>
      </p:sp>
      <p:sp>
        <p:nvSpPr>
          <p:cNvPr id="62" name="Shape 59"/>
          <p:cNvSpPr/>
          <p:nvPr/>
        </p:nvSpPr>
        <p:spPr>
          <a:xfrm>
            <a:off x="2982483" y="5052060"/>
            <a:ext cx="173736" cy="173736"/>
          </a:xfrm>
          <a:prstGeom prst="rect">
            <a:avLst/>
          </a:prstGeom>
          <a:solidFill>
            <a:srgbClr val="E0503C"/>
          </a:solidFill>
          <a:ln/>
        </p:spPr>
      </p:sp>
      <p:sp>
        <p:nvSpPr>
          <p:cNvPr id="63" name="Text 60"/>
          <p:cNvSpPr txBox="1"/>
          <p:nvPr/>
        </p:nvSpPr>
        <p:spPr>
          <a:xfrm>
            <a:off x="2932191"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Text 61"/>
          <p:cNvSpPr txBox="1"/>
          <p:nvPr/>
        </p:nvSpPr>
        <p:spPr>
          <a:xfrm>
            <a:off x="3316239"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보내기 한 번</a:t>
            </a:r>
            <a:endParaRPr lang="ko-KR" sz="1400" dirty="0"/>
          </a:p>
        </p:txBody>
      </p:sp>
      <p:sp>
        <p:nvSpPr>
          <p:cNvPr id="65" name="Shape 62"/>
          <p:cNvSpPr/>
          <p:nvPr/>
        </p:nvSpPr>
        <p:spPr>
          <a:xfrm>
            <a:off x="3316239" y="5358384"/>
            <a:ext cx="475488" cy="237744"/>
          </a:xfrm>
          <a:prstGeom prst="rect">
            <a:avLst/>
          </a:prstGeom>
          <a:solidFill>
            <a:srgbClr val="22201F"/>
          </a:solidFill>
          <a:ln/>
        </p:spPr>
      </p:sp>
      <p:sp>
        <p:nvSpPr>
          <p:cNvPr id="66" name="Shape 63"/>
          <p:cNvSpPr/>
          <p:nvPr/>
        </p:nvSpPr>
        <p:spPr>
          <a:xfrm>
            <a:off x="3366531" y="5408676"/>
            <a:ext cx="374904" cy="137160"/>
          </a:xfrm>
          <a:prstGeom prst="rect">
            <a:avLst/>
          </a:prstGeom>
          <a:solidFill>
            <a:srgbClr val="F7D84A"/>
          </a:solidFill>
          <a:ln/>
        </p:spPr>
      </p:sp>
      <p:sp>
        <p:nvSpPr>
          <p:cNvPr id="67" name="Shape 64"/>
          <p:cNvSpPr/>
          <p:nvPr/>
        </p:nvSpPr>
        <p:spPr>
          <a:xfrm>
            <a:off x="3316239" y="5358384"/>
            <a:ext cx="50292" cy="50292"/>
          </a:xfrm>
          <a:prstGeom prst="rect">
            <a:avLst/>
          </a:prstGeom>
          <a:solidFill>
            <a:srgbClr val="0F1426"/>
          </a:solidFill>
          <a:ln/>
        </p:spPr>
      </p:sp>
      <p:sp>
        <p:nvSpPr>
          <p:cNvPr id="68" name="Shape 65"/>
          <p:cNvSpPr/>
          <p:nvPr/>
        </p:nvSpPr>
        <p:spPr>
          <a:xfrm>
            <a:off x="3741435" y="5358384"/>
            <a:ext cx="50292" cy="50292"/>
          </a:xfrm>
          <a:prstGeom prst="rect">
            <a:avLst/>
          </a:prstGeom>
          <a:solidFill>
            <a:srgbClr val="0F1426"/>
          </a:solidFill>
          <a:ln/>
        </p:spPr>
      </p:sp>
      <p:sp>
        <p:nvSpPr>
          <p:cNvPr id="69" name="Shape 66"/>
          <p:cNvSpPr/>
          <p:nvPr/>
        </p:nvSpPr>
        <p:spPr>
          <a:xfrm>
            <a:off x="3316239" y="5545836"/>
            <a:ext cx="50292" cy="50292"/>
          </a:xfrm>
          <a:prstGeom prst="rect">
            <a:avLst/>
          </a:prstGeom>
          <a:solidFill>
            <a:srgbClr val="0F1426"/>
          </a:solidFill>
          <a:ln/>
        </p:spPr>
      </p:sp>
      <p:sp>
        <p:nvSpPr>
          <p:cNvPr id="70" name="Shape 67"/>
          <p:cNvSpPr/>
          <p:nvPr/>
        </p:nvSpPr>
        <p:spPr>
          <a:xfrm>
            <a:off x="3741435" y="5545836"/>
            <a:ext cx="50292" cy="50292"/>
          </a:xfrm>
          <a:prstGeom prst="rect">
            <a:avLst/>
          </a:prstGeom>
          <a:solidFill>
            <a:srgbClr val="0F1426"/>
          </a:solidFill>
          <a:ln/>
        </p:spPr>
      </p:sp>
      <p:sp>
        <p:nvSpPr>
          <p:cNvPr id="71" name="Text 68"/>
          <p:cNvSpPr txBox="1"/>
          <p:nvPr/>
        </p:nvSpPr>
        <p:spPr>
          <a:xfrm>
            <a:off x="3316239"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72" name="Text 69"/>
          <p:cNvSpPr txBox="1"/>
          <p:nvPr/>
        </p:nvSpPr>
        <p:spPr>
          <a:xfrm>
            <a:off x="3316239"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맞았는지는 이 자리에서</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알려 주지 않아요.</a:t>
            </a:r>
            <a:endParaRPr lang="ko-KR" sz="1150" dirty="0"/>
          </a:p>
        </p:txBody>
      </p:sp>
      <p:sp>
        <p:nvSpPr>
          <p:cNvPr id="73" name="Shape 70"/>
          <p:cNvSpPr/>
          <p:nvPr/>
        </p:nvSpPr>
        <p:spPr>
          <a:xfrm>
            <a:off x="6300216" y="1581912"/>
            <a:ext cx="2127519" cy="4681728"/>
          </a:xfrm>
          <a:prstGeom prst="rect">
            <a:avLst/>
          </a:prstGeom>
          <a:solidFill>
            <a:srgbClr val="0B0F1E"/>
          </a:solidFill>
          <a:ln/>
        </p:spPr>
      </p:sp>
      <p:sp>
        <p:nvSpPr>
          <p:cNvPr id="74" name="Shape 71"/>
          <p:cNvSpPr/>
          <p:nvPr/>
        </p:nvSpPr>
        <p:spPr>
          <a:xfrm>
            <a:off x="6199632" y="1481328"/>
            <a:ext cx="2127519" cy="4681728"/>
          </a:xfrm>
          <a:prstGeom prst="rect">
            <a:avLst/>
          </a:prstGeom>
          <a:solidFill>
            <a:srgbClr val="3A4E7A"/>
          </a:solidFill>
          <a:ln/>
        </p:spPr>
      </p:sp>
      <p:sp>
        <p:nvSpPr>
          <p:cNvPr id="75" name="Shape 72"/>
          <p:cNvSpPr/>
          <p:nvPr/>
        </p:nvSpPr>
        <p:spPr>
          <a:xfrm>
            <a:off x="6249924" y="1531620"/>
            <a:ext cx="2026935" cy="4581144"/>
          </a:xfrm>
          <a:prstGeom prst="rect">
            <a:avLst/>
          </a:prstGeom>
          <a:solidFill>
            <a:srgbClr val="060A15"/>
          </a:solidFill>
          <a:ln/>
        </p:spPr>
      </p:sp>
      <p:sp>
        <p:nvSpPr>
          <p:cNvPr id="76" name="Shape 73"/>
          <p:cNvSpPr/>
          <p:nvPr/>
        </p:nvSpPr>
        <p:spPr>
          <a:xfrm>
            <a:off x="6199632" y="1481328"/>
            <a:ext cx="50292" cy="50292"/>
          </a:xfrm>
          <a:prstGeom prst="rect">
            <a:avLst/>
          </a:prstGeom>
          <a:solidFill>
            <a:srgbClr val="0F1426"/>
          </a:solidFill>
          <a:ln/>
        </p:spPr>
      </p:sp>
      <p:sp>
        <p:nvSpPr>
          <p:cNvPr id="77" name="Shape 74"/>
          <p:cNvSpPr/>
          <p:nvPr/>
        </p:nvSpPr>
        <p:spPr>
          <a:xfrm>
            <a:off x="8276859" y="1481328"/>
            <a:ext cx="50292" cy="50292"/>
          </a:xfrm>
          <a:prstGeom prst="rect">
            <a:avLst/>
          </a:prstGeom>
          <a:solidFill>
            <a:srgbClr val="0F1426"/>
          </a:solidFill>
          <a:ln/>
        </p:spPr>
      </p:sp>
      <p:sp>
        <p:nvSpPr>
          <p:cNvPr id="78" name="Shape 75"/>
          <p:cNvSpPr/>
          <p:nvPr/>
        </p:nvSpPr>
        <p:spPr>
          <a:xfrm>
            <a:off x="6199632" y="6112764"/>
            <a:ext cx="50292" cy="50292"/>
          </a:xfrm>
          <a:prstGeom prst="rect">
            <a:avLst/>
          </a:prstGeom>
          <a:solidFill>
            <a:srgbClr val="0F1426"/>
          </a:solidFill>
          <a:ln/>
        </p:spPr>
      </p:sp>
      <p:sp>
        <p:nvSpPr>
          <p:cNvPr id="79" name="Shape 76"/>
          <p:cNvSpPr/>
          <p:nvPr/>
        </p:nvSpPr>
        <p:spPr>
          <a:xfrm>
            <a:off x="8276859" y="6112764"/>
            <a:ext cx="50292" cy="50292"/>
          </a:xfrm>
          <a:prstGeom prst="rect">
            <a:avLst/>
          </a:prstGeom>
          <a:solidFill>
            <a:srgbClr val="0F1426"/>
          </a:solidFill>
          <a:ln/>
        </p:spPr>
      </p:sp>
      <p:sp>
        <p:nvSpPr>
          <p:cNvPr id="80" name="Shape 77"/>
          <p:cNvSpPr/>
          <p:nvPr/>
        </p:nvSpPr>
        <p:spPr>
          <a:xfrm>
            <a:off x="7034791" y="1545336"/>
            <a:ext cx="457200" cy="45720"/>
          </a:xfrm>
          <a:prstGeom prst="rect">
            <a:avLst/>
          </a:prstGeom>
          <a:solidFill>
            <a:srgbClr val="3A4E7A"/>
          </a:solidFill>
          <a:ln/>
        </p:spPr>
      </p:sp>
      <p:pic>
        <p:nvPicPr>
          <p:cNvPr id="81" name="Image 1" descr="처리 처리 완료 화면 (HTML 시제품 캡처)">    </p:cNvPr>
          <p:cNvPicPr>
            <a:picLocks noChangeAspect="1"/>
          </p:cNvPicPr>
          <p:nvPr/>
        </p:nvPicPr>
        <p:blipFill>
          <a:blip r:embed="rId2"/>
          <a:stretch>
            <a:fillRect/>
          </a:stretch>
        </p:blipFill>
        <p:spPr>
          <a:xfrm>
            <a:off x="6272784" y="1636776"/>
            <a:ext cx="1981215" cy="4407408"/>
          </a:xfrm>
          <a:prstGeom prst="rect">
            <a:avLst/>
          </a:prstGeom>
        </p:spPr>
      </p:pic>
      <p:sp>
        <p:nvSpPr>
          <p:cNvPr id="82" name="Shape 78"/>
          <p:cNvSpPr/>
          <p:nvPr/>
        </p:nvSpPr>
        <p:spPr>
          <a:xfrm>
            <a:off x="8144271" y="5042103"/>
            <a:ext cx="256032" cy="256032"/>
          </a:xfrm>
          <a:prstGeom prst="rect">
            <a:avLst/>
          </a:prstGeom>
          <a:solidFill>
            <a:srgbClr val="22201F"/>
          </a:solidFill>
          <a:ln/>
        </p:spPr>
      </p:sp>
      <p:sp>
        <p:nvSpPr>
          <p:cNvPr id="83" name="Shape 79"/>
          <p:cNvSpPr/>
          <p:nvPr/>
        </p:nvSpPr>
        <p:spPr>
          <a:xfrm>
            <a:off x="8194563" y="5092395"/>
            <a:ext cx="155448" cy="155448"/>
          </a:xfrm>
          <a:prstGeom prst="rect">
            <a:avLst/>
          </a:prstGeom>
          <a:solidFill>
            <a:srgbClr val="E0503C"/>
          </a:solidFill>
          <a:ln/>
        </p:spPr>
      </p:sp>
      <p:sp>
        <p:nvSpPr>
          <p:cNvPr id="84" name="Text 80"/>
          <p:cNvSpPr txBox="1"/>
          <p:nvPr/>
        </p:nvSpPr>
        <p:spPr>
          <a:xfrm>
            <a:off x="8144271" y="504210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85" name="Shape 81"/>
          <p:cNvSpPr/>
          <p:nvPr/>
        </p:nvSpPr>
        <p:spPr>
          <a:xfrm>
            <a:off x="8144271" y="5402324"/>
            <a:ext cx="256032" cy="256032"/>
          </a:xfrm>
          <a:prstGeom prst="rect">
            <a:avLst/>
          </a:prstGeom>
          <a:solidFill>
            <a:srgbClr val="22201F"/>
          </a:solidFill>
          <a:ln/>
        </p:spPr>
      </p:sp>
      <p:sp>
        <p:nvSpPr>
          <p:cNvPr id="86" name="Shape 82"/>
          <p:cNvSpPr/>
          <p:nvPr/>
        </p:nvSpPr>
        <p:spPr>
          <a:xfrm>
            <a:off x="8194563" y="5452616"/>
            <a:ext cx="155448" cy="155448"/>
          </a:xfrm>
          <a:prstGeom prst="rect">
            <a:avLst/>
          </a:prstGeom>
          <a:solidFill>
            <a:srgbClr val="E0503C"/>
          </a:solidFill>
          <a:ln/>
        </p:spPr>
      </p:sp>
      <p:sp>
        <p:nvSpPr>
          <p:cNvPr id="87" name="Text 83"/>
          <p:cNvSpPr txBox="1"/>
          <p:nvPr/>
        </p:nvSpPr>
        <p:spPr>
          <a:xfrm>
            <a:off x="8144271" y="5402324"/>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88" name="Shape 84"/>
          <p:cNvSpPr/>
          <p:nvPr/>
        </p:nvSpPr>
        <p:spPr>
          <a:xfrm>
            <a:off x="8144271" y="5651300"/>
            <a:ext cx="256032" cy="256032"/>
          </a:xfrm>
          <a:prstGeom prst="rect">
            <a:avLst/>
          </a:prstGeom>
          <a:solidFill>
            <a:srgbClr val="22201F"/>
          </a:solidFill>
          <a:ln/>
        </p:spPr>
      </p:sp>
      <p:sp>
        <p:nvSpPr>
          <p:cNvPr id="89" name="Shape 85"/>
          <p:cNvSpPr/>
          <p:nvPr/>
        </p:nvSpPr>
        <p:spPr>
          <a:xfrm>
            <a:off x="8194563" y="5701592"/>
            <a:ext cx="155448" cy="155448"/>
          </a:xfrm>
          <a:prstGeom prst="rect">
            <a:avLst/>
          </a:prstGeom>
          <a:solidFill>
            <a:srgbClr val="E0503C"/>
          </a:solidFill>
          <a:ln/>
        </p:spPr>
      </p:sp>
      <p:sp>
        <p:nvSpPr>
          <p:cNvPr id="90" name="Text 86"/>
          <p:cNvSpPr txBox="1"/>
          <p:nvPr/>
        </p:nvSpPr>
        <p:spPr>
          <a:xfrm>
            <a:off x="8144271" y="565130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91" name="Shape 87"/>
          <p:cNvSpPr/>
          <p:nvPr/>
        </p:nvSpPr>
        <p:spPr>
          <a:xfrm>
            <a:off x="8583183" y="1536192"/>
            <a:ext cx="786384" cy="274320"/>
          </a:xfrm>
          <a:prstGeom prst="rect">
            <a:avLst/>
          </a:prstGeom>
          <a:solidFill>
            <a:srgbClr val="22201F"/>
          </a:solidFill>
          <a:ln/>
        </p:spPr>
      </p:sp>
      <p:sp>
        <p:nvSpPr>
          <p:cNvPr id="92" name="Shape 88"/>
          <p:cNvSpPr/>
          <p:nvPr/>
        </p:nvSpPr>
        <p:spPr>
          <a:xfrm>
            <a:off x="8633475" y="1586484"/>
            <a:ext cx="685800" cy="173736"/>
          </a:xfrm>
          <a:prstGeom prst="rect">
            <a:avLst/>
          </a:prstGeom>
          <a:solidFill>
            <a:srgbClr val="F7D84A"/>
          </a:solidFill>
          <a:ln/>
        </p:spPr>
      </p:sp>
      <p:sp>
        <p:nvSpPr>
          <p:cNvPr id="93" name="Shape 89"/>
          <p:cNvSpPr/>
          <p:nvPr/>
        </p:nvSpPr>
        <p:spPr>
          <a:xfrm>
            <a:off x="8583183" y="1536192"/>
            <a:ext cx="50292" cy="50292"/>
          </a:xfrm>
          <a:prstGeom prst="rect">
            <a:avLst/>
          </a:prstGeom>
          <a:solidFill>
            <a:srgbClr val="0F1426"/>
          </a:solidFill>
          <a:ln/>
        </p:spPr>
      </p:sp>
      <p:sp>
        <p:nvSpPr>
          <p:cNvPr id="94" name="Shape 90"/>
          <p:cNvSpPr/>
          <p:nvPr/>
        </p:nvSpPr>
        <p:spPr>
          <a:xfrm>
            <a:off x="9319275" y="1536192"/>
            <a:ext cx="50292" cy="50292"/>
          </a:xfrm>
          <a:prstGeom prst="rect">
            <a:avLst/>
          </a:prstGeom>
          <a:solidFill>
            <a:srgbClr val="0F1426"/>
          </a:solidFill>
          <a:ln/>
        </p:spPr>
      </p:sp>
      <p:sp>
        <p:nvSpPr>
          <p:cNvPr id="95" name="Shape 91"/>
          <p:cNvSpPr/>
          <p:nvPr/>
        </p:nvSpPr>
        <p:spPr>
          <a:xfrm>
            <a:off x="8583183" y="1760220"/>
            <a:ext cx="50292" cy="50292"/>
          </a:xfrm>
          <a:prstGeom prst="rect">
            <a:avLst/>
          </a:prstGeom>
          <a:solidFill>
            <a:srgbClr val="0F1426"/>
          </a:solidFill>
          <a:ln/>
        </p:spPr>
      </p:sp>
      <p:sp>
        <p:nvSpPr>
          <p:cNvPr id="96" name="Shape 92"/>
          <p:cNvSpPr/>
          <p:nvPr/>
        </p:nvSpPr>
        <p:spPr>
          <a:xfrm>
            <a:off x="9319275" y="1760220"/>
            <a:ext cx="50292" cy="50292"/>
          </a:xfrm>
          <a:prstGeom prst="rect">
            <a:avLst/>
          </a:prstGeom>
          <a:solidFill>
            <a:srgbClr val="0F1426"/>
          </a:solidFill>
          <a:ln/>
        </p:spPr>
      </p:sp>
      <p:sp>
        <p:nvSpPr>
          <p:cNvPr id="97" name="Text 93"/>
          <p:cNvSpPr txBox="1"/>
          <p:nvPr/>
        </p:nvSpPr>
        <p:spPr>
          <a:xfrm>
            <a:off x="8583183"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처리</a:t>
            </a:r>
            <a:endParaRPr lang="ko-KR" sz="1100" dirty="0"/>
          </a:p>
        </p:txBody>
      </p:sp>
      <p:sp>
        <p:nvSpPr>
          <p:cNvPr id="98" name="Text 94"/>
          <p:cNvSpPr txBox="1"/>
          <p:nvPr/>
        </p:nvSpPr>
        <p:spPr>
          <a:xfrm>
            <a:off x="9479295"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모든 판정 뒤</a:t>
            </a:r>
            <a:endParaRPr lang="ko-KR" sz="1100" dirty="0"/>
          </a:p>
        </p:txBody>
      </p:sp>
      <p:sp>
        <p:nvSpPr>
          <p:cNvPr id="99" name="Text 95"/>
          <p:cNvSpPr txBox="1"/>
          <p:nvPr/>
        </p:nvSpPr>
        <p:spPr>
          <a:xfrm>
            <a:off x="8583183"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처리 완료</a:t>
            </a:r>
            <a:endParaRPr lang="ko-KR" sz="2000" dirty="0"/>
          </a:p>
        </p:txBody>
      </p:sp>
      <p:sp>
        <p:nvSpPr>
          <p:cNvPr id="100" name="Shape 96"/>
          <p:cNvSpPr/>
          <p:nvPr/>
        </p:nvSpPr>
        <p:spPr>
          <a:xfrm>
            <a:off x="8583183" y="2624328"/>
            <a:ext cx="274320" cy="274320"/>
          </a:xfrm>
          <a:prstGeom prst="rect">
            <a:avLst/>
          </a:prstGeom>
          <a:solidFill>
            <a:srgbClr val="22201F"/>
          </a:solidFill>
          <a:ln/>
        </p:spPr>
      </p:sp>
      <p:sp>
        <p:nvSpPr>
          <p:cNvPr id="101" name="Shape 97"/>
          <p:cNvSpPr/>
          <p:nvPr/>
        </p:nvSpPr>
        <p:spPr>
          <a:xfrm>
            <a:off x="8633475" y="2674620"/>
            <a:ext cx="173736" cy="173736"/>
          </a:xfrm>
          <a:prstGeom prst="rect">
            <a:avLst/>
          </a:prstGeom>
          <a:solidFill>
            <a:srgbClr val="E0503C"/>
          </a:solidFill>
          <a:ln/>
        </p:spPr>
      </p:sp>
      <p:sp>
        <p:nvSpPr>
          <p:cNvPr id="102" name="Text 98"/>
          <p:cNvSpPr txBox="1"/>
          <p:nvPr/>
        </p:nvSpPr>
        <p:spPr>
          <a:xfrm>
            <a:off x="8583183"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103" name="Text 99"/>
          <p:cNvSpPr txBox="1"/>
          <p:nvPr/>
        </p:nvSpPr>
        <p:spPr>
          <a:xfrm>
            <a:off x="8967231"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처리 완료 도장</a:t>
            </a:r>
            <a:endParaRPr lang="ko-KR" sz="1400" dirty="0"/>
          </a:p>
        </p:txBody>
      </p:sp>
      <p:sp>
        <p:nvSpPr>
          <p:cNvPr id="104" name="Shape 100"/>
          <p:cNvSpPr/>
          <p:nvPr/>
        </p:nvSpPr>
        <p:spPr>
          <a:xfrm>
            <a:off x="8967231" y="2980944"/>
            <a:ext cx="475488" cy="237744"/>
          </a:xfrm>
          <a:prstGeom prst="rect">
            <a:avLst/>
          </a:prstGeom>
          <a:solidFill>
            <a:srgbClr val="22201F"/>
          </a:solidFill>
          <a:ln/>
        </p:spPr>
      </p:sp>
      <p:sp>
        <p:nvSpPr>
          <p:cNvPr id="105" name="Shape 101"/>
          <p:cNvSpPr/>
          <p:nvPr/>
        </p:nvSpPr>
        <p:spPr>
          <a:xfrm>
            <a:off x="9017523" y="3031236"/>
            <a:ext cx="374904" cy="137160"/>
          </a:xfrm>
          <a:prstGeom prst="rect">
            <a:avLst/>
          </a:prstGeom>
          <a:solidFill>
            <a:srgbClr val="F7D84A"/>
          </a:solidFill>
          <a:ln/>
        </p:spPr>
      </p:sp>
      <p:sp>
        <p:nvSpPr>
          <p:cNvPr id="106" name="Shape 102"/>
          <p:cNvSpPr/>
          <p:nvPr/>
        </p:nvSpPr>
        <p:spPr>
          <a:xfrm>
            <a:off x="8967231" y="2980944"/>
            <a:ext cx="50292" cy="50292"/>
          </a:xfrm>
          <a:prstGeom prst="rect">
            <a:avLst/>
          </a:prstGeom>
          <a:solidFill>
            <a:srgbClr val="0F1426"/>
          </a:solidFill>
          <a:ln/>
        </p:spPr>
      </p:sp>
      <p:sp>
        <p:nvSpPr>
          <p:cNvPr id="107" name="Shape 103"/>
          <p:cNvSpPr/>
          <p:nvPr/>
        </p:nvSpPr>
        <p:spPr>
          <a:xfrm>
            <a:off x="9392427" y="2980944"/>
            <a:ext cx="50292" cy="50292"/>
          </a:xfrm>
          <a:prstGeom prst="rect">
            <a:avLst/>
          </a:prstGeom>
          <a:solidFill>
            <a:srgbClr val="0F1426"/>
          </a:solidFill>
          <a:ln/>
        </p:spPr>
      </p:sp>
      <p:sp>
        <p:nvSpPr>
          <p:cNvPr id="108" name="Shape 104"/>
          <p:cNvSpPr/>
          <p:nvPr/>
        </p:nvSpPr>
        <p:spPr>
          <a:xfrm>
            <a:off x="8967231" y="3168396"/>
            <a:ext cx="50292" cy="50292"/>
          </a:xfrm>
          <a:prstGeom prst="rect">
            <a:avLst/>
          </a:prstGeom>
          <a:solidFill>
            <a:srgbClr val="0F1426"/>
          </a:solidFill>
          <a:ln/>
        </p:spPr>
      </p:sp>
      <p:sp>
        <p:nvSpPr>
          <p:cNvPr id="109" name="Shape 105"/>
          <p:cNvSpPr/>
          <p:nvPr/>
        </p:nvSpPr>
        <p:spPr>
          <a:xfrm>
            <a:off x="9392427" y="3168396"/>
            <a:ext cx="50292" cy="50292"/>
          </a:xfrm>
          <a:prstGeom prst="rect">
            <a:avLst/>
          </a:prstGeom>
          <a:solidFill>
            <a:srgbClr val="0F1426"/>
          </a:solidFill>
          <a:ln/>
        </p:spPr>
      </p:sp>
      <p:sp>
        <p:nvSpPr>
          <p:cNvPr id="110" name="Text 106"/>
          <p:cNvSpPr txBox="1"/>
          <p:nvPr/>
        </p:nvSpPr>
        <p:spPr>
          <a:xfrm>
            <a:off x="8967231"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111" name="Text 107"/>
          <p:cNvSpPr txBox="1"/>
          <p:nvPr/>
        </p:nvSpPr>
        <p:spPr>
          <a:xfrm>
            <a:off x="8967231"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내가 고른 판정만 도장으로</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찍혀요.</a:t>
            </a:r>
            <a:endParaRPr lang="ko-KR" sz="1150" dirty="0"/>
          </a:p>
        </p:txBody>
      </p:sp>
      <p:sp>
        <p:nvSpPr>
          <p:cNvPr id="112" name="Shape 108"/>
          <p:cNvSpPr/>
          <p:nvPr/>
        </p:nvSpPr>
        <p:spPr>
          <a:xfrm>
            <a:off x="8583183" y="3813048"/>
            <a:ext cx="274320" cy="274320"/>
          </a:xfrm>
          <a:prstGeom prst="rect">
            <a:avLst/>
          </a:prstGeom>
          <a:solidFill>
            <a:srgbClr val="22201F"/>
          </a:solidFill>
          <a:ln/>
        </p:spPr>
      </p:sp>
      <p:sp>
        <p:nvSpPr>
          <p:cNvPr id="113" name="Shape 109"/>
          <p:cNvSpPr/>
          <p:nvPr/>
        </p:nvSpPr>
        <p:spPr>
          <a:xfrm>
            <a:off x="8633475" y="3863340"/>
            <a:ext cx="173736" cy="173736"/>
          </a:xfrm>
          <a:prstGeom prst="rect">
            <a:avLst/>
          </a:prstGeom>
          <a:solidFill>
            <a:srgbClr val="E0503C"/>
          </a:solidFill>
          <a:ln/>
        </p:spPr>
      </p:sp>
      <p:sp>
        <p:nvSpPr>
          <p:cNvPr id="114" name="Text 110"/>
          <p:cNvSpPr txBox="1"/>
          <p:nvPr/>
        </p:nvSpPr>
        <p:spPr>
          <a:xfrm>
            <a:off x="8583183"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115" name="Text 111"/>
          <p:cNvSpPr txBox="1"/>
          <p:nvPr/>
        </p:nvSpPr>
        <p:spPr>
          <a:xfrm>
            <a:off x="8967231"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내 처리만 다시 알려 주기</a:t>
            </a:r>
            <a:endParaRPr lang="ko-KR" sz="1400" dirty="0"/>
          </a:p>
        </p:txBody>
      </p:sp>
      <p:sp>
        <p:nvSpPr>
          <p:cNvPr id="116" name="Text 112"/>
          <p:cNvSpPr txBox="1"/>
          <p:nvPr/>
        </p:nvSpPr>
        <p:spPr>
          <a:xfrm>
            <a:off x="8967231" y="41879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'거부하고 신고했어요'처럼</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내 선택을 보여 줘요.</a:t>
            </a:r>
            <a:endParaRPr lang="ko-KR" sz="1150" dirty="0"/>
          </a:p>
        </p:txBody>
      </p:sp>
      <p:sp>
        <p:nvSpPr>
          <p:cNvPr id="117" name="Shape 113"/>
          <p:cNvSpPr/>
          <p:nvPr/>
        </p:nvSpPr>
        <p:spPr>
          <a:xfrm>
            <a:off x="8583183" y="5001768"/>
            <a:ext cx="274320" cy="274320"/>
          </a:xfrm>
          <a:prstGeom prst="rect">
            <a:avLst/>
          </a:prstGeom>
          <a:solidFill>
            <a:srgbClr val="22201F"/>
          </a:solidFill>
          <a:ln/>
        </p:spPr>
      </p:sp>
      <p:sp>
        <p:nvSpPr>
          <p:cNvPr id="118" name="Shape 114"/>
          <p:cNvSpPr/>
          <p:nvPr/>
        </p:nvSpPr>
        <p:spPr>
          <a:xfrm>
            <a:off x="8633475" y="5052060"/>
            <a:ext cx="173736" cy="173736"/>
          </a:xfrm>
          <a:prstGeom prst="rect">
            <a:avLst/>
          </a:prstGeom>
          <a:solidFill>
            <a:srgbClr val="E0503C"/>
          </a:solidFill>
          <a:ln/>
        </p:spPr>
      </p:sp>
      <p:sp>
        <p:nvSpPr>
          <p:cNvPr id="119" name="Text 115"/>
          <p:cNvSpPr txBox="1"/>
          <p:nvPr/>
        </p:nvSpPr>
        <p:spPr>
          <a:xfrm>
            <a:off x="8583183"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120" name="Text 116"/>
          <p:cNvSpPr txBox="1"/>
          <p:nvPr/>
        </p:nvSpPr>
        <p:spPr>
          <a:xfrm>
            <a:off x="8967231"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다음 요청으로</a:t>
            </a:r>
            <a:endParaRPr lang="ko-KR" sz="1400" dirty="0"/>
          </a:p>
        </p:txBody>
      </p:sp>
      <p:sp>
        <p:nvSpPr>
          <p:cNvPr id="121" name="Shape 117"/>
          <p:cNvSpPr/>
          <p:nvPr/>
        </p:nvSpPr>
        <p:spPr>
          <a:xfrm>
            <a:off x="8967231" y="5358384"/>
            <a:ext cx="475488" cy="237744"/>
          </a:xfrm>
          <a:prstGeom prst="rect">
            <a:avLst/>
          </a:prstGeom>
          <a:solidFill>
            <a:srgbClr val="22201F"/>
          </a:solidFill>
          <a:ln/>
        </p:spPr>
      </p:sp>
      <p:sp>
        <p:nvSpPr>
          <p:cNvPr id="122" name="Shape 118"/>
          <p:cNvSpPr/>
          <p:nvPr/>
        </p:nvSpPr>
        <p:spPr>
          <a:xfrm>
            <a:off x="9017523" y="5408676"/>
            <a:ext cx="374904" cy="137160"/>
          </a:xfrm>
          <a:prstGeom prst="rect">
            <a:avLst/>
          </a:prstGeom>
          <a:solidFill>
            <a:srgbClr val="3FBF6F"/>
          </a:solidFill>
          <a:ln/>
        </p:spPr>
      </p:sp>
      <p:sp>
        <p:nvSpPr>
          <p:cNvPr id="123" name="Shape 119"/>
          <p:cNvSpPr/>
          <p:nvPr/>
        </p:nvSpPr>
        <p:spPr>
          <a:xfrm>
            <a:off x="8967231" y="5358384"/>
            <a:ext cx="50292" cy="50292"/>
          </a:xfrm>
          <a:prstGeom prst="rect">
            <a:avLst/>
          </a:prstGeom>
          <a:solidFill>
            <a:srgbClr val="0F1426"/>
          </a:solidFill>
          <a:ln/>
        </p:spPr>
      </p:sp>
      <p:sp>
        <p:nvSpPr>
          <p:cNvPr id="124" name="Shape 120"/>
          <p:cNvSpPr/>
          <p:nvPr/>
        </p:nvSpPr>
        <p:spPr>
          <a:xfrm>
            <a:off x="9392427" y="5358384"/>
            <a:ext cx="50292" cy="50292"/>
          </a:xfrm>
          <a:prstGeom prst="rect">
            <a:avLst/>
          </a:prstGeom>
          <a:solidFill>
            <a:srgbClr val="0F1426"/>
          </a:solidFill>
          <a:ln/>
        </p:spPr>
      </p:sp>
      <p:sp>
        <p:nvSpPr>
          <p:cNvPr id="125" name="Shape 121"/>
          <p:cNvSpPr/>
          <p:nvPr/>
        </p:nvSpPr>
        <p:spPr>
          <a:xfrm>
            <a:off x="8967231" y="5545836"/>
            <a:ext cx="50292" cy="50292"/>
          </a:xfrm>
          <a:prstGeom prst="rect">
            <a:avLst/>
          </a:prstGeom>
          <a:solidFill>
            <a:srgbClr val="0F1426"/>
          </a:solidFill>
          <a:ln/>
        </p:spPr>
      </p:sp>
      <p:sp>
        <p:nvSpPr>
          <p:cNvPr id="126" name="Shape 122"/>
          <p:cNvSpPr/>
          <p:nvPr/>
        </p:nvSpPr>
        <p:spPr>
          <a:xfrm>
            <a:off x="9392427" y="5545836"/>
            <a:ext cx="50292" cy="50292"/>
          </a:xfrm>
          <a:prstGeom prst="rect">
            <a:avLst/>
          </a:prstGeom>
          <a:solidFill>
            <a:srgbClr val="0F1426"/>
          </a:solidFill>
          <a:ln/>
        </p:spPr>
      </p:sp>
      <p:sp>
        <p:nvSpPr>
          <p:cNvPr id="127" name="Text 123"/>
          <p:cNvSpPr txBox="1"/>
          <p:nvPr/>
        </p:nvSpPr>
        <p:spPr>
          <a:xfrm>
            <a:off x="8967231"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F5</a:t>
            </a:r>
            <a:endParaRPr lang="ko-KR" sz="950" dirty="0"/>
          </a:p>
        </p:txBody>
      </p:sp>
      <p:sp>
        <p:nvSpPr>
          <p:cNvPr id="128" name="Text 124"/>
          <p:cNvSpPr txBox="1"/>
          <p:nvPr/>
        </p:nvSpPr>
        <p:spPr>
          <a:xfrm>
            <a:off x="8967231"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남은 사건 수도 보여 주지</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않고 다음 상대가 와요.</a:t>
            </a:r>
            <a:endParaRPr lang="ko-KR" sz="11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인게임 4/4</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일시정지와 근무 결과</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일시정지 일시정지 · 설정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3256891"/>
            <a:ext cx="256032" cy="256032"/>
          </a:xfrm>
          <a:prstGeom prst="rect">
            <a:avLst/>
          </a:prstGeom>
          <a:solidFill>
            <a:srgbClr val="22201F"/>
          </a:solidFill>
          <a:ln/>
        </p:spPr>
      </p:sp>
      <p:sp>
        <p:nvSpPr>
          <p:cNvPr id="20" name="Shape 17"/>
          <p:cNvSpPr/>
          <p:nvPr/>
        </p:nvSpPr>
        <p:spPr>
          <a:xfrm>
            <a:off x="2543571" y="3307183"/>
            <a:ext cx="155448" cy="155448"/>
          </a:xfrm>
          <a:prstGeom prst="rect">
            <a:avLst/>
          </a:prstGeom>
          <a:solidFill>
            <a:srgbClr val="E0503C"/>
          </a:solidFill>
          <a:ln/>
        </p:spPr>
      </p:sp>
      <p:sp>
        <p:nvSpPr>
          <p:cNvPr id="21" name="Text 18"/>
          <p:cNvSpPr txBox="1"/>
          <p:nvPr/>
        </p:nvSpPr>
        <p:spPr>
          <a:xfrm>
            <a:off x="2493279" y="3256891"/>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2493279" y="4263390"/>
            <a:ext cx="256032" cy="256032"/>
          </a:xfrm>
          <a:prstGeom prst="rect">
            <a:avLst/>
          </a:prstGeom>
          <a:solidFill>
            <a:srgbClr val="22201F"/>
          </a:solidFill>
          <a:ln/>
        </p:spPr>
      </p:sp>
      <p:sp>
        <p:nvSpPr>
          <p:cNvPr id="23" name="Shape 20"/>
          <p:cNvSpPr/>
          <p:nvPr/>
        </p:nvSpPr>
        <p:spPr>
          <a:xfrm>
            <a:off x="2543571" y="4313682"/>
            <a:ext cx="155448" cy="155448"/>
          </a:xfrm>
          <a:prstGeom prst="rect">
            <a:avLst/>
          </a:prstGeom>
          <a:solidFill>
            <a:srgbClr val="E0503C"/>
          </a:solidFill>
          <a:ln/>
        </p:spPr>
      </p:sp>
      <p:sp>
        <p:nvSpPr>
          <p:cNvPr id="24" name="Text 21"/>
          <p:cNvSpPr txBox="1"/>
          <p:nvPr/>
        </p:nvSpPr>
        <p:spPr>
          <a:xfrm>
            <a:off x="2493279" y="426339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25" name="Shape 22"/>
          <p:cNvSpPr/>
          <p:nvPr/>
        </p:nvSpPr>
        <p:spPr>
          <a:xfrm>
            <a:off x="2493279" y="5651300"/>
            <a:ext cx="256032" cy="256032"/>
          </a:xfrm>
          <a:prstGeom prst="rect">
            <a:avLst/>
          </a:prstGeom>
          <a:solidFill>
            <a:srgbClr val="22201F"/>
          </a:solidFill>
          <a:ln/>
        </p:spPr>
      </p:sp>
      <p:sp>
        <p:nvSpPr>
          <p:cNvPr id="26" name="Shape 23"/>
          <p:cNvSpPr/>
          <p:nvPr/>
        </p:nvSpPr>
        <p:spPr>
          <a:xfrm>
            <a:off x="2543571" y="5701592"/>
            <a:ext cx="155448" cy="155448"/>
          </a:xfrm>
          <a:prstGeom prst="rect">
            <a:avLst/>
          </a:prstGeom>
          <a:solidFill>
            <a:srgbClr val="E0503C"/>
          </a:solidFill>
          <a:ln/>
        </p:spPr>
      </p:sp>
      <p:sp>
        <p:nvSpPr>
          <p:cNvPr id="27" name="Text 24"/>
          <p:cNvSpPr txBox="1"/>
          <p:nvPr/>
        </p:nvSpPr>
        <p:spPr>
          <a:xfrm>
            <a:off x="2493279" y="565130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28" name="Shape 25"/>
          <p:cNvSpPr/>
          <p:nvPr/>
        </p:nvSpPr>
        <p:spPr>
          <a:xfrm>
            <a:off x="2932191" y="1536192"/>
            <a:ext cx="786384" cy="274320"/>
          </a:xfrm>
          <a:prstGeom prst="rect">
            <a:avLst/>
          </a:prstGeom>
          <a:solidFill>
            <a:srgbClr val="22201F"/>
          </a:solidFill>
          <a:ln/>
        </p:spPr>
      </p:sp>
      <p:sp>
        <p:nvSpPr>
          <p:cNvPr id="29" name="Shape 26"/>
          <p:cNvSpPr/>
          <p:nvPr/>
        </p:nvSpPr>
        <p:spPr>
          <a:xfrm>
            <a:off x="2982483" y="1586484"/>
            <a:ext cx="685800" cy="173736"/>
          </a:xfrm>
          <a:prstGeom prst="rect">
            <a:avLst/>
          </a:prstGeom>
          <a:solidFill>
            <a:srgbClr val="F7D84A"/>
          </a:solidFill>
          <a:ln/>
        </p:spPr>
      </p:sp>
      <p:sp>
        <p:nvSpPr>
          <p:cNvPr id="30" name="Shape 27"/>
          <p:cNvSpPr/>
          <p:nvPr/>
        </p:nvSpPr>
        <p:spPr>
          <a:xfrm>
            <a:off x="2932191" y="1536192"/>
            <a:ext cx="50292" cy="50292"/>
          </a:xfrm>
          <a:prstGeom prst="rect">
            <a:avLst/>
          </a:prstGeom>
          <a:solidFill>
            <a:srgbClr val="0F1426"/>
          </a:solidFill>
          <a:ln/>
        </p:spPr>
      </p:sp>
      <p:sp>
        <p:nvSpPr>
          <p:cNvPr id="31" name="Shape 28"/>
          <p:cNvSpPr/>
          <p:nvPr/>
        </p:nvSpPr>
        <p:spPr>
          <a:xfrm>
            <a:off x="3668283" y="1536192"/>
            <a:ext cx="50292" cy="50292"/>
          </a:xfrm>
          <a:prstGeom prst="rect">
            <a:avLst/>
          </a:prstGeom>
          <a:solidFill>
            <a:srgbClr val="0F1426"/>
          </a:solidFill>
          <a:ln/>
        </p:spPr>
      </p:sp>
      <p:sp>
        <p:nvSpPr>
          <p:cNvPr id="32" name="Shape 29"/>
          <p:cNvSpPr/>
          <p:nvPr/>
        </p:nvSpPr>
        <p:spPr>
          <a:xfrm>
            <a:off x="2932191" y="1760220"/>
            <a:ext cx="50292" cy="50292"/>
          </a:xfrm>
          <a:prstGeom prst="rect">
            <a:avLst/>
          </a:prstGeom>
          <a:solidFill>
            <a:srgbClr val="0F1426"/>
          </a:solidFill>
          <a:ln/>
        </p:spPr>
      </p:sp>
      <p:sp>
        <p:nvSpPr>
          <p:cNvPr id="33" name="Shape 30"/>
          <p:cNvSpPr/>
          <p:nvPr/>
        </p:nvSpPr>
        <p:spPr>
          <a:xfrm>
            <a:off x="3668283" y="1760220"/>
            <a:ext cx="50292" cy="50292"/>
          </a:xfrm>
          <a:prstGeom prst="rect">
            <a:avLst/>
          </a:prstGeom>
          <a:solidFill>
            <a:srgbClr val="0F1426"/>
          </a:solidFill>
          <a:ln/>
        </p:spPr>
      </p:sp>
      <p:sp>
        <p:nvSpPr>
          <p:cNvPr id="34" name="Text 31"/>
          <p:cNvSpPr txBox="1"/>
          <p:nvPr/>
        </p:nvSpPr>
        <p:spPr>
          <a:xfrm>
            <a:off x="2932191"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일시정지</a:t>
            </a:r>
            <a:endParaRPr lang="ko-KR" sz="1100" dirty="0"/>
          </a:p>
        </p:txBody>
      </p:sp>
      <p:sp>
        <p:nvSpPr>
          <p:cNvPr id="35" name="Text 32"/>
          <p:cNvSpPr txBox="1"/>
          <p:nvPr/>
        </p:nvSpPr>
        <p:spPr>
          <a:xfrm>
            <a:off x="3828303"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왼쪽 위 버튼</a:t>
            </a:r>
            <a:endParaRPr lang="ko-KR" sz="1100" dirty="0"/>
          </a:p>
        </p:txBody>
      </p:sp>
      <p:sp>
        <p:nvSpPr>
          <p:cNvPr id="36" name="Text 33"/>
          <p:cNvSpPr txBox="1"/>
          <p:nvPr/>
        </p:nvSpPr>
        <p:spPr>
          <a:xfrm>
            <a:off x="2932191"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일시정지 · 설정</a:t>
            </a:r>
            <a:endParaRPr lang="ko-KR" sz="2000" dirty="0"/>
          </a:p>
        </p:txBody>
      </p:sp>
      <p:sp>
        <p:nvSpPr>
          <p:cNvPr id="37" name="Shape 34"/>
          <p:cNvSpPr/>
          <p:nvPr/>
        </p:nvSpPr>
        <p:spPr>
          <a:xfrm>
            <a:off x="2932191" y="2624328"/>
            <a:ext cx="274320" cy="274320"/>
          </a:xfrm>
          <a:prstGeom prst="rect">
            <a:avLst/>
          </a:prstGeom>
          <a:solidFill>
            <a:srgbClr val="22201F"/>
          </a:solidFill>
          <a:ln/>
        </p:spPr>
      </p:sp>
      <p:sp>
        <p:nvSpPr>
          <p:cNvPr id="38" name="Shape 35"/>
          <p:cNvSpPr/>
          <p:nvPr/>
        </p:nvSpPr>
        <p:spPr>
          <a:xfrm>
            <a:off x="2982483" y="2674620"/>
            <a:ext cx="173736" cy="173736"/>
          </a:xfrm>
          <a:prstGeom prst="rect">
            <a:avLst/>
          </a:prstGeom>
          <a:solidFill>
            <a:srgbClr val="E0503C"/>
          </a:solidFill>
          <a:ln/>
        </p:spPr>
      </p:sp>
      <p:sp>
        <p:nvSpPr>
          <p:cNvPr id="39" name="Text 36"/>
          <p:cNvSpPr txBox="1"/>
          <p:nvPr/>
        </p:nvSpPr>
        <p:spPr>
          <a:xfrm>
            <a:off x="2932191"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40" name="Text 37"/>
          <p:cNvSpPr txBox="1"/>
          <p:nvPr/>
        </p:nvSpPr>
        <p:spPr>
          <a:xfrm>
            <a:off x="3316239"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계속하기</a:t>
            </a:r>
            <a:endParaRPr lang="ko-KR" sz="1400" dirty="0"/>
          </a:p>
        </p:txBody>
      </p:sp>
      <p:sp>
        <p:nvSpPr>
          <p:cNvPr id="41" name="Shape 38"/>
          <p:cNvSpPr/>
          <p:nvPr/>
        </p:nvSpPr>
        <p:spPr>
          <a:xfrm>
            <a:off x="3316239" y="2980944"/>
            <a:ext cx="475488" cy="237744"/>
          </a:xfrm>
          <a:prstGeom prst="rect">
            <a:avLst/>
          </a:prstGeom>
          <a:solidFill>
            <a:srgbClr val="22201F"/>
          </a:solidFill>
          <a:ln/>
        </p:spPr>
      </p:sp>
      <p:sp>
        <p:nvSpPr>
          <p:cNvPr id="42" name="Shape 39"/>
          <p:cNvSpPr/>
          <p:nvPr/>
        </p:nvSpPr>
        <p:spPr>
          <a:xfrm>
            <a:off x="3366531" y="3031236"/>
            <a:ext cx="374904" cy="137160"/>
          </a:xfrm>
          <a:prstGeom prst="rect">
            <a:avLst/>
          </a:prstGeom>
          <a:solidFill>
            <a:srgbClr val="3FBF6F"/>
          </a:solidFill>
          <a:ln/>
        </p:spPr>
      </p:sp>
      <p:sp>
        <p:nvSpPr>
          <p:cNvPr id="43" name="Shape 40"/>
          <p:cNvSpPr/>
          <p:nvPr/>
        </p:nvSpPr>
        <p:spPr>
          <a:xfrm>
            <a:off x="3316239" y="2980944"/>
            <a:ext cx="50292" cy="50292"/>
          </a:xfrm>
          <a:prstGeom prst="rect">
            <a:avLst/>
          </a:prstGeom>
          <a:solidFill>
            <a:srgbClr val="0F1426"/>
          </a:solidFill>
          <a:ln/>
        </p:spPr>
      </p:sp>
      <p:sp>
        <p:nvSpPr>
          <p:cNvPr id="44" name="Shape 41"/>
          <p:cNvSpPr/>
          <p:nvPr/>
        </p:nvSpPr>
        <p:spPr>
          <a:xfrm>
            <a:off x="3741435" y="2980944"/>
            <a:ext cx="50292" cy="50292"/>
          </a:xfrm>
          <a:prstGeom prst="rect">
            <a:avLst/>
          </a:prstGeom>
          <a:solidFill>
            <a:srgbClr val="0F1426"/>
          </a:solidFill>
          <a:ln/>
        </p:spPr>
      </p:sp>
      <p:sp>
        <p:nvSpPr>
          <p:cNvPr id="45" name="Shape 42"/>
          <p:cNvSpPr/>
          <p:nvPr/>
        </p:nvSpPr>
        <p:spPr>
          <a:xfrm>
            <a:off x="3316239" y="3168396"/>
            <a:ext cx="50292" cy="50292"/>
          </a:xfrm>
          <a:prstGeom prst="rect">
            <a:avLst/>
          </a:prstGeom>
          <a:solidFill>
            <a:srgbClr val="0F1426"/>
          </a:solidFill>
          <a:ln/>
        </p:spPr>
      </p:sp>
      <p:sp>
        <p:nvSpPr>
          <p:cNvPr id="46" name="Shape 43"/>
          <p:cNvSpPr/>
          <p:nvPr/>
        </p:nvSpPr>
        <p:spPr>
          <a:xfrm>
            <a:off x="3741435" y="3168396"/>
            <a:ext cx="50292" cy="50292"/>
          </a:xfrm>
          <a:prstGeom prst="rect">
            <a:avLst/>
          </a:prstGeom>
          <a:solidFill>
            <a:srgbClr val="0F1426"/>
          </a:solidFill>
          <a:ln/>
        </p:spPr>
      </p:sp>
      <p:sp>
        <p:nvSpPr>
          <p:cNvPr id="47" name="Text 44"/>
          <p:cNvSpPr txBox="1"/>
          <p:nvPr/>
        </p:nvSpPr>
        <p:spPr>
          <a:xfrm>
            <a:off x="3316239"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48" name="Text 45"/>
          <p:cNvSpPr txBox="1"/>
          <p:nvPr/>
        </p:nvSpPr>
        <p:spPr>
          <a:xfrm>
            <a:off x="3316239"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경쟁 모드면 시간도</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함께 멈춰요.</a:t>
            </a:r>
            <a:endParaRPr lang="ko-KR" sz="1150" dirty="0"/>
          </a:p>
        </p:txBody>
      </p:sp>
      <p:sp>
        <p:nvSpPr>
          <p:cNvPr id="49" name="Shape 46"/>
          <p:cNvSpPr/>
          <p:nvPr/>
        </p:nvSpPr>
        <p:spPr>
          <a:xfrm>
            <a:off x="2932191" y="3813048"/>
            <a:ext cx="274320" cy="274320"/>
          </a:xfrm>
          <a:prstGeom prst="rect">
            <a:avLst/>
          </a:prstGeom>
          <a:solidFill>
            <a:srgbClr val="22201F"/>
          </a:solidFill>
          <a:ln/>
        </p:spPr>
      </p:sp>
      <p:sp>
        <p:nvSpPr>
          <p:cNvPr id="50" name="Shape 47"/>
          <p:cNvSpPr/>
          <p:nvPr/>
        </p:nvSpPr>
        <p:spPr>
          <a:xfrm>
            <a:off x="2982483" y="3863340"/>
            <a:ext cx="173736" cy="173736"/>
          </a:xfrm>
          <a:prstGeom prst="rect">
            <a:avLst/>
          </a:prstGeom>
          <a:solidFill>
            <a:srgbClr val="E0503C"/>
          </a:solidFill>
          <a:ln/>
        </p:spPr>
      </p:sp>
      <p:sp>
        <p:nvSpPr>
          <p:cNvPr id="51" name="Text 48"/>
          <p:cNvSpPr txBox="1"/>
          <p:nvPr/>
        </p:nvSpPr>
        <p:spPr>
          <a:xfrm>
            <a:off x="2932191"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3316239"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소리 · 분위기 · 글자 크기</a:t>
            </a:r>
            <a:endParaRPr lang="ko-KR" sz="1400" dirty="0"/>
          </a:p>
        </p:txBody>
      </p:sp>
      <p:sp>
        <p:nvSpPr>
          <p:cNvPr id="53" name="Shape 50"/>
          <p:cNvSpPr/>
          <p:nvPr/>
        </p:nvSpPr>
        <p:spPr>
          <a:xfrm>
            <a:off x="3316239" y="4169664"/>
            <a:ext cx="475488" cy="237744"/>
          </a:xfrm>
          <a:prstGeom prst="rect">
            <a:avLst/>
          </a:prstGeom>
          <a:solidFill>
            <a:srgbClr val="22201F"/>
          </a:solidFill>
          <a:ln/>
        </p:spPr>
      </p:sp>
      <p:sp>
        <p:nvSpPr>
          <p:cNvPr id="54" name="Shape 51"/>
          <p:cNvSpPr/>
          <p:nvPr/>
        </p:nvSpPr>
        <p:spPr>
          <a:xfrm>
            <a:off x="3366531" y="4219956"/>
            <a:ext cx="374904" cy="137160"/>
          </a:xfrm>
          <a:prstGeom prst="rect">
            <a:avLst/>
          </a:prstGeom>
          <a:solidFill>
            <a:srgbClr val="3FBF6F"/>
          </a:solidFill>
          <a:ln/>
        </p:spPr>
      </p:sp>
      <p:sp>
        <p:nvSpPr>
          <p:cNvPr id="55" name="Shape 52"/>
          <p:cNvSpPr/>
          <p:nvPr/>
        </p:nvSpPr>
        <p:spPr>
          <a:xfrm>
            <a:off x="3316239" y="4169664"/>
            <a:ext cx="50292" cy="50292"/>
          </a:xfrm>
          <a:prstGeom prst="rect">
            <a:avLst/>
          </a:prstGeom>
          <a:solidFill>
            <a:srgbClr val="0F1426"/>
          </a:solidFill>
          <a:ln/>
        </p:spPr>
      </p:sp>
      <p:sp>
        <p:nvSpPr>
          <p:cNvPr id="56" name="Shape 53"/>
          <p:cNvSpPr/>
          <p:nvPr/>
        </p:nvSpPr>
        <p:spPr>
          <a:xfrm>
            <a:off x="3741435" y="4169664"/>
            <a:ext cx="50292" cy="50292"/>
          </a:xfrm>
          <a:prstGeom prst="rect">
            <a:avLst/>
          </a:prstGeom>
          <a:solidFill>
            <a:srgbClr val="0F1426"/>
          </a:solidFill>
          <a:ln/>
        </p:spPr>
      </p:sp>
      <p:sp>
        <p:nvSpPr>
          <p:cNvPr id="57" name="Shape 54"/>
          <p:cNvSpPr/>
          <p:nvPr/>
        </p:nvSpPr>
        <p:spPr>
          <a:xfrm>
            <a:off x="3316239" y="4357116"/>
            <a:ext cx="50292" cy="50292"/>
          </a:xfrm>
          <a:prstGeom prst="rect">
            <a:avLst/>
          </a:prstGeom>
          <a:solidFill>
            <a:srgbClr val="0F1426"/>
          </a:solidFill>
          <a:ln/>
        </p:spPr>
      </p:sp>
      <p:sp>
        <p:nvSpPr>
          <p:cNvPr id="58" name="Shape 55"/>
          <p:cNvSpPr/>
          <p:nvPr/>
        </p:nvSpPr>
        <p:spPr>
          <a:xfrm>
            <a:off x="3741435" y="4357116"/>
            <a:ext cx="50292" cy="50292"/>
          </a:xfrm>
          <a:prstGeom prst="rect">
            <a:avLst/>
          </a:prstGeom>
          <a:solidFill>
            <a:srgbClr val="0F1426"/>
          </a:solidFill>
          <a:ln/>
        </p:spPr>
      </p:sp>
      <p:sp>
        <p:nvSpPr>
          <p:cNvPr id="59" name="Text 56"/>
          <p:cNvSpPr txBox="1"/>
          <p:nvPr/>
        </p:nvSpPr>
        <p:spPr>
          <a:xfrm>
            <a:off x="3316239"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60" name="Text 57"/>
          <p:cNvSpPr txBox="1"/>
          <p:nvPr/>
        </p:nvSpPr>
        <p:spPr>
          <a:xfrm>
            <a:off x="3316239"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게임 중에도 바로 바꿀 수</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있어요.</a:t>
            </a:r>
            <a:endParaRPr lang="ko-KR" sz="1150" dirty="0"/>
          </a:p>
        </p:txBody>
      </p:sp>
      <p:sp>
        <p:nvSpPr>
          <p:cNvPr id="61" name="Shape 58"/>
          <p:cNvSpPr/>
          <p:nvPr/>
        </p:nvSpPr>
        <p:spPr>
          <a:xfrm>
            <a:off x="2932191" y="5001768"/>
            <a:ext cx="274320" cy="274320"/>
          </a:xfrm>
          <a:prstGeom prst="rect">
            <a:avLst/>
          </a:prstGeom>
          <a:solidFill>
            <a:srgbClr val="22201F"/>
          </a:solidFill>
          <a:ln/>
        </p:spPr>
      </p:sp>
      <p:sp>
        <p:nvSpPr>
          <p:cNvPr id="62" name="Shape 59"/>
          <p:cNvSpPr/>
          <p:nvPr/>
        </p:nvSpPr>
        <p:spPr>
          <a:xfrm>
            <a:off x="2982483" y="5052060"/>
            <a:ext cx="173736" cy="173736"/>
          </a:xfrm>
          <a:prstGeom prst="rect">
            <a:avLst/>
          </a:prstGeom>
          <a:solidFill>
            <a:srgbClr val="E0503C"/>
          </a:solidFill>
          <a:ln/>
        </p:spPr>
      </p:sp>
      <p:sp>
        <p:nvSpPr>
          <p:cNvPr id="63" name="Text 60"/>
          <p:cNvSpPr txBox="1"/>
          <p:nvPr/>
        </p:nvSpPr>
        <p:spPr>
          <a:xfrm>
            <a:off x="2932191"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Text 61"/>
          <p:cNvSpPr txBox="1"/>
          <p:nvPr/>
        </p:nvSpPr>
        <p:spPr>
          <a:xfrm>
            <a:off x="3316239"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처음 화면으로 나가기</a:t>
            </a:r>
            <a:endParaRPr lang="ko-KR" sz="1400" dirty="0"/>
          </a:p>
        </p:txBody>
      </p:sp>
      <p:sp>
        <p:nvSpPr>
          <p:cNvPr id="65" name="Shape 62"/>
          <p:cNvSpPr/>
          <p:nvPr/>
        </p:nvSpPr>
        <p:spPr>
          <a:xfrm>
            <a:off x="3316239" y="5358384"/>
            <a:ext cx="475488" cy="237744"/>
          </a:xfrm>
          <a:prstGeom prst="rect">
            <a:avLst/>
          </a:prstGeom>
          <a:solidFill>
            <a:srgbClr val="22201F"/>
          </a:solidFill>
          <a:ln/>
        </p:spPr>
      </p:sp>
      <p:sp>
        <p:nvSpPr>
          <p:cNvPr id="66" name="Shape 63"/>
          <p:cNvSpPr/>
          <p:nvPr/>
        </p:nvSpPr>
        <p:spPr>
          <a:xfrm>
            <a:off x="3366531" y="5408676"/>
            <a:ext cx="374904" cy="137160"/>
          </a:xfrm>
          <a:prstGeom prst="rect">
            <a:avLst/>
          </a:prstGeom>
          <a:solidFill>
            <a:srgbClr val="3FBF6F"/>
          </a:solidFill>
          <a:ln/>
        </p:spPr>
      </p:sp>
      <p:sp>
        <p:nvSpPr>
          <p:cNvPr id="67" name="Shape 64"/>
          <p:cNvSpPr/>
          <p:nvPr/>
        </p:nvSpPr>
        <p:spPr>
          <a:xfrm>
            <a:off x="3316239" y="5358384"/>
            <a:ext cx="50292" cy="50292"/>
          </a:xfrm>
          <a:prstGeom prst="rect">
            <a:avLst/>
          </a:prstGeom>
          <a:solidFill>
            <a:srgbClr val="0F1426"/>
          </a:solidFill>
          <a:ln/>
        </p:spPr>
      </p:sp>
      <p:sp>
        <p:nvSpPr>
          <p:cNvPr id="68" name="Shape 65"/>
          <p:cNvSpPr/>
          <p:nvPr/>
        </p:nvSpPr>
        <p:spPr>
          <a:xfrm>
            <a:off x="3741435" y="5358384"/>
            <a:ext cx="50292" cy="50292"/>
          </a:xfrm>
          <a:prstGeom prst="rect">
            <a:avLst/>
          </a:prstGeom>
          <a:solidFill>
            <a:srgbClr val="0F1426"/>
          </a:solidFill>
          <a:ln/>
        </p:spPr>
      </p:sp>
      <p:sp>
        <p:nvSpPr>
          <p:cNvPr id="69" name="Shape 66"/>
          <p:cNvSpPr/>
          <p:nvPr/>
        </p:nvSpPr>
        <p:spPr>
          <a:xfrm>
            <a:off x="3316239" y="5545836"/>
            <a:ext cx="50292" cy="50292"/>
          </a:xfrm>
          <a:prstGeom prst="rect">
            <a:avLst/>
          </a:prstGeom>
          <a:solidFill>
            <a:srgbClr val="0F1426"/>
          </a:solidFill>
          <a:ln/>
        </p:spPr>
      </p:sp>
      <p:sp>
        <p:nvSpPr>
          <p:cNvPr id="70" name="Shape 67"/>
          <p:cNvSpPr/>
          <p:nvPr/>
        </p:nvSpPr>
        <p:spPr>
          <a:xfrm>
            <a:off x="3741435" y="5545836"/>
            <a:ext cx="50292" cy="50292"/>
          </a:xfrm>
          <a:prstGeom prst="rect">
            <a:avLst/>
          </a:prstGeom>
          <a:solidFill>
            <a:srgbClr val="0F1426"/>
          </a:solidFill>
          <a:ln/>
        </p:spPr>
      </p:sp>
      <p:sp>
        <p:nvSpPr>
          <p:cNvPr id="71" name="Text 68"/>
          <p:cNvSpPr txBox="1"/>
          <p:nvPr/>
        </p:nvSpPr>
        <p:spPr>
          <a:xfrm>
            <a:off x="3316239"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72" name="Text 69"/>
          <p:cNvSpPr txBox="1"/>
          <p:nvPr/>
        </p:nvSpPr>
        <p:spPr>
          <a:xfrm>
            <a:off x="3316239"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한 번 더 묻고 나가요. 일반</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모드는 이어서 하기 가능.</a:t>
            </a:r>
            <a:endParaRPr lang="ko-KR" sz="1150" dirty="0"/>
          </a:p>
        </p:txBody>
      </p:sp>
      <p:sp>
        <p:nvSpPr>
          <p:cNvPr id="73" name="Shape 70"/>
          <p:cNvSpPr/>
          <p:nvPr/>
        </p:nvSpPr>
        <p:spPr>
          <a:xfrm>
            <a:off x="6300216" y="1581912"/>
            <a:ext cx="2127519" cy="4681728"/>
          </a:xfrm>
          <a:prstGeom prst="rect">
            <a:avLst/>
          </a:prstGeom>
          <a:solidFill>
            <a:srgbClr val="0B0F1E"/>
          </a:solidFill>
          <a:ln/>
        </p:spPr>
      </p:sp>
      <p:sp>
        <p:nvSpPr>
          <p:cNvPr id="74" name="Shape 71"/>
          <p:cNvSpPr/>
          <p:nvPr/>
        </p:nvSpPr>
        <p:spPr>
          <a:xfrm>
            <a:off x="6199632" y="1481328"/>
            <a:ext cx="2127519" cy="4681728"/>
          </a:xfrm>
          <a:prstGeom prst="rect">
            <a:avLst/>
          </a:prstGeom>
          <a:solidFill>
            <a:srgbClr val="3A4E7A"/>
          </a:solidFill>
          <a:ln/>
        </p:spPr>
      </p:sp>
      <p:sp>
        <p:nvSpPr>
          <p:cNvPr id="75" name="Shape 72"/>
          <p:cNvSpPr/>
          <p:nvPr/>
        </p:nvSpPr>
        <p:spPr>
          <a:xfrm>
            <a:off x="6249924" y="1531620"/>
            <a:ext cx="2026935" cy="4581144"/>
          </a:xfrm>
          <a:prstGeom prst="rect">
            <a:avLst/>
          </a:prstGeom>
          <a:solidFill>
            <a:srgbClr val="060A15"/>
          </a:solidFill>
          <a:ln/>
        </p:spPr>
      </p:sp>
      <p:sp>
        <p:nvSpPr>
          <p:cNvPr id="76" name="Shape 73"/>
          <p:cNvSpPr/>
          <p:nvPr/>
        </p:nvSpPr>
        <p:spPr>
          <a:xfrm>
            <a:off x="6199632" y="1481328"/>
            <a:ext cx="50292" cy="50292"/>
          </a:xfrm>
          <a:prstGeom prst="rect">
            <a:avLst/>
          </a:prstGeom>
          <a:solidFill>
            <a:srgbClr val="0F1426"/>
          </a:solidFill>
          <a:ln/>
        </p:spPr>
      </p:sp>
      <p:sp>
        <p:nvSpPr>
          <p:cNvPr id="77" name="Shape 74"/>
          <p:cNvSpPr/>
          <p:nvPr/>
        </p:nvSpPr>
        <p:spPr>
          <a:xfrm>
            <a:off x="8276859" y="1481328"/>
            <a:ext cx="50292" cy="50292"/>
          </a:xfrm>
          <a:prstGeom prst="rect">
            <a:avLst/>
          </a:prstGeom>
          <a:solidFill>
            <a:srgbClr val="0F1426"/>
          </a:solidFill>
          <a:ln/>
        </p:spPr>
      </p:sp>
      <p:sp>
        <p:nvSpPr>
          <p:cNvPr id="78" name="Shape 75"/>
          <p:cNvSpPr/>
          <p:nvPr/>
        </p:nvSpPr>
        <p:spPr>
          <a:xfrm>
            <a:off x="6199632" y="6112764"/>
            <a:ext cx="50292" cy="50292"/>
          </a:xfrm>
          <a:prstGeom prst="rect">
            <a:avLst/>
          </a:prstGeom>
          <a:solidFill>
            <a:srgbClr val="0F1426"/>
          </a:solidFill>
          <a:ln/>
        </p:spPr>
      </p:sp>
      <p:sp>
        <p:nvSpPr>
          <p:cNvPr id="79" name="Shape 76"/>
          <p:cNvSpPr/>
          <p:nvPr/>
        </p:nvSpPr>
        <p:spPr>
          <a:xfrm>
            <a:off x="8276859" y="6112764"/>
            <a:ext cx="50292" cy="50292"/>
          </a:xfrm>
          <a:prstGeom prst="rect">
            <a:avLst/>
          </a:prstGeom>
          <a:solidFill>
            <a:srgbClr val="0F1426"/>
          </a:solidFill>
          <a:ln/>
        </p:spPr>
      </p:sp>
      <p:sp>
        <p:nvSpPr>
          <p:cNvPr id="80" name="Shape 77"/>
          <p:cNvSpPr/>
          <p:nvPr/>
        </p:nvSpPr>
        <p:spPr>
          <a:xfrm>
            <a:off x="7034791" y="1545336"/>
            <a:ext cx="457200" cy="45720"/>
          </a:xfrm>
          <a:prstGeom prst="rect">
            <a:avLst/>
          </a:prstGeom>
          <a:solidFill>
            <a:srgbClr val="3A4E7A"/>
          </a:solidFill>
          <a:ln/>
        </p:spPr>
      </p:sp>
      <p:pic>
        <p:nvPicPr>
          <p:cNvPr id="81" name="Image 1" descr="결과 근무 결과 화면 (HTML 시제품 캡처)">    </p:cNvPr>
          <p:cNvPicPr>
            <a:picLocks noChangeAspect="1"/>
          </p:cNvPicPr>
          <p:nvPr/>
        </p:nvPicPr>
        <p:blipFill>
          <a:blip r:embed="rId2"/>
          <a:stretch>
            <a:fillRect/>
          </a:stretch>
        </p:blipFill>
        <p:spPr>
          <a:xfrm>
            <a:off x="6272784" y="1636776"/>
            <a:ext cx="1981215" cy="4407408"/>
          </a:xfrm>
          <a:prstGeom prst="rect">
            <a:avLst/>
          </a:prstGeom>
        </p:spPr>
      </p:pic>
      <p:sp>
        <p:nvSpPr>
          <p:cNvPr id="82" name="Shape 78"/>
          <p:cNvSpPr/>
          <p:nvPr/>
        </p:nvSpPr>
        <p:spPr>
          <a:xfrm>
            <a:off x="8144271" y="2165633"/>
            <a:ext cx="256032" cy="256032"/>
          </a:xfrm>
          <a:prstGeom prst="rect">
            <a:avLst/>
          </a:prstGeom>
          <a:solidFill>
            <a:srgbClr val="22201F"/>
          </a:solidFill>
          <a:ln/>
        </p:spPr>
      </p:sp>
      <p:sp>
        <p:nvSpPr>
          <p:cNvPr id="83" name="Shape 79"/>
          <p:cNvSpPr/>
          <p:nvPr/>
        </p:nvSpPr>
        <p:spPr>
          <a:xfrm>
            <a:off x="8194563" y="2215925"/>
            <a:ext cx="155448" cy="155448"/>
          </a:xfrm>
          <a:prstGeom prst="rect">
            <a:avLst/>
          </a:prstGeom>
          <a:solidFill>
            <a:srgbClr val="E0503C"/>
          </a:solidFill>
          <a:ln/>
        </p:spPr>
      </p:sp>
      <p:sp>
        <p:nvSpPr>
          <p:cNvPr id="84" name="Text 80"/>
          <p:cNvSpPr txBox="1"/>
          <p:nvPr/>
        </p:nvSpPr>
        <p:spPr>
          <a:xfrm>
            <a:off x="8144271" y="216563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85" name="Shape 81"/>
          <p:cNvSpPr/>
          <p:nvPr/>
        </p:nvSpPr>
        <p:spPr>
          <a:xfrm>
            <a:off x="8144271" y="4485879"/>
            <a:ext cx="256032" cy="256032"/>
          </a:xfrm>
          <a:prstGeom prst="rect">
            <a:avLst/>
          </a:prstGeom>
          <a:solidFill>
            <a:srgbClr val="22201F"/>
          </a:solidFill>
          <a:ln/>
        </p:spPr>
      </p:sp>
      <p:sp>
        <p:nvSpPr>
          <p:cNvPr id="86" name="Shape 82"/>
          <p:cNvSpPr/>
          <p:nvPr/>
        </p:nvSpPr>
        <p:spPr>
          <a:xfrm>
            <a:off x="8194563" y="4536171"/>
            <a:ext cx="155448" cy="155448"/>
          </a:xfrm>
          <a:prstGeom prst="rect">
            <a:avLst/>
          </a:prstGeom>
          <a:solidFill>
            <a:srgbClr val="E0503C"/>
          </a:solidFill>
          <a:ln/>
        </p:spPr>
      </p:sp>
      <p:sp>
        <p:nvSpPr>
          <p:cNvPr id="87" name="Text 83"/>
          <p:cNvSpPr txBox="1"/>
          <p:nvPr/>
        </p:nvSpPr>
        <p:spPr>
          <a:xfrm>
            <a:off x="8144271" y="4485879"/>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88" name="Shape 84"/>
          <p:cNvSpPr/>
          <p:nvPr/>
        </p:nvSpPr>
        <p:spPr>
          <a:xfrm>
            <a:off x="8144271" y="5322863"/>
            <a:ext cx="256032" cy="256032"/>
          </a:xfrm>
          <a:prstGeom prst="rect">
            <a:avLst/>
          </a:prstGeom>
          <a:solidFill>
            <a:srgbClr val="22201F"/>
          </a:solidFill>
          <a:ln/>
        </p:spPr>
      </p:sp>
      <p:sp>
        <p:nvSpPr>
          <p:cNvPr id="89" name="Shape 85"/>
          <p:cNvSpPr/>
          <p:nvPr/>
        </p:nvSpPr>
        <p:spPr>
          <a:xfrm>
            <a:off x="8194563" y="5373155"/>
            <a:ext cx="155448" cy="155448"/>
          </a:xfrm>
          <a:prstGeom prst="rect">
            <a:avLst/>
          </a:prstGeom>
          <a:solidFill>
            <a:srgbClr val="E0503C"/>
          </a:solidFill>
          <a:ln/>
        </p:spPr>
      </p:sp>
      <p:sp>
        <p:nvSpPr>
          <p:cNvPr id="90" name="Text 86"/>
          <p:cNvSpPr txBox="1"/>
          <p:nvPr/>
        </p:nvSpPr>
        <p:spPr>
          <a:xfrm>
            <a:off x="8144271" y="532286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91" name="Shape 87"/>
          <p:cNvSpPr/>
          <p:nvPr/>
        </p:nvSpPr>
        <p:spPr>
          <a:xfrm>
            <a:off x="8583183" y="1536192"/>
            <a:ext cx="786384" cy="274320"/>
          </a:xfrm>
          <a:prstGeom prst="rect">
            <a:avLst/>
          </a:prstGeom>
          <a:solidFill>
            <a:srgbClr val="22201F"/>
          </a:solidFill>
          <a:ln/>
        </p:spPr>
      </p:sp>
      <p:sp>
        <p:nvSpPr>
          <p:cNvPr id="92" name="Shape 88"/>
          <p:cNvSpPr/>
          <p:nvPr/>
        </p:nvSpPr>
        <p:spPr>
          <a:xfrm>
            <a:off x="8633475" y="1586484"/>
            <a:ext cx="685800" cy="173736"/>
          </a:xfrm>
          <a:prstGeom prst="rect">
            <a:avLst/>
          </a:prstGeom>
          <a:solidFill>
            <a:srgbClr val="F7D84A"/>
          </a:solidFill>
          <a:ln/>
        </p:spPr>
      </p:sp>
      <p:sp>
        <p:nvSpPr>
          <p:cNvPr id="93" name="Shape 89"/>
          <p:cNvSpPr/>
          <p:nvPr/>
        </p:nvSpPr>
        <p:spPr>
          <a:xfrm>
            <a:off x="8583183" y="1536192"/>
            <a:ext cx="50292" cy="50292"/>
          </a:xfrm>
          <a:prstGeom prst="rect">
            <a:avLst/>
          </a:prstGeom>
          <a:solidFill>
            <a:srgbClr val="0F1426"/>
          </a:solidFill>
          <a:ln/>
        </p:spPr>
      </p:sp>
      <p:sp>
        <p:nvSpPr>
          <p:cNvPr id="94" name="Shape 90"/>
          <p:cNvSpPr/>
          <p:nvPr/>
        </p:nvSpPr>
        <p:spPr>
          <a:xfrm>
            <a:off x="9319275" y="1536192"/>
            <a:ext cx="50292" cy="50292"/>
          </a:xfrm>
          <a:prstGeom prst="rect">
            <a:avLst/>
          </a:prstGeom>
          <a:solidFill>
            <a:srgbClr val="0F1426"/>
          </a:solidFill>
          <a:ln/>
        </p:spPr>
      </p:sp>
      <p:sp>
        <p:nvSpPr>
          <p:cNvPr id="95" name="Shape 91"/>
          <p:cNvSpPr/>
          <p:nvPr/>
        </p:nvSpPr>
        <p:spPr>
          <a:xfrm>
            <a:off x="8583183" y="1760220"/>
            <a:ext cx="50292" cy="50292"/>
          </a:xfrm>
          <a:prstGeom prst="rect">
            <a:avLst/>
          </a:prstGeom>
          <a:solidFill>
            <a:srgbClr val="0F1426"/>
          </a:solidFill>
          <a:ln/>
        </p:spPr>
      </p:sp>
      <p:sp>
        <p:nvSpPr>
          <p:cNvPr id="96" name="Shape 92"/>
          <p:cNvSpPr/>
          <p:nvPr/>
        </p:nvSpPr>
        <p:spPr>
          <a:xfrm>
            <a:off x="9319275" y="1760220"/>
            <a:ext cx="50292" cy="50292"/>
          </a:xfrm>
          <a:prstGeom prst="rect">
            <a:avLst/>
          </a:prstGeom>
          <a:solidFill>
            <a:srgbClr val="0F1426"/>
          </a:solidFill>
          <a:ln/>
        </p:spPr>
      </p:sp>
      <p:sp>
        <p:nvSpPr>
          <p:cNvPr id="97" name="Text 93"/>
          <p:cNvSpPr txBox="1"/>
          <p:nvPr/>
        </p:nvSpPr>
        <p:spPr>
          <a:xfrm>
            <a:off x="8583183"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결과</a:t>
            </a:r>
            <a:endParaRPr lang="ko-KR" sz="1100" dirty="0"/>
          </a:p>
        </p:txBody>
      </p:sp>
      <p:sp>
        <p:nvSpPr>
          <p:cNvPr id="98" name="Text 94"/>
          <p:cNvSpPr txBox="1"/>
          <p:nvPr/>
        </p:nvSpPr>
        <p:spPr>
          <a:xfrm>
            <a:off x="9479295"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마지막 사건 뒤</a:t>
            </a:r>
            <a:endParaRPr lang="ko-KR" sz="1100" dirty="0"/>
          </a:p>
        </p:txBody>
      </p:sp>
      <p:sp>
        <p:nvSpPr>
          <p:cNvPr id="99" name="Text 95"/>
          <p:cNvSpPr txBox="1"/>
          <p:nvPr/>
        </p:nvSpPr>
        <p:spPr>
          <a:xfrm>
            <a:off x="8583183"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근무 결과</a:t>
            </a:r>
            <a:endParaRPr lang="ko-KR" sz="2000" dirty="0"/>
          </a:p>
        </p:txBody>
      </p:sp>
      <p:sp>
        <p:nvSpPr>
          <p:cNvPr id="100" name="Shape 96"/>
          <p:cNvSpPr/>
          <p:nvPr/>
        </p:nvSpPr>
        <p:spPr>
          <a:xfrm>
            <a:off x="8583183" y="2624328"/>
            <a:ext cx="274320" cy="274320"/>
          </a:xfrm>
          <a:prstGeom prst="rect">
            <a:avLst/>
          </a:prstGeom>
          <a:solidFill>
            <a:srgbClr val="22201F"/>
          </a:solidFill>
          <a:ln/>
        </p:spPr>
      </p:sp>
      <p:sp>
        <p:nvSpPr>
          <p:cNvPr id="101" name="Shape 97"/>
          <p:cNvSpPr/>
          <p:nvPr/>
        </p:nvSpPr>
        <p:spPr>
          <a:xfrm>
            <a:off x="8633475" y="2674620"/>
            <a:ext cx="173736" cy="173736"/>
          </a:xfrm>
          <a:prstGeom prst="rect">
            <a:avLst/>
          </a:prstGeom>
          <a:solidFill>
            <a:srgbClr val="E0503C"/>
          </a:solidFill>
          <a:ln/>
        </p:spPr>
      </p:sp>
      <p:sp>
        <p:nvSpPr>
          <p:cNvPr id="102" name="Text 98"/>
          <p:cNvSpPr txBox="1"/>
          <p:nvPr/>
        </p:nvSpPr>
        <p:spPr>
          <a:xfrm>
            <a:off x="8583183"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103" name="Text 99"/>
          <p:cNvSpPr txBox="1"/>
          <p:nvPr/>
        </p:nvSpPr>
        <p:spPr>
          <a:xfrm>
            <a:off x="8967231"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별점과 지표</a:t>
            </a:r>
            <a:endParaRPr lang="ko-KR" sz="1400" dirty="0"/>
          </a:p>
        </p:txBody>
      </p:sp>
      <p:sp>
        <p:nvSpPr>
          <p:cNvPr id="104" name="Shape 100"/>
          <p:cNvSpPr/>
          <p:nvPr/>
        </p:nvSpPr>
        <p:spPr>
          <a:xfrm>
            <a:off x="8967231" y="2980944"/>
            <a:ext cx="475488" cy="237744"/>
          </a:xfrm>
          <a:prstGeom prst="rect">
            <a:avLst/>
          </a:prstGeom>
          <a:solidFill>
            <a:srgbClr val="22201F"/>
          </a:solidFill>
          <a:ln/>
        </p:spPr>
      </p:sp>
      <p:sp>
        <p:nvSpPr>
          <p:cNvPr id="105" name="Shape 101"/>
          <p:cNvSpPr/>
          <p:nvPr/>
        </p:nvSpPr>
        <p:spPr>
          <a:xfrm>
            <a:off x="9017523" y="3031236"/>
            <a:ext cx="374904" cy="137160"/>
          </a:xfrm>
          <a:prstGeom prst="rect">
            <a:avLst/>
          </a:prstGeom>
          <a:solidFill>
            <a:srgbClr val="3FBF6F"/>
          </a:solidFill>
          <a:ln/>
        </p:spPr>
      </p:sp>
      <p:sp>
        <p:nvSpPr>
          <p:cNvPr id="106" name="Shape 102"/>
          <p:cNvSpPr/>
          <p:nvPr/>
        </p:nvSpPr>
        <p:spPr>
          <a:xfrm>
            <a:off x="8967231" y="2980944"/>
            <a:ext cx="50292" cy="50292"/>
          </a:xfrm>
          <a:prstGeom prst="rect">
            <a:avLst/>
          </a:prstGeom>
          <a:solidFill>
            <a:srgbClr val="0F1426"/>
          </a:solidFill>
          <a:ln/>
        </p:spPr>
      </p:sp>
      <p:sp>
        <p:nvSpPr>
          <p:cNvPr id="107" name="Shape 103"/>
          <p:cNvSpPr/>
          <p:nvPr/>
        </p:nvSpPr>
        <p:spPr>
          <a:xfrm>
            <a:off x="9392427" y="2980944"/>
            <a:ext cx="50292" cy="50292"/>
          </a:xfrm>
          <a:prstGeom prst="rect">
            <a:avLst/>
          </a:prstGeom>
          <a:solidFill>
            <a:srgbClr val="0F1426"/>
          </a:solidFill>
          <a:ln/>
        </p:spPr>
      </p:sp>
      <p:sp>
        <p:nvSpPr>
          <p:cNvPr id="108" name="Shape 104"/>
          <p:cNvSpPr/>
          <p:nvPr/>
        </p:nvSpPr>
        <p:spPr>
          <a:xfrm>
            <a:off x="8967231" y="3168396"/>
            <a:ext cx="50292" cy="50292"/>
          </a:xfrm>
          <a:prstGeom prst="rect">
            <a:avLst/>
          </a:prstGeom>
          <a:solidFill>
            <a:srgbClr val="0F1426"/>
          </a:solidFill>
          <a:ln/>
        </p:spPr>
      </p:sp>
      <p:sp>
        <p:nvSpPr>
          <p:cNvPr id="109" name="Shape 105"/>
          <p:cNvSpPr/>
          <p:nvPr/>
        </p:nvSpPr>
        <p:spPr>
          <a:xfrm>
            <a:off x="9392427" y="3168396"/>
            <a:ext cx="50292" cy="50292"/>
          </a:xfrm>
          <a:prstGeom prst="rect">
            <a:avLst/>
          </a:prstGeom>
          <a:solidFill>
            <a:srgbClr val="0F1426"/>
          </a:solidFill>
          <a:ln/>
        </p:spPr>
      </p:sp>
      <p:sp>
        <p:nvSpPr>
          <p:cNvPr id="110" name="Text 106"/>
          <p:cNvSpPr txBox="1"/>
          <p:nvPr/>
        </p:nvSpPr>
        <p:spPr>
          <a:xfrm>
            <a:off x="8967231"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F5</a:t>
            </a:r>
            <a:endParaRPr lang="ko-KR" sz="950" dirty="0"/>
          </a:p>
        </p:txBody>
      </p:sp>
      <p:sp>
        <p:nvSpPr>
          <p:cNvPr id="111" name="Text 107"/>
          <p:cNvSpPr txBox="1"/>
          <p:nvPr/>
        </p:nvSpPr>
        <p:spPr>
          <a:xfrm>
            <a:off x="8967231"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정확도·위험 탐지·과잉 차단·</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신고 판단을 한꺼번에.</a:t>
            </a:r>
            <a:endParaRPr lang="ko-KR" sz="1150" dirty="0"/>
          </a:p>
        </p:txBody>
      </p:sp>
      <p:sp>
        <p:nvSpPr>
          <p:cNvPr id="112" name="Shape 108"/>
          <p:cNvSpPr/>
          <p:nvPr/>
        </p:nvSpPr>
        <p:spPr>
          <a:xfrm>
            <a:off x="8583183" y="3813048"/>
            <a:ext cx="274320" cy="274320"/>
          </a:xfrm>
          <a:prstGeom prst="rect">
            <a:avLst/>
          </a:prstGeom>
          <a:solidFill>
            <a:srgbClr val="22201F"/>
          </a:solidFill>
          <a:ln/>
        </p:spPr>
      </p:sp>
      <p:sp>
        <p:nvSpPr>
          <p:cNvPr id="113" name="Shape 109"/>
          <p:cNvSpPr/>
          <p:nvPr/>
        </p:nvSpPr>
        <p:spPr>
          <a:xfrm>
            <a:off x="8633475" y="3863340"/>
            <a:ext cx="173736" cy="173736"/>
          </a:xfrm>
          <a:prstGeom prst="rect">
            <a:avLst/>
          </a:prstGeom>
          <a:solidFill>
            <a:srgbClr val="E0503C"/>
          </a:solidFill>
          <a:ln/>
        </p:spPr>
      </p:sp>
      <p:sp>
        <p:nvSpPr>
          <p:cNvPr id="114" name="Text 110"/>
          <p:cNvSpPr txBox="1"/>
          <p:nvPr/>
        </p:nvSpPr>
        <p:spPr>
          <a:xfrm>
            <a:off x="8583183"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115" name="Text 111"/>
          <p:cNvSpPr txBox="1"/>
          <p:nvPr/>
        </p:nvSpPr>
        <p:spPr>
          <a:xfrm>
            <a:off x="8967231"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사건별 판정과 해설</a:t>
            </a:r>
            <a:endParaRPr lang="ko-KR" sz="1400" dirty="0"/>
          </a:p>
        </p:txBody>
      </p:sp>
      <p:sp>
        <p:nvSpPr>
          <p:cNvPr id="116" name="Shape 112"/>
          <p:cNvSpPr/>
          <p:nvPr/>
        </p:nvSpPr>
        <p:spPr>
          <a:xfrm>
            <a:off x="8967231" y="4169664"/>
            <a:ext cx="475488" cy="237744"/>
          </a:xfrm>
          <a:prstGeom prst="rect">
            <a:avLst/>
          </a:prstGeom>
          <a:solidFill>
            <a:srgbClr val="22201F"/>
          </a:solidFill>
          <a:ln/>
        </p:spPr>
      </p:sp>
      <p:sp>
        <p:nvSpPr>
          <p:cNvPr id="117" name="Shape 113"/>
          <p:cNvSpPr/>
          <p:nvPr/>
        </p:nvSpPr>
        <p:spPr>
          <a:xfrm>
            <a:off x="9017523" y="4219956"/>
            <a:ext cx="374904" cy="137160"/>
          </a:xfrm>
          <a:prstGeom prst="rect">
            <a:avLst/>
          </a:prstGeom>
          <a:solidFill>
            <a:srgbClr val="3FBF6F"/>
          </a:solidFill>
          <a:ln/>
        </p:spPr>
      </p:sp>
      <p:sp>
        <p:nvSpPr>
          <p:cNvPr id="118" name="Shape 114"/>
          <p:cNvSpPr/>
          <p:nvPr/>
        </p:nvSpPr>
        <p:spPr>
          <a:xfrm>
            <a:off x="8967231" y="4169664"/>
            <a:ext cx="50292" cy="50292"/>
          </a:xfrm>
          <a:prstGeom prst="rect">
            <a:avLst/>
          </a:prstGeom>
          <a:solidFill>
            <a:srgbClr val="0F1426"/>
          </a:solidFill>
          <a:ln/>
        </p:spPr>
      </p:sp>
      <p:sp>
        <p:nvSpPr>
          <p:cNvPr id="119" name="Shape 115"/>
          <p:cNvSpPr/>
          <p:nvPr/>
        </p:nvSpPr>
        <p:spPr>
          <a:xfrm>
            <a:off x="9392427" y="4169664"/>
            <a:ext cx="50292" cy="50292"/>
          </a:xfrm>
          <a:prstGeom prst="rect">
            <a:avLst/>
          </a:prstGeom>
          <a:solidFill>
            <a:srgbClr val="0F1426"/>
          </a:solidFill>
          <a:ln/>
        </p:spPr>
      </p:sp>
      <p:sp>
        <p:nvSpPr>
          <p:cNvPr id="120" name="Shape 116"/>
          <p:cNvSpPr/>
          <p:nvPr/>
        </p:nvSpPr>
        <p:spPr>
          <a:xfrm>
            <a:off x="8967231" y="4357116"/>
            <a:ext cx="50292" cy="50292"/>
          </a:xfrm>
          <a:prstGeom prst="rect">
            <a:avLst/>
          </a:prstGeom>
          <a:solidFill>
            <a:srgbClr val="0F1426"/>
          </a:solidFill>
          <a:ln/>
        </p:spPr>
      </p:sp>
      <p:sp>
        <p:nvSpPr>
          <p:cNvPr id="121" name="Shape 117"/>
          <p:cNvSpPr/>
          <p:nvPr/>
        </p:nvSpPr>
        <p:spPr>
          <a:xfrm>
            <a:off x="9392427" y="4357116"/>
            <a:ext cx="50292" cy="50292"/>
          </a:xfrm>
          <a:prstGeom prst="rect">
            <a:avLst/>
          </a:prstGeom>
          <a:solidFill>
            <a:srgbClr val="0F1426"/>
          </a:solidFill>
          <a:ln/>
        </p:spPr>
      </p:sp>
      <p:sp>
        <p:nvSpPr>
          <p:cNvPr id="122" name="Text 118"/>
          <p:cNvSpPr txBox="1"/>
          <p:nvPr/>
        </p:nvSpPr>
        <p:spPr>
          <a:xfrm>
            <a:off x="8967231"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F5</a:t>
            </a:r>
            <a:endParaRPr lang="ko-KR" sz="950" dirty="0"/>
          </a:p>
        </p:txBody>
      </p:sp>
      <p:sp>
        <p:nvSpPr>
          <p:cNvPr id="123" name="Text 119"/>
          <p:cNvSpPr txBox="1"/>
          <p:nvPr/>
        </p:nvSpPr>
        <p:spPr>
          <a:xfrm>
            <a:off x="8967231"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누르면 정답·위험 요소·</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해설·인물 반응이 열려요.</a:t>
            </a:r>
            <a:endParaRPr lang="ko-KR" sz="1150" dirty="0"/>
          </a:p>
        </p:txBody>
      </p:sp>
      <p:sp>
        <p:nvSpPr>
          <p:cNvPr id="124" name="Shape 120"/>
          <p:cNvSpPr/>
          <p:nvPr/>
        </p:nvSpPr>
        <p:spPr>
          <a:xfrm>
            <a:off x="8583183" y="5001768"/>
            <a:ext cx="274320" cy="274320"/>
          </a:xfrm>
          <a:prstGeom prst="rect">
            <a:avLst/>
          </a:prstGeom>
          <a:solidFill>
            <a:srgbClr val="22201F"/>
          </a:solidFill>
          <a:ln/>
        </p:spPr>
      </p:sp>
      <p:sp>
        <p:nvSpPr>
          <p:cNvPr id="125" name="Shape 121"/>
          <p:cNvSpPr/>
          <p:nvPr/>
        </p:nvSpPr>
        <p:spPr>
          <a:xfrm>
            <a:off x="8633475" y="5052060"/>
            <a:ext cx="173736" cy="173736"/>
          </a:xfrm>
          <a:prstGeom prst="rect">
            <a:avLst/>
          </a:prstGeom>
          <a:solidFill>
            <a:srgbClr val="E0503C"/>
          </a:solidFill>
          <a:ln/>
        </p:spPr>
      </p:sp>
      <p:sp>
        <p:nvSpPr>
          <p:cNvPr id="126" name="Text 122"/>
          <p:cNvSpPr txBox="1"/>
          <p:nvPr/>
        </p:nvSpPr>
        <p:spPr>
          <a:xfrm>
            <a:off x="8583183"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127" name="Text 123"/>
          <p:cNvSpPr txBox="1"/>
          <p:nvPr/>
        </p:nvSpPr>
        <p:spPr>
          <a:xfrm>
            <a:off x="8967231"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다음 난이도 · 다시 하기</a:t>
            </a:r>
            <a:endParaRPr lang="ko-KR" sz="1400" dirty="0"/>
          </a:p>
        </p:txBody>
      </p:sp>
      <p:sp>
        <p:nvSpPr>
          <p:cNvPr id="128" name="Shape 124"/>
          <p:cNvSpPr/>
          <p:nvPr/>
        </p:nvSpPr>
        <p:spPr>
          <a:xfrm>
            <a:off x="8967231" y="5358384"/>
            <a:ext cx="475488" cy="237744"/>
          </a:xfrm>
          <a:prstGeom prst="rect">
            <a:avLst/>
          </a:prstGeom>
          <a:solidFill>
            <a:srgbClr val="22201F"/>
          </a:solidFill>
          <a:ln/>
        </p:spPr>
      </p:sp>
      <p:sp>
        <p:nvSpPr>
          <p:cNvPr id="129" name="Shape 125"/>
          <p:cNvSpPr/>
          <p:nvPr/>
        </p:nvSpPr>
        <p:spPr>
          <a:xfrm>
            <a:off x="9017523" y="5408676"/>
            <a:ext cx="374904" cy="137160"/>
          </a:xfrm>
          <a:prstGeom prst="rect">
            <a:avLst/>
          </a:prstGeom>
          <a:solidFill>
            <a:srgbClr val="45C7C1"/>
          </a:solidFill>
          <a:ln/>
        </p:spPr>
      </p:sp>
      <p:sp>
        <p:nvSpPr>
          <p:cNvPr id="130" name="Shape 126"/>
          <p:cNvSpPr/>
          <p:nvPr/>
        </p:nvSpPr>
        <p:spPr>
          <a:xfrm>
            <a:off x="8967231" y="5358384"/>
            <a:ext cx="50292" cy="50292"/>
          </a:xfrm>
          <a:prstGeom prst="rect">
            <a:avLst/>
          </a:prstGeom>
          <a:solidFill>
            <a:srgbClr val="0F1426"/>
          </a:solidFill>
          <a:ln/>
        </p:spPr>
      </p:sp>
      <p:sp>
        <p:nvSpPr>
          <p:cNvPr id="131" name="Shape 127"/>
          <p:cNvSpPr/>
          <p:nvPr/>
        </p:nvSpPr>
        <p:spPr>
          <a:xfrm>
            <a:off x="9392427" y="5358384"/>
            <a:ext cx="50292" cy="50292"/>
          </a:xfrm>
          <a:prstGeom prst="rect">
            <a:avLst/>
          </a:prstGeom>
          <a:solidFill>
            <a:srgbClr val="0F1426"/>
          </a:solidFill>
          <a:ln/>
        </p:spPr>
      </p:sp>
      <p:sp>
        <p:nvSpPr>
          <p:cNvPr id="132" name="Shape 128"/>
          <p:cNvSpPr/>
          <p:nvPr/>
        </p:nvSpPr>
        <p:spPr>
          <a:xfrm>
            <a:off x="8967231" y="5545836"/>
            <a:ext cx="50292" cy="50292"/>
          </a:xfrm>
          <a:prstGeom prst="rect">
            <a:avLst/>
          </a:prstGeom>
          <a:solidFill>
            <a:srgbClr val="0F1426"/>
          </a:solidFill>
          <a:ln/>
        </p:spPr>
      </p:sp>
      <p:sp>
        <p:nvSpPr>
          <p:cNvPr id="133" name="Shape 129"/>
          <p:cNvSpPr/>
          <p:nvPr/>
        </p:nvSpPr>
        <p:spPr>
          <a:xfrm>
            <a:off x="9392427" y="5545836"/>
            <a:ext cx="50292" cy="50292"/>
          </a:xfrm>
          <a:prstGeom prst="rect">
            <a:avLst/>
          </a:prstGeom>
          <a:solidFill>
            <a:srgbClr val="0F1426"/>
          </a:solidFill>
          <a:ln/>
        </p:spPr>
      </p:sp>
      <p:sp>
        <p:nvSpPr>
          <p:cNvPr id="134" name="Text 130"/>
          <p:cNvSpPr txBox="1"/>
          <p:nvPr/>
        </p:nvSpPr>
        <p:spPr>
          <a:xfrm>
            <a:off x="8967231"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F2</a:t>
            </a:r>
            <a:endParaRPr lang="ko-KR" sz="950" dirty="0"/>
          </a:p>
        </p:txBody>
      </p:sp>
      <p:sp>
        <p:nvSpPr>
          <p:cNvPr id="135" name="Text 131"/>
          <p:cNvSpPr txBox="1"/>
          <p:nvPr/>
        </p:nvSpPr>
        <p:spPr>
          <a:xfrm>
            <a:off x="8967231"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실패(보안 사고·60% 미만)면</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해설을 보고 처음부터.</a:t>
            </a:r>
            <a:endParaRPr lang="ko-KR" sz="11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329184"/>
            <a:ext cx="1956816" cy="310896"/>
          </a:xfrm>
          <a:prstGeom prst="rect">
            <a:avLst/>
          </a:prstGeom>
          <a:solidFill>
            <a:srgbClr val="22201F"/>
          </a:solidFill>
          <a:ln/>
        </p:spPr>
      </p:sp>
      <p:sp>
        <p:nvSpPr>
          <p:cNvPr id="3" name="Shape 1"/>
          <p:cNvSpPr/>
          <p:nvPr/>
        </p:nvSpPr>
        <p:spPr>
          <a:xfrm>
            <a:off x="598932" y="379476"/>
            <a:ext cx="1856232"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455164"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455164" y="589788"/>
            <a:ext cx="50292" cy="50292"/>
          </a:xfrm>
          <a:prstGeom prst="rect">
            <a:avLst/>
          </a:prstGeom>
          <a:solidFill>
            <a:srgbClr val="0F1426"/>
          </a:solidFill>
          <a:ln/>
        </p:spPr>
      </p:sp>
      <p:sp>
        <p:nvSpPr>
          <p:cNvPr id="8" name="Text 6"/>
          <p:cNvSpPr txBox="1"/>
          <p:nvPr/>
        </p:nvSpPr>
        <p:spPr>
          <a:xfrm>
            <a:off x="548640" y="329184"/>
            <a:ext cx="1956816"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화면 설계 · 경쟁</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경쟁 모드와 랭킹</a:t>
            </a:r>
            <a:endParaRPr lang="en-US" sz="2800" dirty="0"/>
          </a:p>
        </p:txBody>
      </p:sp>
      <p:sp>
        <p:nvSpPr>
          <p:cNvPr id="10" name="Shape 8"/>
          <p:cNvSpPr/>
          <p:nvPr/>
        </p:nvSpPr>
        <p:spPr>
          <a:xfrm>
            <a:off x="649224" y="1581912"/>
            <a:ext cx="2127519" cy="4681728"/>
          </a:xfrm>
          <a:prstGeom prst="rect">
            <a:avLst/>
          </a:prstGeom>
          <a:solidFill>
            <a:srgbClr val="0B0F1E"/>
          </a:solidFill>
          <a:ln/>
        </p:spPr>
      </p:sp>
      <p:sp>
        <p:nvSpPr>
          <p:cNvPr id="11" name="Shape 9"/>
          <p:cNvSpPr/>
          <p:nvPr/>
        </p:nvSpPr>
        <p:spPr>
          <a:xfrm>
            <a:off x="548640" y="1481328"/>
            <a:ext cx="2127519" cy="4681728"/>
          </a:xfrm>
          <a:prstGeom prst="rect">
            <a:avLst/>
          </a:prstGeom>
          <a:solidFill>
            <a:srgbClr val="3A4E7A"/>
          </a:solidFill>
          <a:ln/>
        </p:spPr>
      </p:sp>
      <p:sp>
        <p:nvSpPr>
          <p:cNvPr id="12" name="Shape 10"/>
          <p:cNvSpPr/>
          <p:nvPr/>
        </p:nvSpPr>
        <p:spPr>
          <a:xfrm>
            <a:off x="598932" y="1531620"/>
            <a:ext cx="2026935" cy="4581144"/>
          </a:xfrm>
          <a:prstGeom prst="rect">
            <a:avLst/>
          </a:prstGeom>
          <a:solidFill>
            <a:srgbClr val="060A15"/>
          </a:solidFill>
          <a:ln/>
        </p:spPr>
      </p:sp>
      <p:sp>
        <p:nvSpPr>
          <p:cNvPr id="13" name="Shape 11"/>
          <p:cNvSpPr/>
          <p:nvPr/>
        </p:nvSpPr>
        <p:spPr>
          <a:xfrm>
            <a:off x="548640" y="1481328"/>
            <a:ext cx="50292" cy="50292"/>
          </a:xfrm>
          <a:prstGeom prst="rect">
            <a:avLst/>
          </a:prstGeom>
          <a:solidFill>
            <a:srgbClr val="0F1426"/>
          </a:solidFill>
          <a:ln/>
        </p:spPr>
      </p:sp>
      <p:sp>
        <p:nvSpPr>
          <p:cNvPr id="14" name="Shape 12"/>
          <p:cNvSpPr/>
          <p:nvPr/>
        </p:nvSpPr>
        <p:spPr>
          <a:xfrm>
            <a:off x="2625867" y="1481328"/>
            <a:ext cx="50292" cy="50292"/>
          </a:xfrm>
          <a:prstGeom prst="rect">
            <a:avLst/>
          </a:prstGeom>
          <a:solidFill>
            <a:srgbClr val="0F1426"/>
          </a:solidFill>
          <a:ln/>
        </p:spPr>
      </p:sp>
      <p:sp>
        <p:nvSpPr>
          <p:cNvPr id="15" name="Shape 13"/>
          <p:cNvSpPr/>
          <p:nvPr/>
        </p:nvSpPr>
        <p:spPr>
          <a:xfrm>
            <a:off x="548640" y="6112764"/>
            <a:ext cx="50292" cy="50292"/>
          </a:xfrm>
          <a:prstGeom prst="rect">
            <a:avLst/>
          </a:prstGeom>
          <a:solidFill>
            <a:srgbClr val="0F1426"/>
          </a:solidFill>
          <a:ln/>
        </p:spPr>
      </p:sp>
      <p:sp>
        <p:nvSpPr>
          <p:cNvPr id="16" name="Shape 14"/>
          <p:cNvSpPr/>
          <p:nvPr/>
        </p:nvSpPr>
        <p:spPr>
          <a:xfrm>
            <a:off x="2625867" y="6112764"/>
            <a:ext cx="50292" cy="50292"/>
          </a:xfrm>
          <a:prstGeom prst="rect">
            <a:avLst/>
          </a:prstGeom>
          <a:solidFill>
            <a:srgbClr val="0F1426"/>
          </a:solidFill>
          <a:ln/>
        </p:spPr>
      </p:sp>
      <p:sp>
        <p:nvSpPr>
          <p:cNvPr id="17" name="Shape 15"/>
          <p:cNvSpPr/>
          <p:nvPr/>
        </p:nvSpPr>
        <p:spPr>
          <a:xfrm>
            <a:off x="1383799" y="1545336"/>
            <a:ext cx="457200" cy="45720"/>
          </a:xfrm>
          <a:prstGeom prst="rect">
            <a:avLst/>
          </a:prstGeom>
          <a:solidFill>
            <a:srgbClr val="3A4E7A"/>
          </a:solidFill>
          <a:ln/>
        </p:spPr>
      </p:sp>
      <p:pic>
        <p:nvPicPr>
          <p:cNvPr id="18" name="Image 0" descr="경쟁 경쟁 모드 화면 (HTML 시제품 캡처)">    </p:cNvPr>
          <p:cNvPicPr>
            <a:picLocks noChangeAspect="1"/>
          </p:cNvPicPr>
          <p:nvPr/>
        </p:nvPicPr>
        <p:blipFill>
          <a:blip r:embed="rId1"/>
          <a:stretch>
            <a:fillRect/>
          </a:stretch>
        </p:blipFill>
        <p:spPr>
          <a:xfrm>
            <a:off x="621792" y="1636776"/>
            <a:ext cx="1981215" cy="4407408"/>
          </a:xfrm>
          <a:prstGeom prst="rect">
            <a:avLst/>
          </a:prstGeom>
        </p:spPr>
      </p:pic>
      <p:sp>
        <p:nvSpPr>
          <p:cNvPr id="19" name="Shape 16"/>
          <p:cNvSpPr/>
          <p:nvPr/>
        </p:nvSpPr>
        <p:spPr>
          <a:xfrm>
            <a:off x="2493279" y="1657086"/>
            <a:ext cx="256032" cy="256032"/>
          </a:xfrm>
          <a:prstGeom prst="rect">
            <a:avLst/>
          </a:prstGeom>
          <a:solidFill>
            <a:srgbClr val="22201F"/>
          </a:solidFill>
          <a:ln/>
        </p:spPr>
      </p:sp>
      <p:sp>
        <p:nvSpPr>
          <p:cNvPr id="20" name="Shape 17"/>
          <p:cNvSpPr/>
          <p:nvPr/>
        </p:nvSpPr>
        <p:spPr>
          <a:xfrm>
            <a:off x="2543571" y="1707378"/>
            <a:ext cx="155448" cy="155448"/>
          </a:xfrm>
          <a:prstGeom prst="rect">
            <a:avLst/>
          </a:prstGeom>
          <a:solidFill>
            <a:srgbClr val="E0503C"/>
          </a:solidFill>
          <a:ln/>
        </p:spPr>
      </p:sp>
      <p:sp>
        <p:nvSpPr>
          <p:cNvPr id="21" name="Text 18"/>
          <p:cNvSpPr txBox="1"/>
          <p:nvPr/>
        </p:nvSpPr>
        <p:spPr>
          <a:xfrm>
            <a:off x="2493279" y="1657086"/>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22" name="Shape 19"/>
          <p:cNvSpPr/>
          <p:nvPr/>
        </p:nvSpPr>
        <p:spPr>
          <a:xfrm>
            <a:off x="2493279" y="2568233"/>
            <a:ext cx="256032" cy="256032"/>
          </a:xfrm>
          <a:prstGeom prst="rect">
            <a:avLst/>
          </a:prstGeom>
          <a:solidFill>
            <a:srgbClr val="22201F"/>
          </a:solidFill>
          <a:ln/>
        </p:spPr>
      </p:sp>
      <p:sp>
        <p:nvSpPr>
          <p:cNvPr id="23" name="Shape 20"/>
          <p:cNvSpPr/>
          <p:nvPr/>
        </p:nvSpPr>
        <p:spPr>
          <a:xfrm>
            <a:off x="2543571" y="2618525"/>
            <a:ext cx="155448" cy="155448"/>
          </a:xfrm>
          <a:prstGeom prst="rect">
            <a:avLst/>
          </a:prstGeom>
          <a:solidFill>
            <a:srgbClr val="E0503C"/>
          </a:solidFill>
          <a:ln/>
        </p:spPr>
      </p:sp>
      <p:sp>
        <p:nvSpPr>
          <p:cNvPr id="24" name="Text 21"/>
          <p:cNvSpPr txBox="1"/>
          <p:nvPr/>
        </p:nvSpPr>
        <p:spPr>
          <a:xfrm>
            <a:off x="2493279" y="256823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25" name="Shape 22"/>
          <p:cNvSpPr/>
          <p:nvPr/>
        </p:nvSpPr>
        <p:spPr>
          <a:xfrm>
            <a:off x="2493279" y="5677787"/>
            <a:ext cx="256032" cy="256032"/>
          </a:xfrm>
          <a:prstGeom prst="rect">
            <a:avLst/>
          </a:prstGeom>
          <a:solidFill>
            <a:srgbClr val="22201F"/>
          </a:solidFill>
          <a:ln/>
        </p:spPr>
      </p:sp>
      <p:sp>
        <p:nvSpPr>
          <p:cNvPr id="26" name="Shape 23"/>
          <p:cNvSpPr/>
          <p:nvPr/>
        </p:nvSpPr>
        <p:spPr>
          <a:xfrm>
            <a:off x="2543571" y="5728079"/>
            <a:ext cx="155448" cy="155448"/>
          </a:xfrm>
          <a:prstGeom prst="rect">
            <a:avLst/>
          </a:prstGeom>
          <a:solidFill>
            <a:srgbClr val="E0503C"/>
          </a:solidFill>
          <a:ln/>
        </p:spPr>
      </p:sp>
      <p:sp>
        <p:nvSpPr>
          <p:cNvPr id="27" name="Text 24"/>
          <p:cNvSpPr txBox="1"/>
          <p:nvPr/>
        </p:nvSpPr>
        <p:spPr>
          <a:xfrm>
            <a:off x="2493279" y="5677787"/>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28" name="Shape 25"/>
          <p:cNvSpPr/>
          <p:nvPr/>
        </p:nvSpPr>
        <p:spPr>
          <a:xfrm>
            <a:off x="2932191" y="1536192"/>
            <a:ext cx="786384" cy="274320"/>
          </a:xfrm>
          <a:prstGeom prst="rect">
            <a:avLst/>
          </a:prstGeom>
          <a:solidFill>
            <a:srgbClr val="22201F"/>
          </a:solidFill>
          <a:ln/>
        </p:spPr>
      </p:sp>
      <p:sp>
        <p:nvSpPr>
          <p:cNvPr id="29" name="Shape 26"/>
          <p:cNvSpPr/>
          <p:nvPr/>
        </p:nvSpPr>
        <p:spPr>
          <a:xfrm>
            <a:off x="2982483" y="1586484"/>
            <a:ext cx="685800" cy="173736"/>
          </a:xfrm>
          <a:prstGeom prst="rect">
            <a:avLst/>
          </a:prstGeom>
          <a:solidFill>
            <a:srgbClr val="F7D84A"/>
          </a:solidFill>
          <a:ln/>
        </p:spPr>
      </p:sp>
      <p:sp>
        <p:nvSpPr>
          <p:cNvPr id="30" name="Shape 27"/>
          <p:cNvSpPr/>
          <p:nvPr/>
        </p:nvSpPr>
        <p:spPr>
          <a:xfrm>
            <a:off x="2932191" y="1536192"/>
            <a:ext cx="50292" cy="50292"/>
          </a:xfrm>
          <a:prstGeom prst="rect">
            <a:avLst/>
          </a:prstGeom>
          <a:solidFill>
            <a:srgbClr val="0F1426"/>
          </a:solidFill>
          <a:ln/>
        </p:spPr>
      </p:sp>
      <p:sp>
        <p:nvSpPr>
          <p:cNvPr id="31" name="Shape 28"/>
          <p:cNvSpPr/>
          <p:nvPr/>
        </p:nvSpPr>
        <p:spPr>
          <a:xfrm>
            <a:off x="3668283" y="1536192"/>
            <a:ext cx="50292" cy="50292"/>
          </a:xfrm>
          <a:prstGeom prst="rect">
            <a:avLst/>
          </a:prstGeom>
          <a:solidFill>
            <a:srgbClr val="0F1426"/>
          </a:solidFill>
          <a:ln/>
        </p:spPr>
      </p:sp>
      <p:sp>
        <p:nvSpPr>
          <p:cNvPr id="32" name="Shape 29"/>
          <p:cNvSpPr/>
          <p:nvPr/>
        </p:nvSpPr>
        <p:spPr>
          <a:xfrm>
            <a:off x="2932191" y="1760220"/>
            <a:ext cx="50292" cy="50292"/>
          </a:xfrm>
          <a:prstGeom prst="rect">
            <a:avLst/>
          </a:prstGeom>
          <a:solidFill>
            <a:srgbClr val="0F1426"/>
          </a:solidFill>
          <a:ln/>
        </p:spPr>
      </p:sp>
      <p:sp>
        <p:nvSpPr>
          <p:cNvPr id="33" name="Shape 30"/>
          <p:cNvSpPr/>
          <p:nvPr/>
        </p:nvSpPr>
        <p:spPr>
          <a:xfrm>
            <a:off x="3668283" y="1760220"/>
            <a:ext cx="50292" cy="50292"/>
          </a:xfrm>
          <a:prstGeom prst="rect">
            <a:avLst/>
          </a:prstGeom>
          <a:solidFill>
            <a:srgbClr val="0F1426"/>
          </a:solidFill>
          <a:ln/>
        </p:spPr>
      </p:sp>
      <p:sp>
        <p:nvSpPr>
          <p:cNvPr id="34" name="Text 31"/>
          <p:cNvSpPr txBox="1"/>
          <p:nvPr/>
        </p:nvSpPr>
        <p:spPr>
          <a:xfrm>
            <a:off x="2932191"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경쟁</a:t>
            </a:r>
            <a:endParaRPr lang="ko-KR" sz="1100" dirty="0"/>
          </a:p>
        </p:txBody>
      </p:sp>
      <p:sp>
        <p:nvSpPr>
          <p:cNvPr id="35" name="Text 32"/>
          <p:cNvSpPr txBox="1"/>
          <p:nvPr/>
        </p:nvSpPr>
        <p:spPr>
          <a:xfrm>
            <a:off x="3828303"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보통 · 사건당 50초</a:t>
            </a:r>
            <a:endParaRPr lang="ko-KR" sz="1100" dirty="0"/>
          </a:p>
        </p:txBody>
      </p:sp>
      <p:sp>
        <p:nvSpPr>
          <p:cNvPr id="36" name="Text 33"/>
          <p:cNvSpPr txBox="1"/>
          <p:nvPr/>
        </p:nvSpPr>
        <p:spPr>
          <a:xfrm>
            <a:off x="2932191"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경쟁 모드</a:t>
            </a:r>
            <a:endParaRPr lang="ko-KR" sz="2000" dirty="0"/>
          </a:p>
        </p:txBody>
      </p:sp>
      <p:sp>
        <p:nvSpPr>
          <p:cNvPr id="37" name="Shape 34"/>
          <p:cNvSpPr/>
          <p:nvPr/>
        </p:nvSpPr>
        <p:spPr>
          <a:xfrm>
            <a:off x="2932191" y="2624328"/>
            <a:ext cx="274320" cy="274320"/>
          </a:xfrm>
          <a:prstGeom prst="rect">
            <a:avLst/>
          </a:prstGeom>
          <a:solidFill>
            <a:srgbClr val="22201F"/>
          </a:solidFill>
          <a:ln/>
        </p:spPr>
      </p:sp>
      <p:sp>
        <p:nvSpPr>
          <p:cNvPr id="38" name="Shape 35"/>
          <p:cNvSpPr/>
          <p:nvPr/>
        </p:nvSpPr>
        <p:spPr>
          <a:xfrm>
            <a:off x="2982483" y="2674620"/>
            <a:ext cx="173736" cy="173736"/>
          </a:xfrm>
          <a:prstGeom prst="rect">
            <a:avLst/>
          </a:prstGeom>
          <a:solidFill>
            <a:srgbClr val="E0503C"/>
          </a:solidFill>
          <a:ln/>
        </p:spPr>
      </p:sp>
      <p:sp>
        <p:nvSpPr>
          <p:cNvPr id="39" name="Text 36"/>
          <p:cNvSpPr txBox="1"/>
          <p:nvPr/>
        </p:nvSpPr>
        <p:spPr>
          <a:xfrm>
            <a:off x="2932191"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40" name="Text 37"/>
          <p:cNvSpPr txBox="1"/>
          <p:nvPr/>
        </p:nvSpPr>
        <p:spPr>
          <a:xfrm>
            <a:off x="3316239"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사건마다 제한 시간</a:t>
            </a:r>
            <a:endParaRPr lang="ko-KR" sz="1400" dirty="0"/>
          </a:p>
        </p:txBody>
      </p:sp>
      <p:sp>
        <p:nvSpPr>
          <p:cNvPr id="41" name="Shape 38"/>
          <p:cNvSpPr/>
          <p:nvPr/>
        </p:nvSpPr>
        <p:spPr>
          <a:xfrm>
            <a:off x="3316239" y="2980944"/>
            <a:ext cx="475488" cy="237744"/>
          </a:xfrm>
          <a:prstGeom prst="rect">
            <a:avLst/>
          </a:prstGeom>
          <a:solidFill>
            <a:srgbClr val="22201F"/>
          </a:solidFill>
          <a:ln/>
        </p:spPr>
      </p:sp>
      <p:sp>
        <p:nvSpPr>
          <p:cNvPr id="42" name="Shape 39"/>
          <p:cNvSpPr/>
          <p:nvPr/>
        </p:nvSpPr>
        <p:spPr>
          <a:xfrm>
            <a:off x="3366531" y="3031236"/>
            <a:ext cx="374904" cy="137160"/>
          </a:xfrm>
          <a:prstGeom prst="rect">
            <a:avLst/>
          </a:prstGeom>
          <a:solidFill>
            <a:srgbClr val="45C7C1"/>
          </a:solidFill>
          <a:ln/>
        </p:spPr>
      </p:sp>
      <p:sp>
        <p:nvSpPr>
          <p:cNvPr id="43" name="Shape 40"/>
          <p:cNvSpPr/>
          <p:nvPr/>
        </p:nvSpPr>
        <p:spPr>
          <a:xfrm>
            <a:off x="3316239" y="2980944"/>
            <a:ext cx="50292" cy="50292"/>
          </a:xfrm>
          <a:prstGeom prst="rect">
            <a:avLst/>
          </a:prstGeom>
          <a:solidFill>
            <a:srgbClr val="0F1426"/>
          </a:solidFill>
          <a:ln/>
        </p:spPr>
      </p:sp>
      <p:sp>
        <p:nvSpPr>
          <p:cNvPr id="44" name="Shape 41"/>
          <p:cNvSpPr/>
          <p:nvPr/>
        </p:nvSpPr>
        <p:spPr>
          <a:xfrm>
            <a:off x="3741435" y="2980944"/>
            <a:ext cx="50292" cy="50292"/>
          </a:xfrm>
          <a:prstGeom prst="rect">
            <a:avLst/>
          </a:prstGeom>
          <a:solidFill>
            <a:srgbClr val="0F1426"/>
          </a:solidFill>
          <a:ln/>
        </p:spPr>
      </p:sp>
      <p:sp>
        <p:nvSpPr>
          <p:cNvPr id="45" name="Shape 42"/>
          <p:cNvSpPr/>
          <p:nvPr/>
        </p:nvSpPr>
        <p:spPr>
          <a:xfrm>
            <a:off x="3316239" y="3168396"/>
            <a:ext cx="50292" cy="50292"/>
          </a:xfrm>
          <a:prstGeom prst="rect">
            <a:avLst/>
          </a:prstGeom>
          <a:solidFill>
            <a:srgbClr val="0F1426"/>
          </a:solidFill>
          <a:ln/>
        </p:spPr>
      </p:sp>
      <p:sp>
        <p:nvSpPr>
          <p:cNvPr id="46" name="Shape 43"/>
          <p:cNvSpPr/>
          <p:nvPr/>
        </p:nvSpPr>
        <p:spPr>
          <a:xfrm>
            <a:off x="3741435" y="3168396"/>
            <a:ext cx="50292" cy="50292"/>
          </a:xfrm>
          <a:prstGeom prst="rect">
            <a:avLst/>
          </a:prstGeom>
          <a:solidFill>
            <a:srgbClr val="0F1426"/>
          </a:solidFill>
          <a:ln/>
        </p:spPr>
      </p:sp>
      <p:sp>
        <p:nvSpPr>
          <p:cNvPr id="47" name="Text 44"/>
          <p:cNvSpPr txBox="1"/>
          <p:nvPr/>
        </p:nvSpPr>
        <p:spPr>
          <a:xfrm>
            <a:off x="3316239"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F1</a:t>
            </a:r>
            <a:endParaRPr lang="ko-KR" sz="950" dirty="0"/>
          </a:p>
        </p:txBody>
      </p:sp>
      <p:sp>
        <p:nvSpPr>
          <p:cNvPr id="48" name="Text 45"/>
          <p:cNvSpPr txBox="1"/>
          <p:nvPr/>
        </p:nvSpPr>
        <p:spPr>
          <a:xfrm>
            <a:off x="3316239"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쉬움 60 · 보통 50 · 어려움 45 ·</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전문가 40초. 10초 남으면 빨강.</a:t>
            </a:r>
            <a:endParaRPr lang="ko-KR" sz="1150" dirty="0"/>
          </a:p>
        </p:txBody>
      </p:sp>
      <p:sp>
        <p:nvSpPr>
          <p:cNvPr id="49" name="Shape 46"/>
          <p:cNvSpPr/>
          <p:nvPr/>
        </p:nvSpPr>
        <p:spPr>
          <a:xfrm>
            <a:off x="2932191" y="3813048"/>
            <a:ext cx="274320" cy="274320"/>
          </a:xfrm>
          <a:prstGeom prst="rect">
            <a:avLst/>
          </a:prstGeom>
          <a:solidFill>
            <a:srgbClr val="22201F"/>
          </a:solidFill>
          <a:ln/>
        </p:spPr>
      </p:sp>
      <p:sp>
        <p:nvSpPr>
          <p:cNvPr id="50" name="Shape 47"/>
          <p:cNvSpPr/>
          <p:nvPr/>
        </p:nvSpPr>
        <p:spPr>
          <a:xfrm>
            <a:off x="2982483" y="3863340"/>
            <a:ext cx="173736" cy="173736"/>
          </a:xfrm>
          <a:prstGeom prst="rect">
            <a:avLst/>
          </a:prstGeom>
          <a:solidFill>
            <a:srgbClr val="E0503C"/>
          </a:solidFill>
          <a:ln/>
        </p:spPr>
      </p:sp>
      <p:sp>
        <p:nvSpPr>
          <p:cNvPr id="51" name="Text 48"/>
          <p:cNvSpPr txBox="1"/>
          <p:nvPr/>
        </p:nvSpPr>
        <p:spPr>
          <a:xfrm>
            <a:off x="2932191"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52" name="Text 49"/>
          <p:cNvSpPr txBox="1"/>
          <p:nvPr/>
        </p:nvSpPr>
        <p:spPr>
          <a:xfrm>
            <a:off x="3316239"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화면·사건은 일반과 같다</a:t>
            </a:r>
            <a:endParaRPr lang="ko-KR" sz="1400" dirty="0"/>
          </a:p>
        </p:txBody>
      </p:sp>
      <p:sp>
        <p:nvSpPr>
          <p:cNvPr id="53" name="Shape 50"/>
          <p:cNvSpPr/>
          <p:nvPr/>
        </p:nvSpPr>
        <p:spPr>
          <a:xfrm>
            <a:off x="3316239" y="4169664"/>
            <a:ext cx="475488" cy="237744"/>
          </a:xfrm>
          <a:prstGeom prst="rect">
            <a:avLst/>
          </a:prstGeom>
          <a:solidFill>
            <a:srgbClr val="22201F"/>
          </a:solidFill>
          <a:ln/>
        </p:spPr>
      </p:sp>
      <p:sp>
        <p:nvSpPr>
          <p:cNvPr id="54" name="Shape 51"/>
          <p:cNvSpPr/>
          <p:nvPr/>
        </p:nvSpPr>
        <p:spPr>
          <a:xfrm>
            <a:off x="3366531" y="4219956"/>
            <a:ext cx="374904" cy="137160"/>
          </a:xfrm>
          <a:prstGeom prst="rect">
            <a:avLst/>
          </a:prstGeom>
          <a:solidFill>
            <a:srgbClr val="45C7C1"/>
          </a:solidFill>
          <a:ln/>
        </p:spPr>
      </p:sp>
      <p:sp>
        <p:nvSpPr>
          <p:cNvPr id="55" name="Shape 52"/>
          <p:cNvSpPr/>
          <p:nvPr/>
        </p:nvSpPr>
        <p:spPr>
          <a:xfrm>
            <a:off x="3316239" y="4169664"/>
            <a:ext cx="50292" cy="50292"/>
          </a:xfrm>
          <a:prstGeom prst="rect">
            <a:avLst/>
          </a:prstGeom>
          <a:solidFill>
            <a:srgbClr val="0F1426"/>
          </a:solidFill>
          <a:ln/>
        </p:spPr>
      </p:sp>
      <p:sp>
        <p:nvSpPr>
          <p:cNvPr id="56" name="Shape 53"/>
          <p:cNvSpPr/>
          <p:nvPr/>
        </p:nvSpPr>
        <p:spPr>
          <a:xfrm>
            <a:off x="3741435" y="4169664"/>
            <a:ext cx="50292" cy="50292"/>
          </a:xfrm>
          <a:prstGeom prst="rect">
            <a:avLst/>
          </a:prstGeom>
          <a:solidFill>
            <a:srgbClr val="0F1426"/>
          </a:solidFill>
          <a:ln/>
        </p:spPr>
      </p:sp>
      <p:sp>
        <p:nvSpPr>
          <p:cNvPr id="57" name="Shape 54"/>
          <p:cNvSpPr/>
          <p:nvPr/>
        </p:nvSpPr>
        <p:spPr>
          <a:xfrm>
            <a:off x="3316239" y="4357116"/>
            <a:ext cx="50292" cy="50292"/>
          </a:xfrm>
          <a:prstGeom prst="rect">
            <a:avLst/>
          </a:prstGeom>
          <a:solidFill>
            <a:srgbClr val="0F1426"/>
          </a:solidFill>
          <a:ln/>
        </p:spPr>
      </p:sp>
      <p:sp>
        <p:nvSpPr>
          <p:cNvPr id="58" name="Shape 55"/>
          <p:cNvSpPr/>
          <p:nvPr/>
        </p:nvSpPr>
        <p:spPr>
          <a:xfrm>
            <a:off x="3741435" y="4357116"/>
            <a:ext cx="50292" cy="50292"/>
          </a:xfrm>
          <a:prstGeom prst="rect">
            <a:avLst/>
          </a:prstGeom>
          <a:solidFill>
            <a:srgbClr val="0F1426"/>
          </a:solidFill>
          <a:ln/>
        </p:spPr>
      </p:sp>
      <p:sp>
        <p:nvSpPr>
          <p:cNvPr id="59" name="Text 56"/>
          <p:cNvSpPr txBox="1"/>
          <p:nvPr/>
        </p:nvSpPr>
        <p:spPr>
          <a:xfrm>
            <a:off x="3316239"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F3</a:t>
            </a:r>
            <a:endParaRPr lang="ko-KR" sz="950" dirty="0"/>
          </a:p>
        </p:txBody>
      </p:sp>
      <p:sp>
        <p:nvSpPr>
          <p:cNvPr id="60" name="Text 57"/>
          <p:cNvSpPr txBox="1"/>
          <p:nvPr/>
        </p:nvSpPr>
        <p:spPr>
          <a:xfrm>
            <a:off x="3316239"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속도만 겨루고, 정답 공개도</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근무가 끝난 뒤.</a:t>
            </a:r>
            <a:endParaRPr lang="ko-KR" sz="1150" dirty="0"/>
          </a:p>
        </p:txBody>
      </p:sp>
      <p:sp>
        <p:nvSpPr>
          <p:cNvPr id="61" name="Shape 58"/>
          <p:cNvSpPr/>
          <p:nvPr/>
        </p:nvSpPr>
        <p:spPr>
          <a:xfrm>
            <a:off x="2932191" y="5001768"/>
            <a:ext cx="274320" cy="274320"/>
          </a:xfrm>
          <a:prstGeom prst="rect">
            <a:avLst/>
          </a:prstGeom>
          <a:solidFill>
            <a:srgbClr val="22201F"/>
          </a:solidFill>
          <a:ln/>
        </p:spPr>
      </p:sp>
      <p:sp>
        <p:nvSpPr>
          <p:cNvPr id="62" name="Shape 59"/>
          <p:cNvSpPr/>
          <p:nvPr/>
        </p:nvSpPr>
        <p:spPr>
          <a:xfrm>
            <a:off x="2982483" y="5052060"/>
            <a:ext cx="173736" cy="173736"/>
          </a:xfrm>
          <a:prstGeom prst="rect">
            <a:avLst/>
          </a:prstGeom>
          <a:solidFill>
            <a:srgbClr val="E0503C"/>
          </a:solidFill>
          <a:ln/>
        </p:spPr>
      </p:sp>
      <p:sp>
        <p:nvSpPr>
          <p:cNvPr id="63" name="Text 60"/>
          <p:cNvSpPr txBox="1"/>
          <p:nvPr/>
        </p:nvSpPr>
        <p:spPr>
          <a:xfrm>
            <a:off x="2932191"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64" name="Text 61"/>
          <p:cNvSpPr txBox="1"/>
          <p:nvPr/>
        </p:nvSpPr>
        <p:spPr>
          <a:xfrm>
            <a:off x="3316239"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시간이 다 되면</a:t>
            </a:r>
            <a:endParaRPr lang="ko-KR" sz="1400" dirty="0"/>
          </a:p>
        </p:txBody>
      </p:sp>
      <p:sp>
        <p:nvSpPr>
          <p:cNvPr id="65" name="Shape 62"/>
          <p:cNvSpPr/>
          <p:nvPr/>
        </p:nvSpPr>
        <p:spPr>
          <a:xfrm>
            <a:off x="3316239" y="5358384"/>
            <a:ext cx="475488" cy="237744"/>
          </a:xfrm>
          <a:prstGeom prst="rect">
            <a:avLst/>
          </a:prstGeom>
          <a:solidFill>
            <a:srgbClr val="22201F"/>
          </a:solidFill>
          <a:ln/>
        </p:spPr>
      </p:sp>
      <p:sp>
        <p:nvSpPr>
          <p:cNvPr id="66" name="Shape 63"/>
          <p:cNvSpPr/>
          <p:nvPr/>
        </p:nvSpPr>
        <p:spPr>
          <a:xfrm>
            <a:off x="3366531" y="5408676"/>
            <a:ext cx="374904" cy="137160"/>
          </a:xfrm>
          <a:prstGeom prst="rect">
            <a:avLst/>
          </a:prstGeom>
          <a:solidFill>
            <a:srgbClr val="F7D84A"/>
          </a:solidFill>
          <a:ln/>
        </p:spPr>
      </p:sp>
      <p:sp>
        <p:nvSpPr>
          <p:cNvPr id="67" name="Shape 64"/>
          <p:cNvSpPr/>
          <p:nvPr/>
        </p:nvSpPr>
        <p:spPr>
          <a:xfrm>
            <a:off x="3316239" y="5358384"/>
            <a:ext cx="50292" cy="50292"/>
          </a:xfrm>
          <a:prstGeom prst="rect">
            <a:avLst/>
          </a:prstGeom>
          <a:solidFill>
            <a:srgbClr val="0F1426"/>
          </a:solidFill>
          <a:ln/>
        </p:spPr>
      </p:sp>
      <p:sp>
        <p:nvSpPr>
          <p:cNvPr id="68" name="Shape 65"/>
          <p:cNvSpPr/>
          <p:nvPr/>
        </p:nvSpPr>
        <p:spPr>
          <a:xfrm>
            <a:off x="3741435" y="5358384"/>
            <a:ext cx="50292" cy="50292"/>
          </a:xfrm>
          <a:prstGeom prst="rect">
            <a:avLst/>
          </a:prstGeom>
          <a:solidFill>
            <a:srgbClr val="0F1426"/>
          </a:solidFill>
          <a:ln/>
        </p:spPr>
      </p:sp>
      <p:sp>
        <p:nvSpPr>
          <p:cNvPr id="69" name="Shape 66"/>
          <p:cNvSpPr/>
          <p:nvPr/>
        </p:nvSpPr>
        <p:spPr>
          <a:xfrm>
            <a:off x="3316239" y="5545836"/>
            <a:ext cx="50292" cy="50292"/>
          </a:xfrm>
          <a:prstGeom prst="rect">
            <a:avLst/>
          </a:prstGeom>
          <a:solidFill>
            <a:srgbClr val="0F1426"/>
          </a:solidFill>
          <a:ln/>
        </p:spPr>
      </p:sp>
      <p:sp>
        <p:nvSpPr>
          <p:cNvPr id="70" name="Shape 67"/>
          <p:cNvSpPr/>
          <p:nvPr/>
        </p:nvSpPr>
        <p:spPr>
          <a:xfrm>
            <a:off x="3741435" y="5545836"/>
            <a:ext cx="50292" cy="50292"/>
          </a:xfrm>
          <a:prstGeom prst="rect">
            <a:avLst/>
          </a:prstGeom>
          <a:solidFill>
            <a:srgbClr val="0F1426"/>
          </a:solidFill>
          <a:ln/>
        </p:spPr>
      </p:sp>
      <p:sp>
        <p:nvSpPr>
          <p:cNvPr id="71" name="Text 68"/>
          <p:cNvSpPr txBox="1"/>
          <p:nvPr/>
        </p:nvSpPr>
        <p:spPr>
          <a:xfrm>
            <a:off x="3316239"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F4</a:t>
            </a:r>
            <a:endParaRPr lang="ko-KR" sz="950" dirty="0"/>
          </a:p>
        </p:txBody>
      </p:sp>
      <p:sp>
        <p:nvSpPr>
          <p:cNvPr id="72" name="Text 69"/>
          <p:cNvSpPr txBox="1"/>
          <p:nvPr/>
        </p:nvSpPr>
        <p:spPr>
          <a:xfrm>
            <a:off x="3316239"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'시간 초과' 도장, 그 사건은</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놓친 것으로 처리.</a:t>
            </a:r>
            <a:endParaRPr lang="ko-KR" sz="1150" dirty="0"/>
          </a:p>
        </p:txBody>
      </p:sp>
      <p:sp>
        <p:nvSpPr>
          <p:cNvPr id="73" name="Shape 70"/>
          <p:cNvSpPr/>
          <p:nvPr/>
        </p:nvSpPr>
        <p:spPr>
          <a:xfrm>
            <a:off x="6300216" y="1581912"/>
            <a:ext cx="2127519" cy="4681728"/>
          </a:xfrm>
          <a:prstGeom prst="rect">
            <a:avLst/>
          </a:prstGeom>
          <a:solidFill>
            <a:srgbClr val="0B0F1E"/>
          </a:solidFill>
          <a:ln/>
        </p:spPr>
      </p:sp>
      <p:sp>
        <p:nvSpPr>
          <p:cNvPr id="74" name="Shape 71"/>
          <p:cNvSpPr/>
          <p:nvPr/>
        </p:nvSpPr>
        <p:spPr>
          <a:xfrm>
            <a:off x="6199632" y="1481328"/>
            <a:ext cx="2127519" cy="4681728"/>
          </a:xfrm>
          <a:prstGeom prst="rect">
            <a:avLst/>
          </a:prstGeom>
          <a:solidFill>
            <a:srgbClr val="3A4E7A"/>
          </a:solidFill>
          <a:ln/>
        </p:spPr>
      </p:sp>
      <p:sp>
        <p:nvSpPr>
          <p:cNvPr id="75" name="Shape 72"/>
          <p:cNvSpPr/>
          <p:nvPr/>
        </p:nvSpPr>
        <p:spPr>
          <a:xfrm>
            <a:off x="6249924" y="1531620"/>
            <a:ext cx="2026935" cy="4581144"/>
          </a:xfrm>
          <a:prstGeom prst="rect">
            <a:avLst/>
          </a:prstGeom>
          <a:solidFill>
            <a:srgbClr val="060A15"/>
          </a:solidFill>
          <a:ln/>
        </p:spPr>
      </p:sp>
      <p:sp>
        <p:nvSpPr>
          <p:cNvPr id="76" name="Shape 73"/>
          <p:cNvSpPr/>
          <p:nvPr/>
        </p:nvSpPr>
        <p:spPr>
          <a:xfrm>
            <a:off x="6199632" y="1481328"/>
            <a:ext cx="50292" cy="50292"/>
          </a:xfrm>
          <a:prstGeom prst="rect">
            <a:avLst/>
          </a:prstGeom>
          <a:solidFill>
            <a:srgbClr val="0F1426"/>
          </a:solidFill>
          <a:ln/>
        </p:spPr>
      </p:sp>
      <p:sp>
        <p:nvSpPr>
          <p:cNvPr id="77" name="Shape 74"/>
          <p:cNvSpPr/>
          <p:nvPr/>
        </p:nvSpPr>
        <p:spPr>
          <a:xfrm>
            <a:off x="8276859" y="1481328"/>
            <a:ext cx="50292" cy="50292"/>
          </a:xfrm>
          <a:prstGeom prst="rect">
            <a:avLst/>
          </a:prstGeom>
          <a:solidFill>
            <a:srgbClr val="0F1426"/>
          </a:solidFill>
          <a:ln/>
        </p:spPr>
      </p:sp>
      <p:sp>
        <p:nvSpPr>
          <p:cNvPr id="78" name="Shape 75"/>
          <p:cNvSpPr/>
          <p:nvPr/>
        </p:nvSpPr>
        <p:spPr>
          <a:xfrm>
            <a:off x="6199632" y="6112764"/>
            <a:ext cx="50292" cy="50292"/>
          </a:xfrm>
          <a:prstGeom prst="rect">
            <a:avLst/>
          </a:prstGeom>
          <a:solidFill>
            <a:srgbClr val="0F1426"/>
          </a:solidFill>
          <a:ln/>
        </p:spPr>
      </p:sp>
      <p:sp>
        <p:nvSpPr>
          <p:cNvPr id="79" name="Shape 76"/>
          <p:cNvSpPr/>
          <p:nvPr/>
        </p:nvSpPr>
        <p:spPr>
          <a:xfrm>
            <a:off x="8276859" y="6112764"/>
            <a:ext cx="50292" cy="50292"/>
          </a:xfrm>
          <a:prstGeom prst="rect">
            <a:avLst/>
          </a:prstGeom>
          <a:solidFill>
            <a:srgbClr val="0F1426"/>
          </a:solidFill>
          <a:ln/>
        </p:spPr>
      </p:sp>
      <p:sp>
        <p:nvSpPr>
          <p:cNvPr id="80" name="Shape 77"/>
          <p:cNvSpPr/>
          <p:nvPr/>
        </p:nvSpPr>
        <p:spPr>
          <a:xfrm>
            <a:off x="7034791" y="1545336"/>
            <a:ext cx="457200" cy="45720"/>
          </a:xfrm>
          <a:prstGeom prst="rect">
            <a:avLst/>
          </a:prstGeom>
          <a:solidFill>
            <a:srgbClr val="3A4E7A"/>
          </a:solidFill>
          <a:ln/>
        </p:spPr>
      </p:sp>
      <p:pic>
        <p:nvPicPr>
          <p:cNvPr id="81" name="Image 1" descr="랭킹 랭킹 화면 (HTML 시제품 캡처)">    </p:cNvPr>
          <p:cNvPicPr>
            <a:picLocks noChangeAspect="1"/>
          </p:cNvPicPr>
          <p:nvPr/>
        </p:nvPicPr>
        <p:blipFill>
          <a:blip r:embed="rId2"/>
          <a:stretch>
            <a:fillRect/>
          </a:stretch>
        </p:blipFill>
        <p:spPr>
          <a:xfrm>
            <a:off x="6272784" y="1636776"/>
            <a:ext cx="1981215" cy="4407408"/>
          </a:xfrm>
          <a:prstGeom prst="rect">
            <a:avLst/>
          </a:prstGeom>
        </p:spPr>
      </p:pic>
      <p:sp>
        <p:nvSpPr>
          <p:cNvPr id="82" name="Shape 78"/>
          <p:cNvSpPr/>
          <p:nvPr/>
        </p:nvSpPr>
        <p:spPr>
          <a:xfrm>
            <a:off x="8144271" y="2292770"/>
            <a:ext cx="256032" cy="256032"/>
          </a:xfrm>
          <a:prstGeom prst="rect">
            <a:avLst/>
          </a:prstGeom>
          <a:solidFill>
            <a:srgbClr val="22201F"/>
          </a:solidFill>
          <a:ln/>
        </p:spPr>
      </p:sp>
      <p:sp>
        <p:nvSpPr>
          <p:cNvPr id="83" name="Shape 79"/>
          <p:cNvSpPr/>
          <p:nvPr/>
        </p:nvSpPr>
        <p:spPr>
          <a:xfrm>
            <a:off x="8194563" y="2343062"/>
            <a:ext cx="155448" cy="155448"/>
          </a:xfrm>
          <a:prstGeom prst="rect">
            <a:avLst/>
          </a:prstGeom>
          <a:solidFill>
            <a:srgbClr val="E0503C"/>
          </a:solidFill>
          <a:ln/>
        </p:spPr>
      </p:sp>
      <p:sp>
        <p:nvSpPr>
          <p:cNvPr id="84" name="Text 80"/>
          <p:cNvSpPr txBox="1"/>
          <p:nvPr/>
        </p:nvSpPr>
        <p:spPr>
          <a:xfrm>
            <a:off x="8144271" y="2292770"/>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85" name="Shape 81"/>
          <p:cNvSpPr/>
          <p:nvPr/>
        </p:nvSpPr>
        <p:spPr>
          <a:xfrm>
            <a:off x="8144271" y="2668883"/>
            <a:ext cx="256032" cy="256032"/>
          </a:xfrm>
          <a:prstGeom prst="rect">
            <a:avLst/>
          </a:prstGeom>
          <a:solidFill>
            <a:srgbClr val="22201F"/>
          </a:solidFill>
          <a:ln/>
        </p:spPr>
      </p:sp>
      <p:sp>
        <p:nvSpPr>
          <p:cNvPr id="86" name="Shape 82"/>
          <p:cNvSpPr/>
          <p:nvPr/>
        </p:nvSpPr>
        <p:spPr>
          <a:xfrm>
            <a:off x="8194563" y="2719175"/>
            <a:ext cx="155448" cy="155448"/>
          </a:xfrm>
          <a:prstGeom prst="rect">
            <a:avLst/>
          </a:prstGeom>
          <a:solidFill>
            <a:srgbClr val="E0503C"/>
          </a:solidFill>
          <a:ln/>
        </p:spPr>
      </p:sp>
      <p:sp>
        <p:nvSpPr>
          <p:cNvPr id="87" name="Text 83"/>
          <p:cNvSpPr txBox="1"/>
          <p:nvPr/>
        </p:nvSpPr>
        <p:spPr>
          <a:xfrm>
            <a:off x="8144271" y="2668883"/>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88" name="Shape 84"/>
          <p:cNvSpPr/>
          <p:nvPr/>
        </p:nvSpPr>
        <p:spPr>
          <a:xfrm>
            <a:off x="8144271" y="3807817"/>
            <a:ext cx="256032" cy="256032"/>
          </a:xfrm>
          <a:prstGeom prst="rect">
            <a:avLst/>
          </a:prstGeom>
          <a:solidFill>
            <a:srgbClr val="22201F"/>
          </a:solidFill>
          <a:ln/>
        </p:spPr>
      </p:sp>
      <p:sp>
        <p:nvSpPr>
          <p:cNvPr id="89" name="Shape 85"/>
          <p:cNvSpPr/>
          <p:nvPr/>
        </p:nvSpPr>
        <p:spPr>
          <a:xfrm>
            <a:off x="8194563" y="3858109"/>
            <a:ext cx="155448" cy="155448"/>
          </a:xfrm>
          <a:prstGeom prst="rect">
            <a:avLst/>
          </a:prstGeom>
          <a:solidFill>
            <a:srgbClr val="E0503C"/>
          </a:solidFill>
          <a:ln/>
        </p:spPr>
      </p:sp>
      <p:sp>
        <p:nvSpPr>
          <p:cNvPr id="90" name="Text 86"/>
          <p:cNvSpPr txBox="1"/>
          <p:nvPr/>
        </p:nvSpPr>
        <p:spPr>
          <a:xfrm>
            <a:off x="8144271" y="3807817"/>
            <a:ext cx="256032" cy="25603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91" name="Shape 87"/>
          <p:cNvSpPr/>
          <p:nvPr/>
        </p:nvSpPr>
        <p:spPr>
          <a:xfrm>
            <a:off x="8583183" y="1536192"/>
            <a:ext cx="786384" cy="274320"/>
          </a:xfrm>
          <a:prstGeom prst="rect">
            <a:avLst/>
          </a:prstGeom>
          <a:solidFill>
            <a:srgbClr val="22201F"/>
          </a:solidFill>
          <a:ln/>
        </p:spPr>
      </p:sp>
      <p:sp>
        <p:nvSpPr>
          <p:cNvPr id="92" name="Shape 88"/>
          <p:cNvSpPr/>
          <p:nvPr/>
        </p:nvSpPr>
        <p:spPr>
          <a:xfrm>
            <a:off x="8633475" y="1586484"/>
            <a:ext cx="685800" cy="173736"/>
          </a:xfrm>
          <a:prstGeom prst="rect">
            <a:avLst/>
          </a:prstGeom>
          <a:solidFill>
            <a:srgbClr val="F7D84A"/>
          </a:solidFill>
          <a:ln/>
        </p:spPr>
      </p:sp>
      <p:sp>
        <p:nvSpPr>
          <p:cNvPr id="93" name="Shape 89"/>
          <p:cNvSpPr/>
          <p:nvPr/>
        </p:nvSpPr>
        <p:spPr>
          <a:xfrm>
            <a:off x="8583183" y="1536192"/>
            <a:ext cx="50292" cy="50292"/>
          </a:xfrm>
          <a:prstGeom prst="rect">
            <a:avLst/>
          </a:prstGeom>
          <a:solidFill>
            <a:srgbClr val="0F1426"/>
          </a:solidFill>
          <a:ln/>
        </p:spPr>
      </p:sp>
      <p:sp>
        <p:nvSpPr>
          <p:cNvPr id="94" name="Shape 90"/>
          <p:cNvSpPr/>
          <p:nvPr/>
        </p:nvSpPr>
        <p:spPr>
          <a:xfrm>
            <a:off x="9319275" y="1536192"/>
            <a:ext cx="50292" cy="50292"/>
          </a:xfrm>
          <a:prstGeom prst="rect">
            <a:avLst/>
          </a:prstGeom>
          <a:solidFill>
            <a:srgbClr val="0F1426"/>
          </a:solidFill>
          <a:ln/>
        </p:spPr>
      </p:sp>
      <p:sp>
        <p:nvSpPr>
          <p:cNvPr id="95" name="Shape 91"/>
          <p:cNvSpPr/>
          <p:nvPr/>
        </p:nvSpPr>
        <p:spPr>
          <a:xfrm>
            <a:off x="8583183" y="1760220"/>
            <a:ext cx="50292" cy="50292"/>
          </a:xfrm>
          <a:prstGeom prst="rect">
            <a:avLst/>
          </a:prstGeom>
          <a:solidFill>
            <a:srgbClr val="0F1426"/>
          </a:solidFill>
          <a:ln/>
        </p:spPr>
      </p:sp>
      <p:sp>
        <p:nvSpPr>
          <p:cNvPr id="96" name="Shape 92"/>
          <p:cNvSpPr/>
          <p:nvPr/>
        </p:nvSpPr>
        <p:spPr>
          <a:xfrm>
            <a:off x="9319275" y="1760220"/>
            <a:ext cx="50292" cy="50292"/>
          </a:xfrm>
          <a:prstGeom prst="rect">
            <a:avLst/>
          </a:prstGeom>
          <a:solidFill>
            <a:srgbClr val="0F1426"/>
          </a:solidFill>
          <a:ln/>
        </p:spPr>
      </p:sp>
      <p:sp>
        <p:nvSpPr>
          <p:cNvPr id="97" name="Text 93"/>
          <p:cNvSpPr txBox="1"/>
          <p:nvPr/>
        </p:nvSpPr>
        <p:spPr>
          <a:xfrm>
            <a:off x="8583183" y="1536192"/>
            <a:ext cx="786384" cy="274320"/>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랭킹</a:t>
            </a:r>
            <a:endParaRPr lang="ko-KR" sz="1100" dirty="0"/>
          </a:p>
        </p:txBody>
      </p:sp>
      <p:sp>
        <p:nvSpPr>
          <p:cNvPr id="98" name="Text 94"/>
          <p:cNvSpPr txBox="1"/>
          <p:nvPr/>
        </p:nvSpPr>
        <p:spPr>
          <a:xfrm>
            <a:off x="9479295" y="1536192"/>
            <a:ext cx="1938528" cy="274320"/>
          </a:xfrm>
          <a:prstGeom prst="rect">
            <a:avLst/>
          </a:prstGeom>
          <a:noFill/>
          <a:ln/>
        </p:spPr>
        <p:txBody>
          <a:bodyPr wrap="square" lIns="0" tIns="0" rIns="0" bIns="0" rtlCol="0" anchor="ctr"/>
          <a:lstStyle/>
          <a:p>
            <a:pPr indent="0" marL="0">
              <a:buNone/>
            </a:pPr>
            <a:r>
              <a:rPr lang="ko-KR" altLang="en-US" sz="1100" dirty="0">
                <a:solidFill>
                  <a:srgbClr val="B9C6E2"/>
                </a:solidFill>
                <a:latin typeface="Galmuri11" pitchFamily="34" charset="0"/>
                <a:ea typeface="Galmuri11" pitchFamily="34" charset="-122"/>
                <a:cs typeface="Galmuri11" pitchFamily="34" charset="-120"/>
              </a:rPr>
              <a:t>난이도별</a:t>
            </a:r>
            <a:endParaRPr lang="ko-KR" sz="1100" dirty="0"/>
          </a:p>
        </p:txBody>
      </p:sp>
      <p:sp>
        <p:nvSpPr>
          <p:cNvPr id="99" name="Text 95"/>
          <p:cNvSpPr txBox="1"/>
          <p:nvPr/>
        </p:nvSpPr>
        <p:spPr>
          <a:xfrm>
            <a:off x="8583183" y="1920240"/>
            <a:ext cx="2852928" cy="457200"/>
          </a:xfrm>
          <a:prstGeom prst="rect">
            <a:avLst/>
          </a:prstGeom>
          <a:noFill/>
          <a:ln/>
        </p:spPr>
        <p:txBody>
          <a:bodyPr wrap="square" lIns="0" tIns="0" rIns="0" bIns="0" rtlCol="0" anchor="ctr"/>
          <a:lstStyle/>
          <a:p>
            <a:pPr indent="0" marL="0">
              <a:buNone/>
            </a:pPr>
            <a:r>
              <a:rPr lang="ko-KR" altLang="en-US" sz="2000" dirty="0">
                <a:solidFill>
                  <a:srgbClr val="FFFFFF"/>
                </a:solidFill>
                <a:latin typeface="Galmuri14" pitchFamily="34" charset="0"/>
                <a:ea typeface="Galmuri14" pitchFamily="34" charset="-122"/>
                <a:cs typeface="Galmuri14" pitchFamily="34" charset="-120"/>
              </a:rPr>
              <a:t>랭킹</a:t>
            </a:r>
            <a:endParaRPr lang="ko-KR" sz="2000" dirty="0"/>
          </a:p>
        </p:txBody>
      </p:sp>
      <p:sp>
        <p:nvSpPr>
          <p:cNvPr id="100" name="Shape 96"/>
          <p:cNvSpPr/>
          <p:nvPr/>
        </p:nvSpPr>
        <p:spPr>
          <a:xfrm>
            <a:off x="8583183" y="2624328"/>
            <a:ext cx="274320" cy="274320"/>
          </a:xfrm>
          <a:prstGeom prst="rect">
            <a:avLst/>
          </a:prstGeom>
          <a:solidFill>
            <a:srgbClr val="22201F"/>
          </a:solidFill>
          <a:ln/>
        </p:spPr>
      </p:sp>
      <p:sp>
        <p:nvSpPr>
          <p:cNvPr id="101" name="Shape 97"/>
          <p:cNvSpPr/>
          <p:nvPr/>
        </p:nvSpPr>
        <p:spPr>
          <a:xfrm>
            <a:off x="8633475" y="2674620"/>
            <a:ext cx="173736" cy="173736"/>
          </a:xfrm>
          <a:prstGeom prst="rect">
            <a:avLst/>
          </a:prstGeom>
          <a:solidFill>
            <a:srgbClr val="E0503C"/>
          </a:solidFill>
          <a:ln/>
        </p:spPr>
      </p:sp>
      <p:sp>
        <p:nvSpPr>
          <p:cNvPr id="102" name="Text 98"/>
          <p:cNvSpPr txBox="1"/>
          <p:nvPr/>
        </p:nvSpPr>
        <p:spPr>
          <a:xfrm>
            <a:off x="8583183" y="262432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1</a:t>
            </a:r>
            <a:endParaRPr lang="ko-KR" sz="1200" dirty="0"/>
          </a:p>
        </p:txBody>
      </p:sp>
      <p:sp>
        <p:nvSpPr>
          <p:cNvPr id="103" name="Text 99"/>
          <p:cNvSpPr txBox="1"/>
          <p:nvPr/>
        </p:nvSpPr>
        <p:spPr>
          <a:xfrm>
            <a:off x="8967231" y="261518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난이도 탭 4개</a:t>
            </a:r>
            <a:endParaRPr lang="ko-KR" sz="1400" dirty="0"/>
          </a:p>
        </p:txBody>
      </p:sp>
      <p:sp>
        <p:nvSpPr>
          <p:cNvPr id="104" name="Shape 100"/>
          <p:cNvSpPr/>
          <p:nvPr/>
        </p:nvSpPr>
        <p:spPr>
          <a:xfrm>
            <a:off x="8967231" y="2980944"/>
            <a:ext cx="475488" cy="237744"/>
          </a:xfrm>
          <a:prstGeom prst="rect">
            <a:avLst/>
          </a:prstGeom>
          <a:solidFill>
            <a:srgbClr val="22201F"/>
          </a:solidFill>
          <a:ln/>
        </p:spPr>
      </p:sp>
      <p:sp>
        <p:nvSpPr>
          <p:cNvPr id="105" name="Shape 101"/>
          <p:cNvSpPr/>
          <p:nvPr/>
        </p:nvSpPr>
        <p:spPr>
          <a:xfrm>
            <a:off x="9017523" y="3031236"/>
            <a:ext cx="374904" cy="137160"/>
          </a:xfrm>
          <a:prstGeom prst="rect">
            <a:avLst/>
          </a:prstGeom>
          <a:solidFill>
            <a:srgbClr val="3FBF6F"/>
          </a:solidFill>
          <a:ln/>
        </p:spPr>
      </p:sp>
      <p:sp>
        <p:nvSpPr>
          <p:cNvPr id="106" name="Shape 102"/>
          <p:cNvSpPr/>
          <p:nvPr/>
        </p:nvSpPr>
        <p:spPr>
          <a:xfrm>
            <a:off x="8967231" y="2980944"/>
            <a:ext cx="50292" cy="50292"/>
          </a:xfrm>
          <a:prstGeom prst="rect">
            <a:avLst/>
          </a:prstGeom>
          <a:solidFill>
            <a:srgbClr val="0F1426"/>
          </a:solidFill>
          <a:ln/>
        </p:spPr>
      </p:sp>
      <p:sp>
        <p:nvSpPr>
          <p:cNvPr id="107" name="Shape 103"/>
          <p:cNvSpPr/>
          <p:nvPr/>
        </p:nvSpPr>
        <p:spPr>
          <a:xfrm>
            <a:off x="9392427" y="2980944"/>
            <a:ext cx="50292" cy="50292"/>
          </a:xfrm>
          <a:prstGeom prst="rect">
            <a:avLst/>
          </a:prstGeom>
          <a:solidFill>
            <a:srgbClr val="0F1426"/>
          </a:solidFill>
          <a:ln/>
        </p:spPr>
      </p:sp>
      <p:sp>
        <p:nvSpPr>
          <p:cNvPr id="108" name="Shape 104"/>
          <p:cNvSpPr/>
          <p:nvPr/>
        </p:nvSpPr>
        <p:spPr>
          <a:xfrm>
            <a:off x="8967231" y="3168396"/>
            <a:ext cx="50292" cy="50292"/>
          </a:xfrm>
          <a:prstGeom prst="rect">
            <a:avLst/>
          </a:prstGeom>
          <a:solidFill>
            <a:srgbClr val="0F1426"/>
          </a:solidFill>
          <a:ln/>
        </p:spPr>
      </p:sp>
      <p:sp>
        <p:nvSpPr>
          <p:cNvPr id="109" name="Shape 105"/>
          <p:cNvSpPr/>
          <p:nvPr/>
        </p:nvSpPr>
        <p:spPr>
          <a:xfrm>
            <a:off x="9392427" y="3168396"/>
            <a:ext cx="50292" cy="50292"/>
          </a:xfrm>
          <a:prstGeom prst="rect">
            <a:avLst/>
          </a:prstGeom>
          <a:solidFill>
            <a:srgbClr val="0F1426"/>
          </a:solidFill>
          <a:ln/>
        </p:spPr>
      </p:sp>
      <p:sp>
        <p:nvSpPr>
          <p:cNvPr id="110" name="Text 106"/>
          <p:cNvSpPr txBox="1"/>
          <p:nvPr/>
        </p:nvSpPr>
        <p:spPr>
          <a:xfrm>
            <a:off x="8967231" y="298094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111" name="Text 107"/>
          <p:cNvSpPr txBox="1"/>
          <p:nvPr/>
        </p:nvSpPr>
        <p:spPr>
          <a:xfrm>
            <a:off x="8967231" y="327355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같은 난이도끼리만</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순위를 비교해요.</a:t>
            </a:r>
            <a:endParaRPr lang="ko-KR" sz="1150" dirty="0"/>
          </a:p>
        </p:txBody>
      </p:sp>
      <p:sp>
        <p:nvSpPr>
          <p:cNvPr id="112" name="Shape 108"/>
          <p:cNvSpPr/>
          <p:nvPr/>
        </p:nvSpPr>
        <p:spPr>
          <a:xfrm>
            <a:off x="8583183" y="3813048"/>
            <a:ext cx="274320" cy="274320"/>
          </a:xfrm>
          <a:prstGeom prst="rect">
            <a:avLst/>
          </a:prstGeom>
          <a:solidFill>
            <a:srgbClr val="22201F"/>
          </a:solidFill>
          <a:ln/>
        </p:spPr>
      </p:sp>
      <p:sp>
        <p:nvSpPr>
          <p:cNvPr id="113" name="Shape 109"/>
          <p:cNvSpPr/>
          <p:nvPr/>
        </p:nvSpPr>
        <p:spPr>
          <a:xfrm>
            <a:off x="8633475" y="3863340"/>
            <a:ext cx="173736" cy="173736"/>
          </a:xfrm>
          <a:prstGeom prst="rect">
            <a:avLst/>
          </a:prstGeom>
          <a:solidFill>
            <a:srgbClr val="E0503C"/>
          </a:solidFill>
          <a:ln/>
        </p:spPr>
      </p:sp>
      <p:sp>
        <p:nvSpPr>
          <p:cNvPr id="114" name="Text 110"/>
          <p:cNvSpPr txBox="1"/>
          <p:nvPr/>
        </p:nvSpPr>
        <p:spPr>
          <a:xfrm>
            <a:off x="8583183" y="381304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2</a:t>
            </a:r>
            <a:endParaRPr lang="ko-KR" sz="1200" dirty="0"/>
          </a:p>
        </p:txBody>
      </p:sp>
      <p:sp>
        <p:nvSpPr>
          <p:cNvPr id="115" name="Text 111"/>
          <p:cNvSpPr txBox="1"/>
          <p:nvPr/>
        </p:nvSpPr>
        <p:spPr>
          <a:xfrm>
            <a:off x="8967231" y="380390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방금 기록 강조</a:t>
            </a:r>
            <a:endParaRPr lang="ko-KR" sz="1400" dirty="0"/>
          </a:p>
        </p:txBody>
      </p:sp>
      <p:sp>
        <p:nvSpPr>
          <p:cNvPr id="116" name="Shape 112"/>
          <p:cNvSpPr/>
          <p:nvPr/>
        </p:nvSpPr>
        <p:spPr>
          <a:xfrm>
            <a:off x="8967231" y="4169664"/>
            <a:ext cx="475488" cy="237744"/>
          </a:xfrm>
          <a:prstGeom prst="rect">
            <a:avLst/>
          </a:prstGeom>
          <a:solidFill>
            <a:srgbClr val="22201F"/>
          </a:solidFill>
          <a:ln/>
        </p:spPr>
      </p:sp>
      <p:sp>
        <p:nvSpPr>
          <p:cNvPr id="117" name="Shape 113"/>
          <p:cNvSpPr/>
          <p:nvPr/>
        </p:nvSpPr>
        <p:spPr>
          <a:xfrm>
            <a:off x="9017523" y="4219956"/>
            <a:ext cx="374904" cy="137160"/>
          </a:xfrm>
          <a:prstGeom prst="rect">
            <a:avLst/>
          </a:prstGeom>
          <a:solidFill>
            <a:srgbClr val="3FBF6F"/>
          </a:solidFill>
          <a:ln/>
        </p:spPr>
      </p:sp>
      <p:sp>
        <p:nvSpPr>
          <p:cNvPr id="118" name="Shape 114"/>
          <p:cNvSpPr/>
          <p:nvPr/>
        </p:nvSpPr>
        <p:spPr>
          <a:xfrm>
            <a:off x="8967231" y="4169664"/>
            <a:ext cx="50292" cy="50292"/>
          </a:xfrm>
          <a:prstGeom prst="rect">
            <a:avLst/>
          </a:prstGeom>
          <a:solidFill>
            <a:srgbClr val="0F1426"/>
          </a:solidFill>
          <a:ln/>
        </p:spPr>
      </p:sp>
      <p:sp>
        <p:nvSpPr>
          <p:cNvPr id="119" name="Shape 115"/>
          <p:cNvSpPr/>
          <p:nvPr/>
        </p:nvSpPr>
        <p:spPr>
          <a:xfrm>
            <a:off x="9392427" y="4169664"/>
            <a:ext cx="50292" cy="50292"/>
          </a:xfrm>
          <a:prstGeom prst="rect">
            <a:avLst/>
          </a:prstGeom>
          <a:solidFill>
            <a:srgbClr val="0F1426"/>
          </a:solidFill>
          <a:ln/>
        </p:spPr>
      </p:sp>
      <p:sp>
        <p:nvSpPr>
          <p:cNvPr id="120" name="Shape 116"/>
          <p:cNvSpPr/>
          <p:nvPr/>
        </p:nvSpPr>
        <p:spPr>
          <a:xfrm>
            <a:off x="8967231" y="4357116"/>
            <a:ext cx="50292" cy="50292"/>
          </a:xfrm>
          <a:prstGeom prst="rect">
            <a:avLst/>
          </a:prstGeom>
          <a:solidFill>
            <a:srgbClr val="0F1426"/>
          </a:solidFill>
          <a:ln/>
        </p:spPr>
      </p:sp>
      <p:sp>
        <p:nvSpPr>
          <p:cNvPr id="121" name="Shape 117"/>
          <p:cNvSpPr/>
          <p:nvPr/>
        </p:nvSpPr>
        <p:spPr>
          <a:xfrm>
            <a:off x="9392427" y="4357116"/>
            <a:ext cx="50292" cy="50292"/>
          </a:xfrm>
          <a:prstGeom prst="rect">
            <a:avLst/>
          </a:prstGeom>
          <a:solidFill>
            <a:srgbClr val="0F1426"/>
          </a:solidFill>
          <a:ln/>
        </p:spPr>
      </p:sp>
      <p:sp>
        <p:nvSpPr>
          <p:cNvPr id="122" name="Text 118"/>
          <p:cNvSpPr txBox="1"/>
          <p:nvPr/>
        </p:nvSpPr>
        <p:spPr>
          <a:xfrm>
            <a:off x="8967231" y="416966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123" name="Text 119"/>
          <p:cNvSpPr txBox="1"/>
          <p:nvPr/>
        </p:nvSpPr>
        <p:spPr>
          <a:xfrm>
            <a:off x="8967231" y="446227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점수 = 판정 점수 + 시간 보너스</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(맞힌 사건의 남은 초).</a:t>
            </a:r>
            <a:endParaRPr lang="ko-KR" sz="1150" dirty="0"/>
          </a:p>
        </p:txBody>
      </p:sp>
      <p:sp>
        <p:nvSpPr>
          <p:cNvPr id="124" name="Shape 120"/>
          <p:cNvSpPr/>
          <p:nvPr/>
        </p:nvSpPr>
        <p:spPr>
          <a:xfrm>
            <a:off x="8583183" y="5001768"/>
            <a:ext cx="274320" cy="274320"/>
          </a:xfrm>
          <a:prstGeom prst="rect">
            <a:avLst/>
          </a:prstGeom>
          <a:solidFill>
            <a:srgbClr val="22201F"/>
          </a:solidFill>
          <a:ln/>
        </p:spPr>
      </p:sp>
      <p:sp>
        <p:nvSpPr>
          <p:cNvPr id="125" name="Shape 121"/>
          <p:cNvSpPr/>
          <p:nvPr/>
        </p:nvSpPr>
        <p:spPr>
          <a:xfrm>
            <a:off x="8633475" y="5052060"/>
            <a:ext cx="173736" cy="173736"/>
          </a:xfrm>
          <a:prstGeom prst="rect">
            <a:avLst/>
          </a:prstGeom>
          <a:solidFill>
            <a:srgbClr val="E0503C"/>
          </a:solidFill>
          <a:ln/>
        </p:spPr>
      </p:sp>
      <p:sp>
        <p:nvSpPr>
          <p:cNvPr id="126" name="Text 122"/>
          <p:cNvSpPr txBox="1"/>
          <p:nvPr/>
        </p:nvSpPr>
        <p:spPr>
          <a:xfrm>
            <a:off x="8583183" y="5001768"/>
            <a:ext cx="274320" cy="274320"/>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Galmuri11" pitchFamily="34" charset="0"/>
                <a:ea typeface="Galmuri11" pitchFamily="34" charset="-122"/>
                <a:cs typeface="Galmuri11" pitchFamily="34" charset="-120"/>
              </a:rPr>
              <a:t>3</a:t>
            </a:r>
            <a:endParaRPr lang="ko-KR" sz="1200" dirty="0"/>
          </a:p>
        </p:txBody>
      </p:sp>
      <p:sp>
        <p:nvSpPr>
          <p:cNvPr id="127" name="Text 123"/>
          <p:cNvSpPr txBox="1"/>
          <p:nvPr/>
        </p:nvSpPr>
        <p:spPr>
          <a:xfrm>
            <a:off x="8967231" y="4992624"/>
            <a:ext cx="2468880" cy="310896"/>
          </a:xfrm>
          <a:prstGeom prst="rect">
            <a:avLst/>
          </a:prstGeom>
          <a:noFill/>
          <a:ln/>
        </p:spPr>
        <p:txBody>
          <a:bodyPr wrap="square" lIns="0" tIns="0" rIns="0" bIns="0" rtlCol="0" anchor="ctr">
            <a:normAutofit/>
          </a:bodyP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1단계 기기 안 → 2단계 서버</a:t>
            </a:r>
            <a:endParaRPr lang="ko-KR" sz="1400" dirty="0"/>
          </a:p>
        </p:txBody>
      </p:sp>
      <p:sp>
        <p:nvSpPr>
          <p:cNvPr id="128" name="Shape 124"/>
          <p:cNvSpPr/>
          <p:nvPr/>
        </p:nvSpPr>
        <p:spPr>
          <a:xfrm>
            <a:off x="8967231" y="5358384"/>
            <a:ext cx="475488" cy="237744"/>
          </a:xfrm>
          <a:prstGeom prst="rect">
            <a:avLst/>
          </a:prstGeom>
          <a:solidFill>
            <a:srgbClr val="22201F"/>
          </a:solidFill>
          <a:ln/>
        </p:spPr>
      </p:sp>
      <p:sp>
        <p:nvSpPr>
          <p:cNvPr id="129" name="Shape 125"/>
          <p:cNvSpPr/>
          <p:nvPr/>
        </p:nvSpPr>
        <p:spPr>
          <a:xfrm>
            <a:off x="9017523" y="5408676"/>
            <a:ext cx="374904" cy="137160"/>
          </a:xfrm>
          <a:prstGeom prst="rect">
            <a:avLst/>
          </a:prstGeom>
          <a:solidFill>
            <a:srgbClr val="3FBF6F"/>
          </a:solidFill>
          <a:ln/>
        </p:spPr>
      </p:sp>
      <p:sp>
        <p:nvSpPr>
          <p:cNvPr id="130" name="Shape 126"/>
          <p:cNvSpPr/>
          <p:nvPr/>
        </p:nvSpPr>
        <p:spPr>
          <a:xfrm>
            <a:off x="8967231" y="5358384"/>
            <a:ext cx="50292" cy="50292"/>
          </a:xfrm>
          <a:prstGeom prst="rect">
            <a:avLst/>
          </a:prstGeom>
          <a:solidFill>
            <a:srgbClr val="0F1426"/>
          </a:solidFill>
          <a:ln/>
        </p:spPr>
      </p:sp>
      <p:sp>
        <p:nvSpPr>
          <p:cNvPr id="131" name="Shape 127"/>
          <p:cNvSpPr/>
          <p:nvPr/>
        </p:nvSpPr>
        <p:spPr>
          <a:xfrm>
            <a:off x="9392427" y="5358384"/>
            <a:ext cx="50292" cy="50292"/>
          </a:xfrm>
          <a:prstGeom prst="rect">
            <a:avLst/>
          </a:prstGeom>
          <a:solidFill>
            <a:srgbClr val="0F1426"/>
          </a:solidFill>
          <a:ln/>
        </p:spPr>
      </p:sp>
      <p:sp>
        <p:nvSpPr>
          <p:cNvPr id="132" name="Shape 128"/>
          <p:cNvSpPr/>
          <p:nvPr/>
        </p:nvSpPr>
        <p:spPr>
          <a:xfrm>
            <a:off x="8967231" y="5545836"/>
            <a:ext cx="50292" cy="50292"/>
          </a:xfrm>
          <a:prstGeom prst="rect">
            <a:avLst/>
          </a:prstGeom>
          <a:solidFill>
            <a:srgbClr val="0F1426"/>
          </a:solidFill>
          <a:ln/>
        </p:spPr>
      </p:sp>
      <p:sp>
        <p:nvSpPr>
          <p:cNvPr id="133" name="Shape 129"/>
          <p:cNvSpPr/>
          <p:nvPr/>
        </p:nvSpPr>
        <p:spPr>
          <a:xfrm>
            <a:off x="9392427" y="5545836"/>
            <a:ext cx="50292" cy="50292"/>
          </a:xfrm>
          <a:prstGeom prst="rect">
            <a:avLst/>
          </a:prstGeom>
          <a:solidFill>
            <a:srgbClr val="0F1426"/>
          </a:solidFill>
          <a:ln/>
        </p:spPr>
      </p:sp>
      <p:sp>
        <p:nvSpPr>
          <p:cNvPr id="134" name="Text 130"/>
          <p:cNvSpPr txBox="1"/>
          <p:nvPr/>
        </p:nvSpPr>
        <p:spPr>
          <a:xfrm>
            <a:off x="8967231" y="5358384"/>
            <a:ext cx="475488" cy="237744"/>
          </a:xfrm>
          <a:prstGeom prst="rect">
            <a:avLst/>
          </a:prstGeom>
          <a:noFill/>
          <a:ln/>
        </p:spPr>
        <p:txBody>
          <a:bodyPr wrap="square" lIns="0" tIns="0" rIns="0" bIns="0" rtlCol="0" anchor="ctr"/>
          <a:lstStyle/>
          <a:p>
            <a:pPr algn="ctr" indent="0" marL="0">
              <a:buNone/>
            </a:pPr>
            <a:r>
              <a:rPr lang="ko-KR" altLang="en-US" sz="950" b="1" dirty="0">
                <a:solidFill>
                  <a:srgbClr val="22201F"/>
                </a:solidFill>
                <a:latin typeface="Galmuri11" pitchFamily="34" charset="0"/>
                <a:ea typeface="Galmuri11" pitchFamily="34" charset="-122"/>
                <a:cs typeface="Galmuri11" pitchFamily="34" charset="-120"/>
              </a:rPr>
              <a:t>F6</a:t>
            </a:r>
            <a:endParaRPr lang="ko-KR" sz="950" dirty="0"/>
          </a:p>
        </p:txBody>
      </p:sp>
      <p:sp>
        <p:nvSpPr>
          <p:cNvPr id="135" name="Text 131"/>
          <p:cNvSpPr txBox="1"/>
          <p:nvPr/>
        </p:nvSpPr>
        <p:spPr>
          <a:xfrm>
            <a:off x="8967231" y="5650992"/>
            <a:ext cx="2468880" cy="512064"/>
          </a:xfrm>
          <a:prstGeom prst="rect">
            <a:avLst/>
          </a:prstGeom>
          <a:noFill/>
          <a:ln/>
        </p:spPr>
        <p:txBody>
          <a:bodyPr wrap="square" lIns="0" tIns="0" rIns="0" bIns="0" rtlCol="0" anchor="t"/>
          <a:lstStyle/>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보안 사고 기록은 올리지 않고,</a:t>
            </a:r>
            <a:endParaRPr lang="ko-KR" sz="1150" dirty="0"/>
          </a:p>
          <a:p>
            <a:pPr indent="0" marL="0">
              <a:lnSpc>
                <a:spcPct val="105000"/>
              </a:lnSpc>
              <a:buNone/>
            </a:pPr>
            <a:r>
              <a:rPr lang="ko-KR" altLang="en-US" sz="1150" dirty="0">
                <a:solidFill>
                  <a:srgbClr val="B9C6E2"/>
                </a:solidFill>
                <a:latin typeface="맑은 고딕" pitchFamily="34" charset="0"/>
                <a:ea typeface="맑은 고딕" pitchFamily="34" charset="-122"/>
                <a:cs typeface="맑은 고딕" pitchFamily="34" charset="-120"/>
              </a:rPr>
              <a:t>서버가 점수를 다시 계산.</a:t>
            </a:r>
            <a:endParaRPr lang="ko-KR" sz="11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29184"/>
            <a:ext cx="1481328" cy="310896"/>
          </a:xfrm>
          <a:prstGeom prst="rect">
            <a:avLst/>
          </a:prstGeom>
          <a:solidFill>
            <a:srgbClr val="22201F"/>
          </a:solidFill>
          <a:ln/>
        </p:spPr>
      </p:sp>
      <p:sp>
        <p:nvSpPr>
          <p:cNvPr id="3" name="Shape 1"/>
          <p:cNvSpPr/>
          <p:nvPr/>
        </p:nvSpPr>
        <p:spPr>
          <a:xfrm>
            <a:off x="598932" y="379476"/>
            <a:ext cx="1380744"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979676"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979676" y="589788"/>
            <a:ext cx="50292" cy="50292"/>
          </a:xfrm>
          <a:prstGeom prst="rect">
            <a:avLst/>
          </a:prstGeom>
          <a:solidFill>
            <a:srgbClr val="0F1426"/>
          </a:solidFill>
          <a:ln/>
        </p:spPr>
      </p:sp>
      <p:sp>
        <p:nvSpPr>
          <p:cNvPr id="8" name="Text 6"/>
          <p:cNvSpPr txBox="1"/>
          <p:nvPr/>
        </p:nvSpPr>
        <p:spPr>
          <a:xfrm>
            <a:off x="548640" y="329184"/>
            <a:ext cx="1481328"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난이도 설계</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화면은 똑같이, 사건만 어렵게</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1143000"/>
                <a:gridCol w="2331720"/>
                <a:gridCol w="2834640"/>
                <a:gridCol w="2724912"/>
                <a:gridCol w="1005840"/>
                <a:gridCol w="1051560"/>
              </a:tblGrid>
              <a:tr h="530352">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난이도</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들어오는 사건</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필요한 판단</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시제품 사건</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경쟁 시간</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c>
                  <a:txBody>
                    <a:bodyPr/>
                    <a:lstStyle/>
                    <a:p>
                      <a:pPr indent="0" marL="0">
                        <a:buNone/>
                      </a:pPr>
                      <a:r>
                        <a:rPr lang="en-US" sz="1250" b="1" dirty="0">
                          <a:solidFill>
                            <a:srgbClr val="FFFFFF"/>
                          </a:solidFill>
                          <a:latin typeface="Galmuri11" pitchFamily="34" charset="0"/>
                          <a:ea typeface="Galmuri11" pitchFamily="34" charset="-122"/>
                          <a:cs typeface="Galmuri11" pitchFamily="34" charset="-120"/>
                        </a:rPr>
                        <a:t>열림</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A4E7A"/>
                    </a:solidFill>
                  </a:tcPr>
                </a:tc>
              </a:tr>
              <a:tr h="530352">
                <a:tc>
                  <a:txBody>
                    <a:bodyPr/>
                    <a:lstStyle/>
                    <a:p>
                      <a:pPr indent="0" marL="0">
                        <a:buNone/>
                      </a:pPr>
                      <a:r>
                        <a:rPr lang="en-US" sz="1250" b="1" dirty="0">
                          <a:solidFill>
                            <a:srgbClr val="22201F"/>
                          </a:solidFill>
                          <a:latin typeface="Galmuri11" pitchFamily="34" charset="0"/>
                          <a:ea typeface="Galmuri11" pitchFamily="34" charset="-122"/>
                          <a:cs typeface="Galmuri11" pitchFamily="34" charset="-120"/>
                        </a:rPr>
                        <a:t>쉬움</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3FBF6F"/>
                    </a:solidFill>
                  </a:tcPr>
                </a:tc>
                <a:tc>
                  <a:txBody>
                    <a:bodyPr/>
                    <a:lstStyle/>
                    <a:p>
                      <a:pPr algn="l" indent="0" marL="0">
                        <a:buNone/>
                      </a:pPr>
                      <a:r>
                        <a:rPr lang="en-US" sz="1250" b="1" dirty="0">
                          <a:solidFill>
                            <a:srgbClr val="FFFFFF"/>
                          </a:solidFill>
                          <a:latin typeface="맑은 고딕" pitchFamily="34" charset="0"/>
                          <a:ea typeface="맑은 고딕" pitchFamily="34" charset="-122"/>
                          <a:cs typeface="맑은 고딕" pitchFamily="34" charset="-120"/>
                        </a:rPr>
                        <a:t>문자 · 메시지 한 통</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서류 2~3장 대조, 승인·거부</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택배 문자, 사진 압축 파일</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60초</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처음부터</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r>
              <a:tr h="530352">
                <a:tc>
                  <a:txBody>
                    <a:bodyPr/>
                    <a:lstStyle/>
                    <a:p>
                      <a:pPr indent="0" marL="0">
                        <a:buNone/>
                      </a:pPr>
                      <a:r>
                        <a:rPr lang="en-US" sz="1250" b="1" dirty="0">
                          <a:solidFill>
                            <a:srgbClr val="22201F"/>
                          </a:solidFill>
                          <a:latin typeface="Galmuri11" pitchFamily="34" charset="0"/>
                          <a:ea typeface="Galmuri11" pitchFamily="34" charset="-122"/>
                          <a:cs typeface="Galmuri11" pitchFamily="34" charset="-120"/>
                        </a:rPr>
                        <a:t>보통</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45C7C1"/>
                    </a:solidFill>
                  </a:tcPr>
                </a:tc>
                <a:tc>
                  <a:txBody>
                    <a:bodyPr/>
                    <a:lstStyle/>
                    <a:p>
                      <a:pPr algn="l" indent="0" marL="0">
                        <a:buNone/>
                      </a:pPr>
                      <a:r>
                        <a:rPr lang="en-US" sz="1250" b="1" dirty="0">
                          <a:solidFill>
                            <a:srgbClr val="FFFFFF"/>
                          </a:solidFill>
                          <a:latin typeface="맑은 고딕" pitchFamily="34" charset="0"/>
                          <a:ea typeface="맑은 고딕" pitchFamily="34" charset="-122"/>
                          <a:cs typeface="맑은 고딕" pitchFamily="34" charset="-120"/>
                        </a:rPr>
                        <a:t>메일 · 첨부파일 · 로그인</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파일 정보(확장자), 자료 조회</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 견적서(.pdf .exe), 새 기기 로그인</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50초</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쉬움 통과</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r>
              <a:tr h="530352">
                <a:tc>
                  <a:txBody>
                    <a:bodyPr/>
                    <a:lstStyle/>
                    <a:p>
                      <a:pPr indent="0" marL="0">
                        <a:buNone/>
                      </a:pPr>
                      <a:r>
                        <a:rPr lang="en-US" sz="1250" b="1" dirty="0">
                          <a:solidFill>
                            <a:srgbClr val="22201F"/>
                          </a:solidFill>
                          <a:latin typeface="Galmuri11" pitchFamily="34" charset="0"/>
                          <a:ea typeface="Galmuri11" pitchFamily="34" charset="-122"/>
                          <a:cs typeface="Galmuri11" pitchFamily="34" charset="-120"/>
                        </a:rPr>
                        <a:t>어려움</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F7D84A"/>
                    </a:solidFill>
                  </a:tcPr>
                </a:tc>
                <a:tc>
                  <a:txBody>
                    <a:bodyPr/>
                    <a:lstStyle/>
                    <a:p>
                      <a:pPr algn="l" indent="0" marL="0">
                        <a:buNone/>
                      </a:pPr>
                      <a:r>
                        <a:rPr lang="en-US" sz="1250" b="1" dirty="0">
                          <a:solidFill>
                            <a:srgbClr val="FFFFFF"/>
                          </a:solidFill>
                          <a:latin typeface="맑은 고딕" pitchFamily="34" charset="0"/>
                          <a:ea typeface="맑은 고딕" pitchFamily="34" charset="-122"/>
                          <a:cs typeface="맑은 고딕" pitchFamily="34" charset="-120"/>
                        </a:rPr>
                        <a:t>가족 · 지인 사칭</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추가 확인, 근거·확인 경로</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 손녀라는 새 번호</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45초</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보통 통과</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F2A4A"/>
                    </a:solidFill>
                  </a:tcPr>
                </a:tc>
              </a:tr>
              <a:tr h="530352">
                <a:tc>
                  <a:txBody>
                    <a:bodyPr/>
                    <a:lstStyle/>
                    <a:p>
                      <a:pPr indent="0" marL="0">
                        <a:buNone/>
                      </a:pPr>
                      <a:r>
                        <a:rPr lang="en-US" sz="1250" b="1" dirty="0">
                          <a:solidFill>
                            <a:srgbClr val="22201F"/>
                          </a:solidFill>
                          <a:latin typeface="Galmuri11" pitchFamily="34" charset="0"/>
                          <a:ea typeface="Galmuri11" pitchFamily="34" charset="-122"/>
                          <a:cs typeface="Galmuri11" pitchFamily="34" charset="-120"/>
                        </a:rPr>
                        <a:t>전문가</a:t>
                      </a:r>
                      <a:endParaRPr lang="en-US" sz="1250" dirty="0">
                        <a:latin typeface="Galmuri11" charset="0"/>
                        <a:ea typeface="Galmuri11" charset="0"/>
                        <a:cs typeface="Galmuri11"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E0503C"/>
                    </a:solidFill>
                  </a:tcPr>
                </a:tc>
                <a:tc>
                  <a:txBody>
                    <a:bodyPr/>
                    <a:lstStyle/>
                    <a:p>
                      <a:pPr algn="l" indent="0" marL="0">
                        <a:buNone/>
                      </a:pPr>
                      <a:r>
                        <a:rPr lang="en-US" sz="1250" b="1" dirty="0">
                          <a:solidFill>
                            <a:srgbClr val="FFFFFF"/>
                          </a:solidFill>
                          <a:latin typeface="맑은 고딕" pitchFamily="34" charset="0"/>
                          <a:ea typeface="맑은 고딕" pitchFamily="34" charset="-122"/>
                          <a:cs typeface="맑은 고딕" pitchFamily="34" charset="-120"/>
                        </a:rPr>
                        <a:t>2단계 사건 · 재촉</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모든 도구, 확인 결과로 다시 판정</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l" indent="0" marL="0">
                        <a:buNone/>
                      </a:pPr>
                      <a:r>
                        <a:rPr lang="en-US" sz="1250" dirty="0">
                          <a:solidFill>
                            <a:srgbClr val="B9C6E2"/>
                          </a:solidFill>
                          <a:latin typeface="맑은 고딕" pitchFamily="34" charset="0"/>
                          <a:ea typeface="맑은 고딕" pitchFamily="34" charset="-122"/>
                          <a:cs typeface="맑은 고딕" pitchFamily="34" charset="-120"/>
                        </a:rPr>
                        <a:t>+ '선생님'의 긴급 부탁</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40초</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c>
                  <a:txBody>
                    <a:bodyPr/>
                    <a:lstStyle/>
                    <a:p>
                      <a:pPr algn="ctr" indent="0" marL="0">
                        <a:buNone/>
                      </a:pPr>
                      <a:r>
                        <a:rPr lang="en-US" sz="1250" dirty="0">
                          <a:solidFill>
                            <a:srgbClr val="B9C6E2"/>
                          </a:solidFill>
                          <a:latin typeface="맑은 고딕" pitchFamily="34" charset="0"/>
                          <a:ea typeface="맑은 고딕" pitchFamily="34" charset="-122"/>
                          <a:cs typeface="맑은 고딕" pitchFamily="34" charset="-120"/>
                        </a:rPr>
                        <a:t>어려움 통과</a:t>
                      </a:r>
                      <a:endParaRPr lang="en-US" sz="1250" dirty="0">
                        <a:latin typeface="맑은 고딕" charset="0"/>
                        <a:ea typeface="맑은 고딕" charset="0"/>
                        <a:cs typeface="맑은 고딕" charset="0"/>
                      </a:endParaRPr>
                    </a:p>
                  </a:txBody>
                  <a:tcPr marL="109728" marR="109728" marT="36576" marB="36576" anchor="ctr">
                    <a:lnL w="25400" cap="flat" cmpd="sng" algn="ctr">
                      <a:solidFill>
                        <a:srgbClr val="0F1426"/>
                      </a:solidFill>
                      <a:prstDash val="solid"/>
                      <a:round/>
                      <a:headEnd type="none" w="med" len="med"/>
                      <a:tailEnd type="none" w="med" len="med"/>
                    </a:lnL>
                    <a:lnR w="25400" cap="flat" cmpd="sng" algn="ctr">
                      <a:solidFill>
                        <a:srgbClr val="0F1426"/>
                      </a:solidFill>
                      <a:prstDash val="solid"/>
                      <a:round/>
                      <a:headEnd type="none" w="med" len="med"/>
                      <a:tailEnd type="none" w="med" len="med"/>
                    </a:lnR>
                    <a:lnT w="25400" cap="flat" cmpd="sng" algn="ctr">
                      <a:solidFill>
                        <a:srgbClr val="0F1426"/>
                      </a:solidFill>
                      <a:prstDash val="solid"/>
                      <a:round/>
                      <a:headEnd type="none" w="med" len="med"/>
                      <a:tailEnd type="none" w="med" len="med"/>
                    </a:lnT>
                    <a:lnB w="25400" cap="flat" cmpd="sng" algn="ctr">
                      <a:solidFill>
                        <a:srgbClr val="0F1426"/>
                      </a:solidFill>
                      <a:prstDash val="solid"/>
                      <a:round/>
                      <a:headEnd type="none" w="med" len="med"/>
                      <a:tailEnd type="none" w="med" len="med"/>
                    </a:lnB>
                    <a:solidFill>
                      <a:srgbClr val="151C33"/>
                    </a:solidFill>
                  </a:tcPr>
                </a:tc>
              </a:tr>
            </a:tbl>
          </a:graphicData>
        </a:graphic>
      </p:graphicFrame>
      <p:sp>
        <p:nvSpPr>
          <p:cNvPr id="11" name="Shape 8"/>
          <p:cNvSpPr/>
          <p:nvPr/>
        </p:nvSpPr>
        <p:spPr>
          <a:xfrm>
            <a:off x="548640" y="4526280"/>
            <a:ext cx="6766560" cy="1737360"/>
          </a:xfrm>
          <a:prstGeom prst="rect">
            <a:avLst/>
          </a:prstGeom>
          <a:solidFill>
            <a:srgbClr val="3A4E7A"/>
          </a:solidFill>
          <a:ln/>
        </p:spPr>
      </p:sp>
      <p:sp>
        <p:nvSpPr>
          <p:cNvPr id="12" name="Shape 9"/>
          <p:cNvSpPr/>
          <p:nvPr/>
        </p:nvSpPr>
        <p:spPr>
          <a:xfrm>
            <a:off x="598932" y="4576572"/>
            <a:ext cx="6665976" cy="1636776"/>
          </a:xfrm>
          <a:prstGeom prst="rect">
            <a:avLst/>
          </a:prstGeom>
          <a:solidFill>
            <a:srgbClr val="151C33"/>
          </a:solidFill>
          <a:ln/>
        </p:spPr>
      </p:sp>
      <p:sp>
        <p:nvSpPr>
          <p:cNvPr id="13" name="Shape 10"/>
          <p:cNvSpPr/>
          <p:nvPr/>
        </p:nvSpPr>
        <p:spPr>
          <a:xfrm>
            <a:off x="548640" y="4526280"/>
            <a:ext cx="50292" cy="50292"/>
          </a:xfrm>
          <a:prstGeom prst="rect">
            <a:avLst/>
          </a:prstGeom>
          <a:solidFill>
            <a:srgbClr val="0F1426"/>
          </a:solidFill>
          <a:ln/>
        </p:spPr>
      </p:sp>
      <p:sp>
        <p:nvSpPr>
          <p:cNvPr id="14" name="Shape 11"/>
          <p:cNvSpPr/>
          <p:nvPr/>
        </p:nvSpPr>
        <p:spPr>
          <a:xfrm>
            <a:off x="7264908" y="4526280"/>
            <a:ext cx="50292" cy="50292"/>
          </a:xfrm>
          <a:prstGeom prst="rect">
            <a:avLst/>
          </a:prstGeom>
          <a:solidFill>
            <a:srgbClr val="0F1426"/>
          </a:solidFill>
          <a:ln/>
        </p:spPr>
      </p:sp>
      <p:sp>
        <p:nvSpPr>
          <p:cNvPr id="15" name="Shape 12"/>
          <p:cNvSpPr/>
          <p:nvPr/>
        </p:nvSpPr>
        <p:spPr>
          <a:xfrm>
            <a:off x="548640" y="6213348"/>
            <a:ext cx="50292" cy="50292"/>
          </a:xfrm>
          <a:prstGeom prst="rect">
            <a:avLst/>
          </a:prstGeom>
          <a:solidFill>
            <a:srgbClr val="0F1426"/>
          </a:solidFill>
          <a:ln/>
        </p:spPr>
      </p:sp>
      <p:sp>
        <p:nvSpPr>
          <p:cNvPr id="16" name="Shape 13"/>
          <p:cNvSpPr/>
          <p:nvPr/>
        </p:nvSpPr>
        <p:spPr>
          <a:xfrm>
            <a:off x="7264908" y="6213348"/>
            <a:ext cx="50292" cy="50292"/>
          </a:xfrm>
          <a:prstGeom prst="rect">
            <a:avLst/>
          </a:prstGeom>
          <a:solidFill>
            <a:srgbClr val="0F1426"/>
          </a:solidFill>
          <a:ln/>
        </p:spPr>
      </p:sp>
      <p:sp>
        <p:nvSpPr>
          <p:cNvPr id="17" name="Text 14"/>
          <p:cNvSpPr txBox="1"/>
          <p:nvPr/>
        </p:nvSpPr>
        <p:spPr>
          <a:xfrm>
            <a:off x="731520" y="4617720"/>
            <a:ext cx="2743200" cy="256032"/>
          </a:xfrm>
          <a:prstGeom prst="rect">
            <a:avLst/>
          </a:prstGeom>
          <a:noFill/>
          <a:ln/>
        </p:spPr>
        <p:txBody>
          <a:bodyPr wrap="square" lIns="0" tIns="0" rIns="0" bIns="0" rtlCol="0" anchor="t"/>
          <a:lstStyle/>
          <a:p>
            <a:pPr indent="0" marL="0">
              <a:buNone/>
            </a:pPr>
            <a:r>
              <a:rPr lang="ko-KR" altLang="en-US" sz="1100" dirty="0">
                <a:solidFill>
                  <a:srgbClr val="F7D84A"/>
                </a:solidFill>
                <a:latin typeface="Galmuri11" pitchFamily="34" charset="0"/>
                <a:ea typeface="Galmuri11" pitchFamily="34" charset="-122"/>
                <a:cs typeface="Galmuri11" pitchFamily="34" charset="-120"/>
              </a:rPr>
              <a:t>회의 메모</a:t>
            </a:r>
            <a:endParaRPr lang="ko-KR" sz="1100" dirty="0"/>
          </a:p>
        </p:txBody>
      </p:sp>
      <p:sp>
        <p:nvSpPr>
          <p:cNvPr id="18" name="Shape 15"/>
          <p:cNvSpPr/>
          <p:nvPr/>
        </p:nvSpPr>
        <p:spPr>
          <a:xfrm>
            <a:off x="731520" y="4901184"/>
            <a:ext cx="3310128" cy="694944"/>
          </a:xfrm>
          <a:prstGeom prst="rect">
            <a:avLst/>
          </a:prstGeom>
          <a:solidFill>
            <a:srgbClr val="FFFFFF"/>
          </a:solidFill>
          <a:ln/>
        </p:spPr>
      </p:sp>
      <p:pic>
        <p:nvPicPr>
          <p:cNvPr id="19" name="Image 0" descr="회의 손그림: 난이도 — 화면 방식은 똑같이(Play), 문자 화면">    </p:cNvPr>
          <p:cNvPicPr>
            <a:picLocks noChangeAspect="1"/>
          </p:cNvPicPr>
          <p:nvPr/>
        </p:nvPicPr>
        <p:blipFill>
          <a:blip r:embed="rId1"/>
          <a:stretch>
            <a:fillRect/>
          </a:stretch>
        </p:blipFill>
        <p:spPr>
          <a:xfrm>
            <a:off x="749808" y="4919472"/>
            <a:ext cx="3273552" cy="681075"/>
          </a:xfrm>
          <a:prstGeom prst="rect">
            <a:avLst/>
          </a:prstGeom>
        </p:spPr>
      </p:pic>
      <p:sp>
        <p:nvSpPr>
          <p:cNvPr id="20" name="Text 16"/>
          <p:cNvSpPr txBox="1"/>
          <p:nvPr/>
        </p:nvSpPr>
        <p:spPr>
          <a:xfrm>
            <a:off x="4206240" y="4846320"/>
            <a:ext cx="3017520" cy="1325880"/>
          </a:xfrm>
          <a:prstGeom prst="rect">
            <a:avLst/>
          </a:prstGeom>
          <a:noFill/>
          <a:ln/>
        </p:spPr>
        <p:txBody>
          <a:bodyPr wrap="square" lIns="0" tIns="0" rIns="0" bIns="0" rtlCol="0" anchor="t"/>
          <a:lstStyle/>
          <a:p>
            <a:pPr indent="0" marL="0">
              <a:lnSpc>
                <a:spcPct val="110000"/>
              </a:lnSpc>
              <a:buNone/>
            </a:pPr>
            <a:r>
              <a:rPr lang="ko-KR" altLang="en-US" sz="1150" dirty="0">
                <a:solidFill>
                  <a:srgbClr val="B9C6E2"/>
                </a:solidFill>
                <a:latin typeface="맑은 고딕" pitchFamily="34" charset="0"/>
                <a:ea typeface="맑은 고딕" pitchFamily="34" charset="-122"/>
                <a:cs typeface="맑은 고딕" pitchFamily="34" charset="-120"/>
              </a:rPr>
              <a:t>“화면은 똑같이(Play),</a:t>
            </a:r>
            <a:endParaRPr lang="ko-KR" sz="1150" dirty="0"/>
          </a:p>
          <a:p>
            <a:pPr indent="0" marL="0">
              <a:lnSpc>
                <a:spcPct val="110000"/>
              </a:lnSpc>
              <a:buNone/>
            </a:pPr>
            <a:r>
              <a:rPr lang="ko-KR" altLang="en-US" sz="1150" dirty="0">
                <a:solidFill>
                  <a:srgbClr val="B9C6E2"/>
                </a:solidFill>
                <a:latin typeface="맑은 고딕" pitchFamily="34" charset="0"/>
                <a:ea typeface="맑은 고딕" pitchFamily="34" charset="-122"/>
                <a:cs typeface="맑은 고딕" pitchFamily="34" charset="-120"/>
              </a:rPr>
              <a:t>문자 화면부터…”</a:t>
            </a:r>
            <a:endParaRPr lang="ko-KR" sz="1150" dirty="0"/>
          </a:p>
          <a:p>
            <a:pPr indent="0" marL="0">
              <a:lnSpc>
                <a:spcPct val="110000"/>
              </a:lnSpc>
              <a:buNone/>
            </a:pPr>
            <a:r>
              <a:rPr lang="ko-KR" altLang="en-US" sz="1150" dirty="0">
                <a:solidFill>
                  <a:srgbClr val="B9C6E2"/>
                </a:solidFill>
                <a:latin typeface="맑은 고딕" pitchFamily="34" charset="0"/>
                <a:ea typeface="맑은 고딕" pitchFamily="34" charset="-122"/>
                <a:cs typeface="맑은 고딕" pitchFamily="34" charset="-120"/>
              </a:rPr>
              <a:t>→ 조작은 한 번만 배우고,</a:t>
            </a:r>
            <a:endParaRPr lang="ko-KR" sz="1150" dirty="0"/>
          </a:p>
          <a:p>
            <a:pPr indent="0" marL="0">
              <a:lnSpc>
                <a:spcPct val="110000"/>
              </a:lnSpc>
              <a:buNone/>
            </a:pPr>
            <a:r>
              <a:rPr lang="ko-KR" altLang="en-US" sz="1150" dirty="0">
                <a:solidFill>
                  <a:srgbClr val="B9C6E2"/>
                </a:solidFill>
                <a:latin typeface="맑은 고딕" pitchFamily="34" charset="0"/>
                <a:ea typeface="맑은 고딕" pitchFamily="34" charset="-122"/>
                <a:cs typeface="맑은 고딕" pitchFamily="34" charset="-120"/>
              </a:rPr>
              <a:t>사건·단서·도구만 단계마다 늘린다.</a:t>
            </a:r>
            <a:endParaRPr lang="ko-KR" sz="1150" dirty="0"/>
          </a:p>
        </p:txBody>
      </p:sp>
      <p:sp>
        <p:nvSpPr>
          <p:cNvPr id="21" name="Shape 17"/>
          <p:cNvSpPr/>
          <p:nvPr/>
        </p:nvSpPr>
        <p:spPr>
          <a:xfrm>
            <a:off x="7498080" y="4526280"/>
            <a:ext cx="4142232" cy="1737360"/>
          </a:xfrm>
          <a:prstGeom prst="rect">
            <a:avLst/>
          </a:prstGeom>
          <a:solidFill>
            <a:srgbClr val="3A4E7A"/>
          </a:solidFill>
          <a:ln/>
        </p:spPr>
      </p:sp>
      <p:sp>
        <p:nvSpPr>
          <p:cNvPr id="22" name="Shape 18"/>
          <p:cNvSpPr/>
          <p:nvPr/>
        </p:nvSpPr>
        <p:spPr>
          <a:xfrm>
            <a:off x="7548372" y="4576572"/>
            <a:ext cx="4041648" cy="1636776"/>
          </a:xfrm>
          <a:prstGeom prst="rect">
            <a:avLst/>
          </a:prstGeom>
          <a:solidFill>
            <a:srgbClr val="1F2A4A"/>
          </a:solidFill>
          <a:ln/>
        </p:spPr>
      </p:sp>
      <p:sp>
        <p:nvSpPr>
          <p:cNvPr id="23" name="Shape 19"/>
          <p:cNvSpPr/>
          <p:nvPr/>
        </p:nvSpPr>
        <p:spPr>
          <a:xfrm>
            <a:off x="7498080" y="4526280"/>
            <a:ext cx="50292" cy="50292"/>
          </a:xfrm>
          <a:prstGeom prst="rect">
            <a:avLst/>
          </a:prstGeom>
          <a:solidFill>
            <a:srgbClr val="0F1426"/>
          </a:solidFill>
          <a:ln/>
        </p:spPr>
      </p:sp>
      <p:sp>
        <p:nvSpPr>
          <p:cNvPr id="24" name="Shape 20"/>
          <p:cNvSpPr/>
          <p:nvPr/>
        </p:nvSpPr>
        <p:spPr>
          <a:xfrm>
            <a:off x="11590020" y="4526280"/>
            <a:ext cx="50292" cy="50292"/>
          </a:xfrm>
          <a:prstGeom prst="rect">
            <a:avLst/>
          </a:prstGeom>
          <a:solidFill>
            <a:srgbClr val="0F1426"/>
          </a:solidFill>
          <a:ln/>
        </p:spPr>
      </p:sp>
      <p:sp>
        <p:nvSpPr>
          <p:cNvPr id="25" name="Shape 21"/>
          <p:cNvSpPr/>
          <p:nvPr/>
        </p:nvSpPr>
        <p:spPr>
          <a:xfrm>
            <a:off x="7498080" y="6213348"/>
            <a:ext cx="50292" cy="50292"/>
          </a:xfrm>
          <a:prstGeom prst="rect">
            <a:avLst/>
          </a:prstGeom>
          <a:solidFill>
            <a:srgbClr val="0F1426"/>
          </a:solidFill>
          <a:ln/>
        </p:spPr>
      </p:sp>
      <p:sp>
        <p:nvSpPr>
          <p:cNvPr id="26" name="Shape 22"/>
          <p:cNvSpPr/>
          <p:nvPr/>
        </p:nvSpPr>
        <p:spPr>
          <a:xfrm>
            <a:off x="11590020" y="6213348"/>
            <a:ext cx="50292" cy="50292"/>
          </a:xfrm>
          <a:prstGeom prst="rect">
            <a:avLst/>
          </a:prstGeom>
          <a:solidFill>
            <a:srgbClr val="0F1426"/>
          </a:solidFill>
          <a:ln/>
        </p:spPr>
      </p:sp>
      <p:sp>
        <p:nvSpPr>
          <p:cNvPr id="27" name="Text 23"/>
          <p:cNvSpPr txBox="1"/>
          <p:nvPr/>
        </p:nvSpPr>
        <p:spPr>
          <a:xfrm>
            <a:off x="7680960" y="4645152"/>
            <a:ext cx="3840480" cy="1508760"/>
          </a:xfrm>
          <a:prstGeom prst="rect">
            <a:avLst/>
          </a:prstGeom>
          <a:noFill/>
          <a:ln/>
        </p:spPr>
        <p:txBody>
          <a:bodyPr wrap="square" lIns="0" tIns="0" rIns="0" bIns="0" rtlCol="0" anchor="t"/>
          <a:lstStyle/>
          <a:p>
            <a:pPr indent="0" marL="0">
              <a:lnSpc>
                <a:spcPct val="115000"/>
              </a:lnSpc>
              <a:buNone/>
            </a:pPr>
            <a:r>
              <a:rPr lang="ko-KR" altLang="en-US" sz="1200" b="1" dirty="0">
                <a:solidFill>
                  <a:srgbClr val="FFFFFF"/>
                </a:solidFill>
                <a:latin typeface="맑은 고딕" pitchFamily="34" charset="0"/>
                <a:ea typeface="맑은 고딕" pitchFamily="34" charset="-122"/>
                <a:cs typeface="맑은 고딕" pitchFamily="34" charset="-120"/>
              </a:rPr>
              <a:t>모든 난이도 공통</a:t>
            </a:r>
            <a:endParaRPr lang="ko-KR" sz="1200" dirty="0"/>
          </a:p>
          <a:p>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 정상 요청(승인이 정답)을 30~40% 섞기</a:t>
            </a:r>
            <a:endParaRPr lang="ko-KR" sz="1200" dirty="0"/>
          </a:p>
          <a:p>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 위험 승인 = 보안 사고, 60% 미만 = 다시</a:t>
            </a:r>
            <a:endParaRPr lang="ko-KR" sz="1200" dirty="0"/>
          </a:p>
          <a:p>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 본 게임은 Day 사건들을 4단계로 묶어 배치</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29184"/>
            <a:ext cx="1124712" cy="310896"/>
          </a:xfrm>
          <a:prstGeom prst="rect">
            <a:avLst/>
          </a:prstGeom>
          <a:solidFill>
            <a:srgbClr val="22201F"/>
          </a:solidFill>
          <a:ln/>
        </p:spPr>
      </p:sp>
      <p:sp>
        <p:nvSpPr>
          <p:cNvPr id="3" name="Shape 1"/>
          <p:cNvSpPr/>
          <p:nvPr/>
        </p:nvSpPr>
        <p:spPr>
          <a:xfrm>
            <a:off x="598932" y="379476"/>
            <a:ext cx="1024128"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623060"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623060" y="589788"/>
            <a:ext cx="50292" cy="50292"/>
          </a:xfrm>
          <a:prstGeom prst="rect">
            <a:avLst/>
          </a:prstGeom>
          <a:solidFill>
            <a:srgbClr val="0F1426"/>
          </a:solidFill>
          <a:ln/>
        </p:spPr>
      </p:sp>
      <p:sp>
        <p:nvSpPr>
          <p:cNvPr id="8" name="Text 6"/>
          <p:cNvSpPr txBox="1"/>
          <p:nvPr/>
        </p:nvSpPr>
        <p:spPr>
          <a:xfrm>
            <a:off x="548640" y="329184"/>
            <a:ext cx="1124712"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분위기</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어둡게 갈까, 밝게 갈까? 둘 다 만들어 봤어요</a:t>
            </a:r>
            <a:endParaRPr lang="en-US" sz="2800" dirty="0"/>
          </a:p>
        </p:txBody>
      </p:sp>
      <p:sp>
        <p:nvSpPr>
          <p:cNvPr id="10" name="Shape 8"/>
          <p:cNvSpPr/>
          <p:nvPr/>
        </p:nvSpPr>
        <p:spPr>
          <a:xfrm>
            <a:off x="548640" y="1572768"/>
            <a:ext cx="3931920" cy="4709160"/>
          </a:xfrm>
          <a:prstGeom prst="rect">
            <a:avLst/>
          </a:prstGeom>
          <a:solidFill>
            <a:srgbClr val="3A4E7A"/>
          </a:solidFill>
          <a:ln/>
        </p:spPr>
      </p:sp>
      <p:sp>
        <p:nvSpPr>
          <p:cNvPr id="11" name="Shape 9"/>
          <p:cNvSpPr/>
          <p:nvPr/>
        </p:nvSpPr>
        <p:spPr>
          <a:xfrm>
            <a:off x="598932" y="1623060"/>
            <a:ext cx="3831336" cy="4608576"/>
          </a:xfrm>
          <a:prstGeom prst="rect">
            <a:avLst/>
          </a:prstGeom>
          <a:solidFill>
            <a:srgbClr val="1F2A4A"/>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4430268" y="1572768"/>
            <a:ext cx="50292" cy="50292"/>
          </a:xfrm>
          <a:prstGeom prst="rect">
            <a:avLst/>
          </a:prstGeom>
          <a:solidFill>
            <a:srgbClr val="0F1426"/>
          </a:solidFill>
          <a:ln/>
        </p:spPr>
      </p:sp>
      <p:sp>
        <p:nvSpPr>
          <p:cNvPr id="14" name="Shape 12"/>
          <p:cNvSpPr/>
          <p:nvPr/>
        </p:nvSpPr>
        <p:spPr>
          <a:xfrm>
            <a:off x="548640" y="6231636"/>
            <a:ext cx="50292" cy="50292"/>
          </a:xfrm>
          <a:prstGeom prst="rect">
            <a:avLst/>
          </a:prstGeom>
          <a:solidFill>
            <a:srgbClr val="0F1426"/>
          </a:solidFill>
          <a:ln/>
        </p:spPr>
      </p:sp>
      <p:sp>
        <p:nvSpPr>
          <p:cNvPr id="15" name="Shape 13"/>
          <p:cNvSpPr/>
          <p:nvPr/>
        </p:nvSpPr>
        <p:spPr>
          <a:xfrm>
            <a:off x="4430268" y="6231636"/>
            <a:ext cx="50292" cy="50292"/>
          </a:xfrm>
          <a:prstGeom prst="rect">
            <a:avLst/>
          </a:prstGeom>
          <a:solidFill>
            <a:srgbClr val="0F1426"/>
          </a:solidFill>
          <a:ln/>
        </p:spPr>
      </p:sp>
      <p:sp>
        <p:nvSpPr>
          <p:cNvPr id="16" name="Text 14"/>
          <p:cNvSpPr txBox="1"/>
          <p:nvPr/>
        </p:nvSpPr>
        <p:spPr>
          <a:xfrm>
            <a:off x="777240" y="1691640"/>
            <a:ext cx="3474720" cy="384048"/>
          </a:xfrm>
          <a:prstGeom prst="rect">
            <a:avLst/>
          </a:prstGeom>
          <a:noFill/>
          <a:ln/>
        </p:spPr>
        <p:txBody>
          <a:bodyPr wrap="square" lIns="0" tIns="0" rIns="0" bIns="0" rtlCol="0" anchor="t"/>
          <a:lstStyle/>
          <a:p>
            <a:pPr indent="0" marL="0">
              <a:buNone/>
            </a:pPr>
            <a:r>
              <a:rPr lang="ko-KR" altLang="en-US" sz="1700" dirty="0">
                <a:solidFill>
                  <a:srgbClr val="FFFFFF"/>
                </a:solidFill>
                <a:latin typeface="Galmuri14" pitchFamily="34" charset="0"/>
                <a:ea typeface="Galmuri14" pitchFamily="34" charset="-122"/>
                <a:cs typeface="Galmuri14" pitchFamily="34" charset="-120"/>
              </a:rPr>
              <a:t>어둡게 · 밤 근무</a:t>
            </a:r>
            <a:endParaRPr lang="ko-KR" sz="1700" dirty="0"/>
          </a:p>
        </p:txBody>
      </p:sp>
      <p:pic>
        <p:nvPicPr>
          <p:cNvPr id="17" name="Image 0" descr="어둡게 · 밤 근무 메인 화면">    </p:cNvPr>
          <p:cNvPicPr>
            <a:picLocks noChangeAspect="1"/>
          </p:cNvPicPr>
          <p:nvPr/>
        </p:nvPicPr>
        <p:blipFill>
          <a:blip r:embed="rId1"/>
          <a:stretch>
            <a:fillRect/>
          </a:stretch>
        </p:blipFill>
        <p:spPr>
          <a:xfrm>
            <a:off x="822960" y="2194560"/>
            <a:ext cx="1294777" cy="2880360"/>
          </a:xfrm>
          <a:prstGeom prst="rect">
            <a:avLst/>
          </a:prstGeom>
        </p:spPr>
      </p:pic>
      <p:pic>
        <p:nvPicPr>
          <p:cNvPr id="18" name="Image 1" descr="어둡게 · 밤 근무 인게임 화면">    </p:cNvPr>
          <p:cNvPicPr>
            <a:picLocks noChangeAspect="1"/>
          </p:cNvPicPr>
          <p:nvPr/>
        </p:nvPicPr>
        <p:blipFill>
          <a:blip r:embed="rId2"/>
          <a:stretch>
            <a:fillRect/>
          </a:stretch>
        </p:blipFill>
        <p:spPr>
          <a:xfrm>
            <a:off x="2346337" y="2194560"/>
            <a:ext cx="1294777" cy="2880360"/>
          </a:xfrm>
          <a:prstGeom prst="rect">
            <a:avLst/>
          </a:prstGeom>
        </p:spPr>
      </p:pic>
      <p:sp>
        <p:nvSpPr>
          <p:cNvPr id="19" name="Text 15"/>
          <p:cNvSpPr txBox="1"/>
          <p:nvPr/>
        </p:nvSpPr>
        <p:spPr>
          <a:xfrm>
            <a:off x="822960" y="5230368"/>
            <a:ext cx="3520440" cy="868680"/>
          </a:xfrm>
          <a:prstGeom prst="rect">
            <a:avLst/>
          </a:prstGeom>
          <a:noFill/>
          <a:ln/>
        </p:spPr>
        <p:txBody>
          <a:bodyPr wrap="square" lIns="0" tIns="0" rIns="0" bIns="0" rtlCol="0" anchor="t"/>
          <a:lstStyle/>
          <a:p>
            <a:pPr indent="0" marL="0">
              <a:lnSpc>
                <a:spcPct val="115000"/>
              </a:lnSpc>
              <a:buNone/>
            </a:pPr>
            <a:r>
              <a:rPr lang="ko-KR" altLang="en-US" sz="1200" b="1" dirty="0">
                <a:solidFill>
                  <a:srgbClr val="B9C6E2"/>
                </a:solidFill>
                <a:latin typeface="맑은 고딕" pitchFamily="34" charset="0"/>
                <a:ea typeface="맑은 고딕" pitchFamily="34" charset="-122"/>
                <a:cs typeface="맑은 고딕" pitchFamily="34" charset="-120"/>
              </a:rPr>
              <a:t>느낌  </a:t>
            </a:r>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집중 · 긴장감 · 도트 네온</a:t>
            </a:r>
            <a:endParaRPr lang="ko-KR" sz="1200" dirty="0"/>
          </a:p>
          <a:p>
            <a:pPr indent="0" marL="0">
              <a:lnSpc>
                <a:spcPct val="115000"/>
              </a:lnSpc>
              <a:buNone/>
            </a:pPr>
            <a:r>
              <a:rPr lang="ko-KR" altLang="en-US" sz="1200" b="1" dirty="0">
                <a:solidFill>
                  <a:srgbClr val="B9C6E2"/>
                </a:solidFill>
                <a:latin typeface="맑은 고딕" pitchFamily="34" charset="0"/>
                <a:ea typeface="맑은 고딕" pitchFamily="34" charset="-122"/>
                <a:cs typeface="맑은 고딕" pitchFamily="34" charset="-120"/>
              </a:rPr>
              <a:t>어울림  </a:t>
            </a:r>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경쟁 모드, 몰입 플레이</a:t>
            </a:r>
            <a:endParaRPr lang="ko-KR" sz="1200" dirty="0"/>
          </a:p>
        </p:txBody>
      </p:sp>
      <p:sp>
        <p:nvSpPr>
          <p:cNvPr id="20" name="Shape 16"/>
          <p:cNvSpPr/>
          <p:nvPr/>
        </p:nvSpPr>
        <p:spPr>
          <a:xfrm>
            <a:off x="4663440" y="1572768"/>
            <a:ext cx="3931920" cy="4709160"/>
          </a:xfrm>
          <a:prstGeom prst="rect">
            <a:avLst/>
          </a:prstGeom>
          <a:solidFill>
            <a:srgbClr val="B08E1C"/>
          </a:solidFill>
          <a:ln/>
        </p:spPr>
      </p:sp>
      <p:sp>
        <p:nvSpPr>
          <p:cNvPr id="21" name="Shape 17"/>
          <p:cNvSpPr/>
          <p:nvPr/>
        </p:nvSpPr>
        <p:spPr>
          <a:xfrm>
            <a:off x="4713732" y="1623060"/>
            <a:ext cx="3831336" cy="4608576"/>
          </a:xfrm>
          <a:prstGeom prst="rect">
            <a:avLst/>
          </a:prstGeom>
          <a:solidFill>
            <a:srgbClr val="E3D7BC"/>
          </a:solidFill>
          <a:ln/>
        </p:spPr>
      </p:sp>
      <p:sp>
        <p:nvSpPr>
          <p:cNvPr id="22" name="Shape 18"/>
          <p:cNvSpPr/>
          <p:nvPr/>
        </p:nvSpPr>
        <p:spPr>
          <a:xfrm>
            <a:off x="4663440" y="1572768"/>
            <a:ext cx="50292" cy="50292"/>
          </a:xfrm>
          <a:prstGeom prst="rect">
            <a:avLst/>
          </a:prstGeom>
          <a:solidFill>
            <a:srgbClr val="0F1426"/>
          </a:solidFill>
          <a:ln/>
        </p:spPr>
      </p:sp>
      <p:sp>
        <p:nvSpPr>
          <p:cNvPr id="23" name="Shape 19"/>
          <p:cNvSpPr/>
          <p:nvPr/>
        </p:nvSpPr>
        <p:spPr>
          <a:xfrm>
            <a:off x="8545068" y="1572768"/>
            <a:ext cx="50292" cy="50292"/>
          </a:xfrm>
          <a:prstGeom prst="rect">
            <a:avLst/>
          </a:prstGeom>
          <a:solidFill>
            <a:srgbClr val="0F1426"/>
          </a:solidFill>
          <a:ln/>
        </p:spPr>
      </p:sp>
      <p:sp>
        <p:nvSpPr>
          <p:cNvPr id="24" name="Shape 20"/>
          <p:cNvSpPr/>
          <p:nvPr/>
        </p:nvSpPr>
        <p:spPr>
          <a:xfrm>
            <a:off x="4663440" y="6231636"/>
            <a:ext cx="50292" cy="50292"/>
          </a:xfrm>
          <a:prstGeom prst="rect">
            <a:avLst/>
          </a:prstGeom>
          <a:solidFill>
            <a:srgbClr val="0F1426"/>
          </a:solidFill>
          <a:ln/>
        </p:spPr>
      </p:sp>
      <p:sp>
        <p:nvSpPr>
          <p:cNvPr id="25" name="Shape 21"/>
          <p:cNvSpPr/>
          <p:nvPr/>
        </p:nvSpPr>
        <p:spPr>
          <a:xfrm>
            <a:off x="8545068" y="6231636"/>
            <a:ext cx="50292" cy="50292"/>
          </a:xfrm>
          <a:prstGeom prst="rect">
            <a:avLst/>
          </a:prstGeom>
          <a:solidFill>
            <a:srgbClr val="0F1426"/>
          </a:solidFill>
          <a:ln/>
        </p:spPr>
      </p:sp>
      <p:sp>
        <p:nvSpPr>
          <p:cNvPr id="26" name="Text 22"/>
          <p:cNvSpPr txBox="1"/>
          <p:nvPr/>
        </p:nvSpPr>
        <p:spPr>
          <a:xfrm>
            <a:off x="4892040" y="1691640"/>
            <a:ext cx="3474720" cy="384048"/>
          </a:xfrm>
          <a:prstGeom prst="rect">
            <a:avLst/>
          </a:prstGeom>
          <a:noFill/>
          <a:ln/>
        </p:spPr>
        <p:txBody>
          <a:bodyPr wrap="square" lIns="0" tIns="0" rIns="0" bIns="0" rtlCol="0" anchor="t"/>
          <a:lstStyle/>
          <a:p>
            <a:pPr indent="0" marL="0">
              <a:buNone/>
            </a:pPr>
            <a:r>
              <a:rPr lang="ko-KR" altLang="en-US" sz="1700" dirty="0">
                <a:solidFill>
                  <a:srgbClr val="22201F"/>
                </a:solidFill>
                <a:latin typeface="Galmuri14" pitchFamily="34" charset="0"/>
                <a:ea typeface="Galmuri14" pitchFamily="34" charset="-122"/>
                <a:cs typeface="Galmuri14" pitchFamily="34" charset="-120"/>
              </a:rPr>
              <a:t>밝게 · 낮 근무</a:t>
            </a:r>
            <a:endParaRPr lang="ko-KR" sz="1700" dirty="0"/>
          </a:p>
        </p:txBody>
      </p:sp>
      <p:pic>
        <p:nvPicPr>
          <p:cNvPr id="27" name="Image 2" descr="밝게 · 낮 근무 메인 화면">    </p:cNvPr>
          <p:cNvPicPr>
            <a:picLocks noChangeAspect="1"/>
          </p:cNvPicPr>
          <p:nvPr/>
        </p:nvPicPr>
        <p:blipFill>
          <a:blip r:embed="rId3"/>
          <a:stretch>
            <a:fillRect/>
          </a:stretch>
        </p:blipFill>
        <p:spPr>
          <a:xfrm>
            <a:off x="4937760" y="2194560"/>
            <a:ext cx="1294777" cy="2880360"/>
          </a:xfrm>
          <a:prstGeom prst="rect">
            <a:avLst/>
          </a:prstGeom>
        </p:spPr>
      </p:pic>
      <p:pic>
        <p:nvPicPr>
          <p:cNvPr id="28" name="Image 3" descr="밝게 · 낮 근무 인게임 화면">    </p:cNvPr>
          <p:cNvPicPr>
            <a:picLocks noChangeAspect="1"/>
          </p:cNvPicPr>
          <p:nvPr/>
        </p:nvPicPr>
        <p:blipFill>
          <a:blip r:embed="rId4"/>
          <a:stretch>
            <a:fillRect/>
          </a:stretch>
        </p:blipFill>
        <p:spPr>
          <a:xfrm>
            <a:off x="6461137" y="2194560"/>
            <a:ext cx="1294777" cy="2880360"/>
          </a:xfrm>
          <a:prstGeom prst="rect">
            <a:avLst/>
          </a:prstGeom>
        </p:spPr>
      </p:pic>
      <p:sp>
        <p:nvSpPr>
          <p:cNvPr id="29" name="Text 23"/>
          <p:cNvSpPr txBox="1"/>
          <p:nvPr/>
        </p:nvSpPr>
        <p:spPr>
          <a:xfrm>
            <a:off x="4937760" y="5230368"/>
            <a:ext cx="3520440" cy="868680"/>
          </a:xfrm>
          <a:prstGeom prst="rect">
            <a:avLst/>
          </a:prstGeom>
          <a:noFill/>
          <a:ln/>
        </p:spPr>
        <p:txBody>
          <a:bodyPr wrap="square" lIns="0" tIns="0" rIns="0" bIns="0" rtlCol="0" anchor="t"/>
          <a:lstStyle/>
          <a:p>
            <a:pPr indent="0" marL="0">
              <a:lnSpc>
                <a:spcPct val="115000"/>
              </a:lnSpc>
              <a:buNone/>
            </a:pPr>
            <a:r>
              <a:rPr lang="ko-KR" altLang="en-US" sz="1200" b="1" dirty="0">
                <a:solidFill>
                  <a:srgbClr val="22201F"/>
                </a:solidFill>
                <a:latin typeface="맑은 고딕" pitchFamily="34" charset="0"/>
                <a:ea typeface="맑은 고딕" pitchFamily="34" charset="-122"/>
                <a:cs typeface="맑은 고딕" pitchFamily="34" charset="-120"/>
              </a:rPr>
              <a:t>느낌  </a:t>
            </a:r>
            <a:pPr indent="0" marL="0">
              <a:lnSpc>
                <a:spcPct val="115000"/>
              </a:lnSpc>
              <a:buNone/>
            </a:pPr>
            <a:r>
              <a:rPr lang="ko-KR" altLang="en-US" sz="1200" dirty="0">
                <a:solidFill>
                  <a:srgbClr val="22201F"/>
                </a:solidFill>
                <a:latin typeface="맑은 고딕" pitchFamily="34" charset="0"/>
                <a:ea typeface="맑은 고딕" pitchFamily="34" charset="-122"/>
                <a:cs typeface="맑은 고딕" pitchFamily="34" charset="-120"/>
              </a:rPr>
              <a:t>친근함 · 가벼움 · 오래 봐도 편함</a:t>
            </a:r>
            <a:endParaRPr lang="ko-KR" sz="1200" dirty="0"/>
          </a:p>
          <a:p>
            <a:pPr indent="0" marL="0">
              <a:lnSpc>
                <a:spcPct val="115000"/>
              </a:lnSpc>
              <a:buNone/>
            </a:pPr>
            <a:r>
              <a:rPr lang="ko-KR" altLang="en-US" sz="1200" b="1" dirty="0">
                <a:solidFill>
                  <a:srgbClr val="22201F"/>
                </a:solidFill>
                <a:latin typeface="맑은 고딕" pitchFamily="34" charset="0"/>
                <a:ea typeface="맑은 고딕" pitchFamily="34" charset="-122"/>
                <a:cs typeface="맑은 고딕" pitchFamily="34" charset="-120"/>
              </a:rPr>
              <a:t>어울림  </a:t>
            </a:r>
            <a:pPr indent="0" marL="0">
              <a:lnSpc>
                <a:spcPct val="115000"/>
              </a:lnSpc>
              <a:buNone/>
            </a:pPr>
            <a:r>
              <a:rPr lang="ko-KR" altLang="en-US" sz="1200" dirty="0">
                <a:solidFill>
                  <a:srgbClr val="22201F"/>
                </a:solidFill>
                <a:latin typeface="맑은 고딕" pitchFamily="34" charset="0"/>
                <a:ea typeface="맑은 고딕" pitchFamily="34" charset="-122"/>
                <a:cs typeface="맑은 고딕" pitchFamily="34" charset="-120"/>
              </a:rPr>
              <a:t>일반 모드, 밝은 곳·오래 하기</a:t>
            </a:r>
            <a:endParaRPr lang="ko-KR" sz="1200" dirty="0"/>
          </a:p>
        </p:txBody>
      </p:sp>
      <p:sp>
        <p:nvSpPr>
          <p:cNvPr id="30" name="Shape 24"/>
          <p:cNvSpPr/>
          <p:nvPr/>
        </p:nvSpPr>
        <p:spPr>
          <a:xfrm>
            <a:off x="8915400" y="1572768"/>
            <a:ext cx="2724912" cy="4709160"/>
          </a:xfrm>
          <a:prstGeom prst="rect">
            <a:avLst/>
          </a:prstGeom>
          <a:solidFill>
            <a:srgbClr val="3A4E7A"/>
          </a:solidFill>
          <a:ln/>
        </p:spPr>
      </p:sp>
      <p:sp>
        <p:nvSpPr>
          <p:cNvPr id="31" name="Shape 25"/>
          <p:cNvSpPr/>
          <p:nvPr/>
        </p:nvSpPr>
        <p:spPr>
          <a:xfrm>
            <a:off x="8965692" y="1623060"/>
            <a:ext cx="2624328" cy="4608576"/>
          </a:xfrm>
          <a:prstGeom prst="rect">
            <a:avLst/>
          </a:prstGeom>
          <a:solidFill>
            <a:srgbClr val="151C33"/>
          </a:solidFill>
          <a:ln/>
        </p:spPr>
      </p:sp>
      <p:sp>
        <p:nvSpPr>
          <p:cNvPr id="32" name="Shape 26"/>
          <p:cNvSpPr/>
          <p:nvPr/>
        </p:nvSpPr>
        <p:spPr>
          <a:xfrm>
            <a:off x="8915400" y="1572768"/>
            <a:ext cx="50292" cy="50292"/>
          </a:xfrm>
          <a:prstGeom prst="rect">
            <a:avLst/>
          </a:prstGeom>
          <a:solidFill>
            <a:srgbClr val="0F1426"/>
          </a:solidFill>
          <a:ln/>
        </p:spPr>
      </p:sp>
      <p:sp>
        <p:nvSpPr>
          <p:cNvPr id="33" name="Shape 27"/>
          <p:cNvSpPr/>
          <p:nvPr/>
        </p:nvSpPr>
        <p:spPr>
          <a:xfrm>
            <a:off x="11590020" y="1572768"/>
            <a:ext cx="50292" cy="50292"/>
          </a:xfrm>
          <a:prstGeom prst="rect">
            <a:avLst/>
          </a:prstGeom>
          <a:solidFill>
            <a:srgbClr val="0F1426"/>
          </a:solidFill>
          <a:ln/>
        </p:spPr>
      </p:sp>
      <p:sp>
        <p:nvSpPr>
          <p:cNvPr id="34" name="Shape 28"/>
          <p:cNvSpPr/>
          <p:nvPr/>
        </p:nvSpPr>
        <p:spPr>
          <a:xfrm>
            <a:off x="8915400" y="6231636"/>
            <a:ext cx="50292" cy="50292"/>
          </a:xfrm>
          <a:prstGeom prst="rect">
            <a:avLst/>
          </a:prstGeom>
          <a:solidFill>
            <a:srgbClr val="0F1426"/>
          </a:solidFill>
          <a:ln/>
        </p:spPr>
      </p:sp>
      <p:sp>
        <p:nvSpPr>
          <p:cNvPr id="35" name="Shape 29"/>
          <p:cNvSpPr/>
          <p:nvPr/>
        </p:nvSpPr>
        <p:spPr>
          <a:xfrm>
            <a:off x="11590020" y="6231636"/>
            <a:ext cx="50292" cy="50292"/>
          </a:xfrm>
          <a:prstGeom prst="rect">
            <a:avLst/>
          </a:prstGeom>
          <a:solidFill>
            <a:srgbClr val="0F1426"/>
          </a:solidFill>
          <a:ln/>
        </p:spPr>
      </p:sp>
      <p:sp>
        <p:nvSpPr>
          <p:cNvPr id="36" name="Text 30"/>
          <p:cNvSpPr txBox="1"/>
          <p:nvPr/>
        </p:nvSpPr>
        <p:spPr>
          <a:xfrm>
            <a:off x="9098280" y="1691640"/>
            <a:ext cx="2377440" cy="256032"/>
          </a:xfrm>
          <a:prstGeom prst="rect">
            <a:avLst/>
          </a:prstGeom>
          <a:noFill/>
          <a:ln/>
        </p:spPr>
        <p:txBody>
          <a:bodyPr wrap="square" lIns="0" tIns="0" rIns="0" bIns="0" rtlCol="0" anchor="t"/>
          <a:lstStyle/>
          <a:p>
            <a:pPr indent="0" marL="0">
              <a:buNone/>
            </a:pPr>
            <a:r>
              <a:rPr lang="ko-KR" altLang="en-US" sz="1100" dirty="0">
                <a:solidFill>
                  <a:srgbClr val="F7D84A"/>
                </a:solidFill>
                <a:latin typeface="Galmuri11" pitchFamily="34" charset="0"/>
                <a:ea typeface="Galmuri11" pitchFamily="34" charset="-122"/>
                <a:cs typeface="Galmuri11" pitchFamily="34" charset="-120"/>
              </a:rPr>
              <a:t>회의 메모</a:t>
            </a:r>
            <a:endParaRPr lang="ko-KR" sz="1100" dirty="0"/>
          </a:p>
        </p:txBody>
      </p:sp>
      <p:sp>
        <p:nvSpPr>
          <p:cNvPr id="37" name="Shape 31"/>
          <p:cNvSpPr/>
          <p:nvPr/>
        </p:nvSpPr>
        <p:spPr>
          <a:xfrm>
            <a:off x="9098280" y="2011680"/>
            <a:ext cx="2359152" cy="640080"/>
          </a:xfrm>
          <a:prstGeom prst="rect">
            <a:avLst/>
          </a:prstGeom>
          <a:solidFill>
            <a:srgbClr val="FFFFFF"/>
          </a:solidFill>
          <a:ln/>
        </p:spPr>
      </p:sp>
      <p:pic>
        <p:nvPicPr>
          <p:cNvPr id="38" name="Image 4" descr="회의 손그림: 분위기 어둡게? 밝게?">    </p:cNvPr>
          <p:cNvPicPr>
            <a:picLocks noChangeAspect="1"/>
          </p:cNvPicPr>
          <p:nvPr/>
        </p:nvPicPr>
        <p:blipFill>
          <a:blip r:embed="rId5"/>
          <a:stretch>
            <a:fillRect/>
          </a:stretch>
        </p:blipFill>
        <p:spPr>
          <a:xfrm>
            <a:off x="9116568" y="2029968"/>
            <a:ext cx="2322576" cy="592335"/>
          </a:xfrm>
          <a:prstGeom prst="rect">
            <a:avLst/>
          </a:prstGeom>
        </p:spPr>
      </p:pic>
      <p:sp>
        <p:nvSpPr>
          <p:cNvPr id="39" name="Text 32"/>
          <p:cNvSpPr txBox="1"/>
          <p:nvPr/>
        </p:nvSpPr>
        <p:spPr>
          <a:xfrm>
            <a:off x="9098280" y="2834640"/>
            <a:ext cx="2377440" cy="3291840"/>
          </a:xfrm>
          <a:prstGeom prst="rect">
            <a:avLst/>
          </a:prstGeom>
          <a:noFill/>
          <a:ln/>
        </p:spPr>
        <p:txBody>
          <a:bodyPr wrap="square" lIns="0" tIns="0" rIns="0" bIns="0" rtlCol="0" anchor="t"/>
          <a:lstStyle/>
          <a:p>
            <a:pPr indent="0" marL="0">
              <a:lnSpc>
                <a:spcPct val="115000"/>
              </a:lnSpc>
              <a:buNone/>
            </a:pPr>
            <a:r>
              <a:rPr lang="ko-KR" altLang="en-US" sz="1200" b="1" dirty="0">
                <a:solidFill>
                  <a:srgbClr val="FFFFFF"/>
                </a:solidFill>
                <a:latin typeface="맑은 고딕" pitchFamily="34" charset="0"/>
                <a:ea typeface="맑은 고딕" pitchFamily="34" charset="-122"/>
                <a:cs typeface="맑은 고딕" pitchFamily="34" charset="-120"/>
              </a:rPr>
              <a:t>같은 화면에 색만 바꿔요</a:t>
            </a:r>
            <a:endParaRPr lang="ko-KR" sz="1200" dirty="0"/>
          </a:p>
          <a:p>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판정 로직·사건 데이터는 그대로, 설정 · 일시정지에서 언제든 전환.</a:t>
            </a:r>
            <a:endParaRPr lang="ko-KR" sz="1200" dirty="0"/>
          </a:p>
          <a:p>
            <a:pPr indent="0" marL="0">
              <a:lnSpc>
                <a:spcPct val="115000"/>
              </a:lnSpc>
              <a:buNone/>
            </a:pPr>
            <a:r>
              <a:rPr lang="ko-KR" altLang="en-US" sz="1200" dirty="0">
                <a:solidFill>
                  <a:srgbClr val="FFFFFF"/>
                </a:solidFill>
                <a:latin typeface="맑은 고딕" pitchFamily="34" charset="0"/>
                <a:ea typeface="맑은 고딕" pitchFamily="34" charset="-122"/>
                <a:cs typeface="맑은 고딕" pitchFamily="34" charset="-120"/>
              </a:rPr>
              <a:t> </a:t>
            </a:r>
            <a:endParaRPr lang="ko-KR" sz="1200" dirty="0"/>
          </a:p>
          <a:p>
            <a:pPr indent="0" marL="0">
              <a:lnSpc>
                <a:spcPct val="115000"/>
              </a:lnSpc>
              <a:buNone/>
            </a:pPr>
            <a:r>
              <a:rPr lang="ko-KR" altLang="en-US" sz="1200" b="1" dirty="0">
                <a:solidFill>
                  <a:srgbClr val="F7D84A"/>
                </a:solidFill>
                <a:latin typeface="맑은 고딕" pitchFamily="34" charset="0"/>
                <a:ea typeface="맑은 고딕" pitchFamily="34" charset="-122"/>
                <a:cs typeface="맑은 고딕" pitchFamily="34" charset="-120"/>
              </a:rPr>
              <a:t>제안</a:t>
            </a:r>
            <a:endParaRPr lang="ko-KR" sz="1200" dirty="0"/>
          </a:p>
          <a:p>
            <a:pPr indent="0" marL="0">
              <a:lnSpc>
                <a:spcPct val="115000"/>
              </a:lnSpc>
              <a:buNone/>
            </a:pPr>
            <a:r>
              <a:rPr lang="ko-KR" altLang="en-US" sz="1200" dirty="0">
                <a:solidFill>
                  <a:srgbClr val="B9C6E2"/>
                </a:solidFill>
                <a:latin typeface="맑은 고딕" pitchFamily="34" charset="0"/>
                <a:ea typeface="맑은 고딕" pitchFamily="34" charset="-122"/>
                <a:cs typeface="맑은 고딕" pitchFamily="34" charset="-120"/>
              </a:rPr>
              <a:t>기본값은 어둡게, 밝게는 선택. 오늘 의견을 받아 확정할게요.</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03  플레이 가이드</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플레이 가이드: 게임 화면 밖에서 설명할 것</a:t>
            </a:r>
            <a:endParaRPr lang="en-US" sz="2800" dirty="0"/>
          </a:p>
        </p:txBody>
      </p:sp>
      <p:sp>
        <p:nvSpPr>
          <p:cNvPr id="10" name="Shape 8"/>
          <p:cNvSpPr/>
          <p:nvPr/>
        </p:nvSpPr>
        <p:spPr>
          <a:xfrm>
            <a:off x="7635240" y="329184"/>
            <a:ext cx="4005072" cy="310896"/>
          </a:xfrm>
          <a:prstGeom prst="rect">
            <a:avLst/>
          </a:prstGeom>
          <a:solidFill>
            <a:srgbClr val="B08E1C"/>
          </a:solidFill>
          <a:ln/>
        </p:spPr>
      </p:sp>
      <p:sp>
        <p:nvSpPr>
          <p:cNvPr id="11" name="Shape 9"/>
          <p:cNvSpPr/>
          <p:nvPr/>
        </p:nvSpPr>
        <p:spPr>
          <a:xfrm>
            <a:off x="7685532" y="379476"/>
            <a:ext cx="3904488" cy="210312"/>
          </a:xfrm>
          <a:prstGeom prst="rect">
            <a:avLst/>
          </a:prstGeom>
          <a:solidFill>
            <a:srgbClr val="F2EBD9"/>
          </a:solidFill>
          <a:ln/>
        </p:spPr>
      </p:sp>
      <p:sp>
        <p:nvSpPr>
          <p:cNvPr id="12" name="Shape 10"/>
          <p:cNvSpPr/>
          <p:nvPr/>
        </p:nvSpPr>
        <p:spPr>
          <a:xfrm>
            <a:off x="7635240" y="329184"/>
            <a:ext cx="50292" cy="50292"/>
          </a:xfrm>
          <a:prstGeom prst="rect">
            <a:avLst/>
          </a:prstGeom>
          <a:solidFill>
            <a:srgbClr val="0F1426"/>
          </a:solidFill>
          <a:ln/>
        </p:spPr>
      </p:sp>
      <p:sp>
        <p:nvSpPr>
          <p:cNvPr id="13" name="Shape 11"/>
          <p:cNvSpPr/>
          <p:nvPr/>
        </p:nvSpPr>
        <p:spPr>
          <a:xfrm>
            <a:off x="11590020" y="329184"/>
            <a:ext cx="50292" cy="50292"/>
          </a:xfrm>
          <a:prstGeom prst="rect">
            <a:avLst/>
          </a:prstGeom>
          <a:solidFill>
            <a:srgbClr val="0F1426"/>
          </a:solidFill>
          <a:ln/>
        </p:spPr>
      </p:sp>
      <p:sp>
        <p:nvSpPr>
          <p:cNvPr id="14" name="Shape 12"/>
          <p:cNvSpPr/>
          <p:nvPr/>
        </p:nvSpPr>
        <p:spPr>
          <a:xfrm>
            <a:off x="7635240" y="589788"/>
            <a:ext cx="50292" cy="50292"/>
          </a:xfrm>
          <a:prstGeom prst="rect">
            <a:avLst/>
          </a:prstGeom>
          <a:solidFill>
            <a:srgbClr val="0F1426"/>
          </a:solidFill>
          <a:ln/>
        </p:spPr>
      </p:sp>
      <p:sp>
        <p:nvSpPr>
          <p:cNvPr id="15" name="Shape 13"/>
          <p:cNvSpPr/>
          <p:nvPr/>
        </p:nvSpPr>
        <p:spPr>
          <a:xfrm>
            <a:off x="11590020" y="589788"/>
            <a:ext cx="50292" cy="50292"/>
          </a:xfrm>
          <a:prstGeom prst="rect">
            <a:avLst/>
          </a:prstGeom>
          <a:solidFill>
            <a:srgbClr val="0F1426"/>
          </a:solidFill>
          <a:ln/>
        </p:spPr>
      </p:sp>
      <p:sp>
        <p:nvSpPr>
          <p:cNvPr id="16" name="Text 14"/>
          <p:cNvSpPr txBox="1"/>
          <p:nvPr/>
        </p:nvSpPr>
        <p:spPr>
          <a:xfrm>
            <a:off x="7635240" y="329184"/>
            <a:ext cx="4005072"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게임 밖 설명 · 인게임에는 표시하지 않음</a:t>
            </a:r>
            <a:endParaRPr lang="ko-KR" sz="1100" dirty="0"/>
          </a:p>
        </p:txBody>
      </p:sp>
      <p:sp>
        <p:nvSpPr>
          <p:cNvPr id="17" name="Shape 15"/>
          <p:cNvSpPr/>
          <p:nvPr/>
        </p:nvSpPr>
        <p:spPr>
          <a:xfrm>
            <a:off x="649224" y="1673352"/>
            <a:ext cx="5486400" cy="2176272"/>
          </a:xfrm>
          <a:prstGeom prst="rect">
            <a:avLst/>
          </a:prstGeom>
          <a:solidFill>
            <a:srgbClr val="0B0F1E"/>
          </a:solidFill>
          <a:ln/>
        </p:spPr>
      </p:sp>
      <p:sp>
        <p:nvSpPr>
          <p:cNvPr id="18" name="Shape 16"/>
          <p:cNvSpPr/>
          <p:nvPr/>
        </p:nvSpPr>
        <p:spPr>
          <a:xfrm>
            <a:off x="548640" y="1572768"/>
            <a:ext cx="5486400" cy="2176272"/>
          </a:xfrm>
          <a:prstGeom prst="rect">
            <a:avLst/>
          </a:prstGeom>
          <a:solidFill>
            <a:srgbClr val="B08E1C"/>
          </a:solidFill>
          <a:ln/>
        </p:spPr>
      </p:sp>
      <p:sp>
        <p:nvSpPr>
          <p:cNvPr id="19" name="Shape 17"/>
          <p:cNvSpPr/>
          <p:nvPr/>
        </p:nvSpPr>
        <p:spPr>
          <a:xfrm>
            <a:off x="598932" y="1623060"/>
            <a:ext cx="5385816" cy="2075688"/>
          </a:xfrm>
          <a:prstGeom prst="rect">
            <a:avLst/>
          </a:prstGeom>
          <a:solidFill>
            <a:srgbClr val="F2EBD9"/>
          </a:solidFill>
          <a:ln/>
        </p:spPr>
      </p:sp>
      <p:sp>
        <p:nvSpPr>
          <p:cNvPr id="20" name="Shape 18"/>
          <p:cNvSpPr/>
          <p:nvPr/>
        </p:nvSpPr>
        <p:spPr>
          <a:xfrm>
            <a:off x="548640" y="1572768"/>
            <a:ext cx="50292" cy="50292"/>
          </a:xfrm>
          <a:prstGeom prst="rect">
            <a:avLst/>
          </a:prstGeom>
          <a:solidFill>
            <a:srgbClr val="0F1426"/>
          </a:solidFill>
          <a:ln/>
        </p:spPr>
      </p:sp>
      <p:sp>
        <p:nvSpPr>
          <p:cNvPr id="21" name="Shape 19"/>
          <p:cNvSpPr/>
          <p:nvPr/>
        </p:nvSpPr>
        <p:spPr>
          <a:xfrm>
            <a:off x="5984748" y="1572768"/>
            <a:ext cx="50292" cy="50292"/>
          </a:xfrm>
          <a:prstGeom prst="rect">
            <a:avLst/>
          </a:prstGeom>
          <a:solidFill>
            <a:srgbClr val="0F1426"/>
          </a:solidFill>
          <a:ln/>
        </p:spPr>
      </p:sp>
      <p:sp>
        <p:nvSpPr>
          <p:cNvPr id="22" name="Shape 20"/>
          <p:cNvSpPr/>
          <p:nvPr/>
        </p:nvSpPr>
        <p:spPr>
          <a:xfrm>
            <a:off x="548640" y="3698748"/>
            <a:ext cx="50292" cy="50292"/>
          </a:xfrm>
          <a:prstGeom prst="rect">
            <a:avLst/>
          </a:prstGeom>
          <a:solidFill>
            <a:srgbClr val="0F1426"/>
          </a:solidFill>
          <a:ln/>
        </p:spPr>
      </p:sp>
      <p:sp>
        <p:nvSpPr>
          <p:cNvPr id="23" name="Shape 21"/>
          <p:cNvSpPr/>
          <p:nvPr/>
        </p:nvSpPr>
        <p:spPr>
          <a:xfrm>
            <a:off x="5984748" y="3698748"/>
            <a:ext cx="50292" cy="50292"/>
          </a:xfrm>
          <a:prstGeom prst="rect">
            <a:avLst/>
          </a:prstGeom>
          <a:solidFill>
            <a:srgbClr val="0F1426"/>
          </a:solidFill>
          <a:ln/>
        </p:spPr>
      </p:sp>
      <p:sp>
        <p:nvSpPr>
          <p:cNvPr id="24" name="Shape 22"/>
          <p:cNvSpPr/>
          <p:nvPr/>
        </p:nvSpPr>
        <p:spPr>
          <a:xfrm>
            <a:off x="777240" y="1773936"/>
            <a:ext cx="502920" cy="502920"/>
          </a:xfrm>
          <a:prstGeom prst="rect">
            <a:avLst/>
          </a:prstGeom>
          <a:solidFill>
            <a:srgbClr val="22201F"/>
          </a:solidFill>
          <a:ln/>
        </p:spPr>
      </p:sp>
      <p:sp>
        <p:nvSpPr>
          <p:cNvPr id="25" name="Shape 23"/>
          <p:cNvSpPr/>
          <p:nvPr/>
        </p:nvSpPr>
        <p:spPr>
          <a:xfrm>
            <a:off x="827532" y="1824228"/>
            <a:ext cx="402336" cy="402336"/>
          </a:xfrm>
          <a:prstGeom prst="rect">
            <a:avLst/>
          </a:prstGeom>
          <a:solidFill>
            <a:srgbClr val="8A5A3B"/>
          </a:solidFill>
          <a:ln/>
        </p:spPr>
      </p:sp>
      <p:sp>
        <p:nvSpPr>
          <p:cNvPr id="26" name="Shape 24"/>
          <p:cNvSpPr/>
          <p:nvPr/>
        </p:nvSpPr>
        <p:spPr>
          <a:xfrm>
            <a:off x="777240" y="1773936"/>
            <a:ext cx="50292" cy="50292"/>
          </a:xfrm>
          <a:prstGeom prst="rect">
            <a:avLst/>
          </a:prstGeom>
          <a:solidFill>
            <a:srgbClr val="F2EBD9"/>
          </a:solidFill>
          <a:ln/>
        </p:spPr>
      </p:sp>
      <p:sp>
        <p:nvSpPr>
          <p:cNvPr id="27" name="Shape 25"/>
          <p:cNvSpPr/>
          <p:nvPr/>
        </p:nvSpPr>
        <p:spPr>
          <a:xfrm>
            <a:off x="1229868" y="1773936"/>
            <a:ext cx="50292" cy="50292"/>
          </a:xfrm>
          <a:prstGeom prst="rect">
            <a:avLst/>
          </a:prstGeom>
          <a:solidFill>
            <a:srgbClr val="F2EBD9"/>
          </a:solidFill>
          <a:ln/>
        </p:spPr>
      </p:sp>
      <p:sp>
        <p:nvSpPr>
          <p:cNvPr id="28" name="Shape 26"/>
          <p:cNvSpPr/>
          <p:nvPr/>
        </p:nvSpPr>
        <p:spPr>
          <a:xfrm>
            <a:off x="777240" y="2226564"/>
            <a:ext cx="50292" cy="50292"/>
          </a:xfrm>
          <a:prstGeom prst="rect">
            <a:avLst/>
          </a:prstGeom>
          <a:solidFill>
            <a:srgbClr val="F2EBD9"/>
          </a:solidFill>
          <a:ln/>
        </p:spPr>
      </p:sp>
      <p:sp>
        <p:nvSpPr>
          <p:cNvPr id="29" name="Shape 27"/>
          <p:cNvSpPr/>
          <p:nvPr/>
        </p:nvSpPr>
        <p:spPr>
          <a:xfrm>
            <a:off x="1229868" y="2226564"/>
            <a:ext cx="50292" cy="50292"/>
          </a:xfrm>
          <a:prstGeom prst="rect">
            <a:avLst/>
          </a:prstGeom>
          <a:solidFill>
            <a:srgbClr val="F2EBD9"/>
          </a:solidFill>
          <a:ln/>
        </p:spPr>
      </p:sp>
      <p:pic>
        <p:nvPicPr>
          <p:cNvPr id="30" name="Image 0" descr="preencoded.png">    </p:cNvPr>
          <p:cNvPicPr>
            <a:picLocks noChangeAspect="1"/>
          </p:cNvPicPr>
          <p:nvPr/>
        </p:nvPicPr>
        <p:blipFill>
          <a:blip r:embed="rId1"/>
          <a:stretch>
            <a:fillRect/>
          </a:stretch>
        </p:blipFill>
        <p:spPr>
          <a:xfrm>
            <a:off x="887882" y="1884578"/>
            <a:ext cx="281635" cy="281635"/>
          </a:xfrm>
          <a:prstGeom prst="rect">
            <a:avLst/>
          </a:prstGeom>
        </p:spPr>
      </p:pic>
      <p:sp>
        <p:nvSpPr>
          <p:cNvPr id="31" name="Text 28"/>
          <p:cNvSpPr txBox="1"/>
          <p:nvPr/>
        </p:nvSpPr>
        <p:spPr>
          <a:xfrm>
            <a:off x="1417320" y="1773936"/>
            <a:ext cx="4389120" cy="502920"/>
          </a:xfrm>
          <a:prstGeom prst="rect">
            <a:avLst/>
          </a:prstGeom>
          <a:noFill/>
          <a:ln/>
        </p:spPr>
        <p:txBody>
          <a:bodyPr wrap="square" lIns="0" tIns="0" rIns="0" bIns="0" rtlCol="0" anchor="ctr"/>
          <a:lstStyle/>
          <a:p>
            <a:pPr indent="0" marL="0">
              <a:buNone/>
            </a:pPr>
            <a:r>
              <a:rPr lang="ko-KR" altLang="en-US" sz="1800" dirty="0">
                <a:solidFill>
                  <a:srgbClr val="22201F"/>
                </a:solidFill>
                <a:latin typeface="Galmuri14" pitchFamily="34" charset="0"/>
                <a:ea typeface="Galmuri14" pitchFamily="34" charset="-122"/>
                <a:cs typeface="Galmuri14" pitchFamily="34" charset="-120"/>
              </a:rPr>
              <a:t>조작</a:t>
            </a:r>
            <a:endParaRPr lang="ko-KR" sz="1800" dirty="0"/>
          </a:p>
        </p:txBody>
      </p:sp>
      <p:sp>
        <p:nvSpPr>
          <p:cNvPr id="32" name="Text 29"/>
          <p:cNvSpPr txBox="1"/>
          <p:nvPr/>
        </p:nvSpPr>
        <p:spPr>
          <a:xfrm>
            <a:off x="822960" y="2377440"/>
            <a:ext cx="5074920" cy="1298448"/>
          </a:xfrm>
          <a:prstGeom prst="rect">
            <a:avLst/>
          </a:prstGeom>
          <a:noFill/>
          <a:ln/>
        </p:spPr>
        <p:txBody>
          <a:bodyPr wrap="square" lIns="0" tIns="0" rIns="0" bIns="0" rtlCol="0" anchor="t"/>
          <a:lstStyle/>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대조: 정보 두 개를 차례로 누르면 일치·불일치 (같은 종류끼리)</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표시: 의심스러운 곳에 깃발 꽂기·빼기</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조회: 센터 자료 꺼내기, 몇 번 해도 감점 없음</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규칙: 오늘의 조건과 규칙집 다시 보기</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첨부 파일을 누르면 파일 정보(마지막 확장자)</a:t>
            </a:r>
            <a:endParaRPr lang="ko-KR" sz="1200" dirty="0"/>
          </a:p>
        </p:txBody>
      </p:sp>
      <p:sp>
        <p:nvSpPr>
          <p:cNvPr id="33" name="Shape 30"/>
          <p:cNvSpPr/>
          <p:nvPr/>
        </p:nvSpPr>
        <p:spPr>
          <a:xfrm>
            <a:off x="6254496" y="1673352"/>
            <a:ext cx="5486400" cy="2176272"/>
          </a:xfrm>
          <a:prstGeom prst="rect">
            <a:avLst/>
          </a:prstGeom>
          <a:solidFill>
            <a:srgbClr val="0B0F1E"/>
          </a:solidFill>
          <a:ln/>
        </p:spPr>
      </p:sp>
      <p:sp>
        <p:nvSpPr>
          <p:cNvPr id="34" name="Shape 31"/>
          <p:cNvSpPr/>
          <p:nvPr/>
        </p:nvSpPr>
        <p:spPr>
          <a:xfrm>
            <a:off x="6153912" y="1572768"/>
            <a:ext cx="5486400" cy="2176272"/>
          </a:xfrm>
          <a:prstGeom prst="rect">
            <a:avLst/>
          </a:prstGeom>
          <a:solidFill>
            <a:srgbClr val="B08E1C"/>
          </a:solidFill>
          <a:ln/>
        </p:spPr>
      </p:sp>
      <p:sp>
        <p:nvSpPr>
          <p:cNvPr id="35" name="Shape 32"/>
          <p:cNvSpPr/>
          <p:nvPr/>
        </p:nvSpPr>
        <p:spPr>
          <a:xfrm>
            <a:off x="6204204" y="1623060"/>
            <a:ext cx="5385816" cy="2075688"/>
          </a:xfrm>
          <a:prstGeom prst="rect">
            <a:avLst/>
          </a:prstGeom>
          <a:solidFill>
            <a:srgbClr val="F2EBD9"/>
          </a:solidFill>
          <a:ln/>
        </p:spPr>
      </p:sp>
      <p:sp>
        <p:nvSpPr>
          <p:cNvPr id="36" name="Shape 33"/>
          <p:cNvSpPr/>
          <p:nvPr/>
        </p:nvSpPr>
        <p:spPr>
          <a:xfrm>
            <a:off x="6153912" y="1572768"/>
            <a:ext cx="50292" cy="50292"/>
          </a:xfrm>
          <a:prstGeom prst="rect">
            <a:avLst/>
          </a:prstGeom>
          <a:solidFill>
            <a:srgbClr val="0F1426"/>
          </a:solidFill>
          <a:ln/>
        </p:spPr>
      </p:sp>
      <p:sp>
        <p:nvSpPr>
          <p:cNvPr id="37" name="Shape 34"/>
          <p:cNvSpPr/>
          <p:nvPr/>
        </p:nvSpPr>
        <p:spPr>
          <a:xfrm>
            <a:off x="11590020" y="1572768"/>
            <a:ext cx="50292" cy="50292"/>
          </a:xfrm>
          <a:prstGeom prst="rect">
            <a:avLst/>
          </a:prstGeom>
          <a:solidFill>
            <a:srgbClr val="0F1426"/>
          </a:solidFill>
          <a:ln/>
        </p:spPr>
      </p:sp>
      <p:sp>
        <p:nvSpPr>
          <p:cNvPr id="38" name="Shape 35"/>
          <p:cNvSpPr/>
          <p:nvPr/>
        </p:nvSpPr>
        <p:spPr>
          <a:xfrm>
            <a:off x="6153912" y="3698748"/>
            <a:ext cx="50292" cy="50292"/>
          </a:xfrm>
          <a:prstGeom prst="rect">
            <a:avLst/>
          </a:prstGeom>
          <a:solidFill>
            <a:srgbClr val="0F1426"/>
          </a:solidFill>
          <a:ln/>
        </p:spPr>
      </p:sp>
      <p:sp>
        <p:nvSpPr>
          <p:cNvPr id="39" name="Shape 36"/>
          <p:cNvSpPr/>
          <p:nvPr/>
        </p:nvSpPr>
        <p:spPr>
          <a:xfrm>
            <a:off x="11590020" y="3698748"/>
            <a:ext cx="50292" cy="50292"/>
          </a:xfrm>
          <a:prstGeom prst="rect">
            <a:avLst/>
          </a:prstGeom>
          <a:solidFill>
            <a:srgbClr val="0F1426"/>
          </a:solidFill>
          <a:ln/>
        </p:spPr>
      </p:sp>
      <p:sp>
        <p:nvSpPr>
          <p:cNvPr id="40" name="Shape 37"/>
          <p:cNvSpPr/>
          <p:nvPr/>
        </p:nvSpPr>
        <p:spPr>
          <a:xfrm>
            <a:off x="6382512" y="1773936"/>
            <a:ext cx="502920" cy="502920"/>
          </a:xfrm>
          <a:prstGeom prst="rect">
            <a:avLst/>
          </a:prstGeom>
          <a:solidFill>
            <a:srgbClr val="22201F"/>
          </a:solidFill>
          <a:ln/>
        </p:spPr>
      </p:sp>
      <p:sp>
        <p:nvSpPr>
          <p:cNvPr id="41" name="Shape 38"/>
          <p:cNvSpPr/>
          <p:nvPr/>
        </p:nvSpPr>
        <p:spPr>
          <a:xfrm>
            <a:off x="6432804" y="1824228"/>
            <a:ext cx="402336" cy="402336"/>
          </a:xfrm>
          <a:prstGeom prst="rect">
            <a:avLst/>
          </a:prstGeom>
          <a:solidFill>
            <a:srgbClr val="8A5A3B"/>
          </a:solidFill>
          <a:ln/>
        </p:spPr>
      </p:sp>
      <p:sp>
        <p:nvSpPr>
          <p:cNvPr id="42" name="Shape 39"/>
          <p:cNvSpPr/>
          <p:nvPr/>
        </p:nvSpPr>
        <p:spPr>
          <a:xfrm>
            <a:off x="6382512" y="1773936"/>
            <a:ext cx="50292" cy="50292"/>
          </a:xfrm>
          <a:prstGeom prst="rect">
            <a:avLst/>
          </a:prstGeom>
          <a:solidFill>
            <a:srgbClr val="F2EBD9"/>
          </a:solidFill>
          <a:ln/>
        </p:spPr>
      </p:sp>
      <p:sp>
        <p:nvSpPr>
          <p:cNvPr id="43" name="Shape 40"/>
          <p:cNvSpPr/>
          <p:nvPr/>
        </p:nvSpPr>
        <p:spPr>
          <a:xfrm>
            <a:off x="6835140" y="1773936"/>
            <a:ext cx="50292" cy="50292"/>
          </a:xfrm>
          <a:prstGeom prst="rect">
            <a:avLst/>
          </a:prstGeom>
          <a:solidFill>
            <a:srgbClr val="F2EBD9"/>
          </a:solidFill>
          <a:ln/>
        </p:spPr>
      </p:sp>
      <p:sp>
        <p:nvSpPr>
          <p:cNvPr id="44" name="Shape 41"/>
          <p:cNvSpPr/>
          <p:nvPr/>
        </p:nvSpPr>
        <p:spPr>
          <a:xfrm>
            <a:off x="6382512" y="2226564"/>
            <a:ext cx="50292" cy="50292"/>
          </a:xfrm>
          <a:prstGeom prst="rect">
            <a:avLst/>
          </a:prstGeom>
          <a:solidFill>
            <a:srgbClr val="F2EBD9"/>
          </a:solidFill>
          <a:ln/>
        </p:spPr>
      </p:sp>
      <p:sp>
        <p:nvSpPr>
          <p:cNvPr id="45" name="Shape 42"/>
          <p:cNvSpPr/>
          <p:nvPr/>
        </p:nvSpPr>
        <p:spPr>
          <a:xfrm>
            <a:off x="6835140" y="2226564"/>
            <a:ext cx="50292" cy="50292"/>
          </a:xfrm>
          <a:prstGeom prst="rect">
            <a:avLst/>
          </a:prstGeom>
          <a:solidFill>
            <a:srgbClr val="F2EBD9"/>
          </a:solidFill>
          <a:ln/>
        </p:spPr>
      </p:sp>
      <p:pic>
        <p:nvPicPr>
          <p:cNvPr id="46" name="Image 1" descr="preencoded.png">    </p:cNvPr>
          <p:cNvPicPr>
            <a:picLocks noChangeAspect="1"/>
          </p:cNvPicPr>
          <p:nvPr/>
        </p:nvPicPr>
        <p:blipFill>
          <a:blip r:embed="rId2"/>
          <a:stretch>
            <a:fillRect/>
          </a:stretch>
        </p:blipFill>
        <p:spPr>
          <a:xfrm>
            <a:off x="6493154" y="1884578"/>
            <a:ext cx="281635" cy="281635"/>
          </a:xfrm>
          <a:prstGeom prst="rect">
            <a:avLst/>
          </a:prstGeom>
        </p:spPr>
      </p:pic>
      <p:sp>
        <p:nvSpPr>
          <p:cNvPr id="47" name="Text 43"/>
          <p:cNvSpPr txBox="1"/>
          <p:nvPr/>
        </p:nvSpPr>
        <p:spPr>
          <a:xfrm>
            <a:off x="7022592" y="1773936"/>
            <a:ext cx="4389120" cy="502920"/>
          </a:xfrm>
          <a:prstGeom prst="rect">
            <a:avLst/>
          </a:prstGeom>
          <a:noFill/>
          <a:ln/>
        </p:spPr>
        <p:txBody>
          <a:bodyPr wrap="square" lIns="0" tIns="0" rIns="0" bIns="0" rtlCol="0" anchor="ctr"/>
          <a:lstStyle/>
          <a:p>
            <a:pPr indent="0" marL="0">
              <a:buNone/>
            </a:pPr>
            <a:r>
              <a:rPr lang="ko-KR" altLang="en-US" sz="1800" dirty="0">
                <a:solidFill>
                  <a:srgbClr val="22201F"/>
                </a:solidFill>
                <a:latin typeface="Galmuri14" pitchFamily="34" charset="0"/>
                <a:ea typeface="Galmuri14" pitchFamily="34" charset="-122"/>
                <a:cs typeface="Galmuri14" pitchFamily="34" charset="-120"/>
              </a:rPr>
              <a:t>규칙</a:t>
            </a:r>
            <a:endParaRPr lang="ko-KR" sz="1800" dirty="0"/>
          </a:p>
        </p:txBody>
      </p:sp>
      <p:sp>
        <p:nvSpPr>
          <p:cNvPr id="48" name="Text 44"/>
          <p:cNvSpPr txBox="1"/>
          <p:nvPr/>
        </p:nvSpPr>
        <p:spPr>
          <a:xfrm>
            <a:off x="6428232" y="2377440"/>
            <a:ext cx="5074920" cy="1298448"/>
          </a:xfrm>
          <a:prstGeom prst="rect">
            <a:avLst/>
          </a:prstGeom>
          <a:noFill/>
          <a:ln/>
        </p:spPr>
        <p:txBody>
          <a:bodyPr wrap="square" lIns="0" tIns="0" rIns="0" bIns="0" rtlCol="0" anchor="t"/>
          <a:lstStyle/>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판정 결과는 근무가 끝난 뒤 한꺼번에 공개</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위험한 요청 승인 = 보안 사고, 그 자리에서 종료</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처리 성공률 60% 미만 = 점검 미달</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실패하면 그 난이도를 처음부터</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정상 요청을 막아도 감점 (편의 게이지)</a:t>
            </a:r>
            <a:endParaRPr lang="ko-KR" sz="1200" dirty="0"/>
          </a:p>
        </p:txBody>
      </p:sp>
      <p:sp>
        <p:nvSpPr>
          <p:cNvPr id="49" name="Shape 45"/>
          <p:cNvSpPr/>
          <p:nvPr/>
        </p:nvSpPr>
        <p:spPr>
          <a:xfrm>
            <a:off x="649224" y="4005072"/>
            <a:ext cx="5486400" cy="2176272"/>
          </a:xfrm>
          <a:prstGeom prst="rect">
            <a:avLst/>
          </a:prstGeom>
          <a:solidFill>
            <a:srgbClr val="0B0F1E"/>
          </a:solidFill>
          <a:ln/>
        </p:spPr>
      </p:sp>
      <p:sp>
        <p:nvSpPr>
          <p:cNvPr id="50" name="Shape 46"/>
          <p:cNvSpPr/>
          <p:nvPr/>
        </p:nvSpPr>
        <p:spPr>
          <a:xfrm>
            <a:off x="548640" y="3904488"/>
            <a:ext cx="5486400" cy="2176272"/>
          </a:xfrm>
          <a:prstGeom prst="rect">
            <a:avLst/>
          </a:prstGeom>
          <a:solidFill>
            <a:srgbClr val="B08E1C"/>
          </a:solidFill>
          <a:ln/>
        </p:spPr>
      </p:sp>
      <p:sp>
        <p:nvSpPr>
          <p:cNvPr id="51" name="Shape 47"/>
          <p:cNvSpPr/>
          <p:nvPr/>
        </p:nvSpPr>
        <p:spPr>
          <a:xfrm>
            <a:off x="598932" y="3954780"/>
            <a:ext cx="5385816" cy="2075688"/>
          </a:xfrm>
          <a:prstGeom prst="rect">
            <a:avLst/>
          </a:prstGeom>
          <a:solidFill>
            <a:srgbClr val="F2EBD9"/>
          </a:solidFill>
          <a:ln/>
        </p:spPr>
      </p:sp>
      <p:sp>
        <p:nvSpPr>
          <p:cNvPr id="52" name="Shape 48"/>
          <p:cNvSpPr/>
          <p:nvPr/>
        </p:nvSpPr>
        <p:spPr>
          <a:xfrm>
            <a:off x="548640" y="3904488"/>
            <a:ext cx="50292" cy="50292"/>
          </a:xfrm>
          <a:prstGeom prst="rect">
            <a:avLst/>
          </a:prstGeom>
          <a:solidFill>
            <a:srgbClr val="0F1426"/>
          </a:solidFill>
          <a:ln/>
        </p:spPr>
      </p:sp>
      <p:sp>
        <p:nvSpPr>
          <p:cNvPr id="53" name="Shape 49"/>
          <p:cNvSpPr/>
          <p:nvPr/>
        </p:nvSpPr>
        <p:spPr>
          <a:xfrm>
            <a:off x="5984748" y="3904488"/>
            <a:ext cx="50292" cy="50292"/>
          </a:xfrm>
          <a:prstGeom prst="rect">
            <a:avLst/>
          </a:prstGeom>
          <a:solidFill>
            <a:srgbClr val="0F1426"/>
          </a:solidFill>
          <a:ln/>
        </p:spPr>
      </p:sp>
      <p:sp>
        <p:nvSpPr>
          <p:cNvPr id="54" name="Shape 50"/>
          <p:cNvSpPr/>
          <p:nvPr/>
        </p:nvSpPr>
        <p:spPr>
          <a:xfrm>
            <a:off x="548640" y="6030468"/>
            <a:ext cx="50292" cy="50292"/>
          </a:xfrm>
          <a:prstGeom prst="rect">
            <a:avLst/>
          </a:prstGeom>
          <a:solidFill>
            <a:srgbClr val="0F1426"/>
          </a:solidFill>
          <a:ln/>
        </p:spPr>
      </p:sp>
      <p:sp>
        <p:nvSpPr>
          <p:cNvPr id="55" name="Shape 51"/>
          <p:cNvSpPr/>
          <p:nvPr/>
        </p:nvSpPr>
        <p:spPr>
          <a:xfrm>
            <a:off x="5984748" y="6030468"/>
            <a:ext cx="50292" cy="50292"/>
          </a:xfrm>
          <a:prstGeom prst="rect">
            <a:avLst/>
          </a:prstGeom>
          <a:solidFill>
            <a:srgbClr val="0F1426"/>
          </a:solidFill>
          <a:ln/>
        </p:spPr>
      </p:sp>
      <p:sp>
        <p:nvSpPr>
          <p:cNvPr id="56" name="Shape 52"/>
          <p:cNvSpPr/>
          <p:nvPr/>
        </p:nvSpPr>
        <p:spPr>
          <a:xfrm>
            <a:off x="777240" y="4105656"/>
            <a:ext cx="502920" cy="502920"/>
          </a:xfrm>
          <a:prstGeom prst="rect">
            <a:avLst/>
          </a:prstGeom>
          <a:solidFill>
            <a:srgbClr val="22201F"/>
          </a:solidFill>
          <a:ln/>
        </p:spPr>
      </p:sp>
      <p:sp>
        <p:nvSpPr>
          <p:cNvPr id="57" name="Shape 53"/>
          <p:cNvSpPr/>
          <p:nvPr/>
        </p:nvSpPr>
        <p:spPr>
          <a:xfrm>
            <a:off x="827532" y="4155948"/>
            <a:ext cx="402336" cy="402336"/>
          </a:xfrm>
          <a:prstGeom prst="rect">
            <a:avLst/>
          </a:prstGeom>
          <a:solidFill>
            <a:srgbClr val="8A5A3B"/>
          </a:solidFill>
          <a:ln/>
        </p:spPr>
      </p:sp>
      <p:sp>
        <p:nvSpPr>
          <p:cNvPr id="58" name="Shape 54"/>
          <p:cNvSpPr/>
          <p:nvPr/>
        </p:nvSpPr>
        <p:spPr>
          <a:xfrm>
            <a:off x="777240" y="4105656"/>
            <a:ext cx="50292" cy="50292"/>
          </a:xfrm>
          <a:prstGeom prst="rect">
            <a:avLst/>
          </a:prstGeom>
          <a:solidFill>
            <a:srgbClr val="F2EBD9"/>
          </a:solidFill>
          <a:ln/>
        </p:spPr>
      </p:sp>
      <p:sp>
        <p:nvSpPr>
          <p:cNvPr id="59" name="Shape 55"/>
          <p:cNvSpPr/>
          <p:nvPr/>
        </p:nvSpPr>
        <p:spPr>
          <a:xfrm>
            <a:off x="1229868" y="4105656"/>
            <a:ext cx="50292" cy="50292"/>
          </a:xfrm>
          <a:prstGeom prst="rect">
            <a:avLst/>
          </a:prstGeom>
          <a:solidFill>
            <a:srgbClr val="F2EBD9"/>
          </a:solidFill>
          <a:ln/>
        </p:spPr>
      </p:sp>
      <p:sp>
        <p:nvSpPr>
          <p:cNvPr id="60" name="Shape 56"/>
          <p:cNvSpPr/>
          <p:nvPr/>
        </p:nvSpPr>
        <p:spPr>
          <a:xfrm>
            <a:off x="777240" y="4558284"/>
            <a:ext cx="50292" cy="50292"/>
          </a:xfrm>
          <a:prstGeom prst="rect">
            <a:avLst/>
          </a:prstGeom>
          <a:solidFill>
            <a:srgbClr val="F2EBD9"/>
          </a:solidFill>
          <a:ln/>
        </p:spPr>
      </p:sp>
      <p:sp>
        <p:nvSpPr>
          <p:cNvPr id="61" name="Shape 57"/>
          <p:cNvSpPr/>
          <p:nvPr/>
        </p:nvSpPr>
        <p:spPr>
          <a:xfrm>
            <a:off x="1229868" y="4558284"/>
            <a:ext cx="50292" cy="50292"/>
          </a:xfrm>
          <a:prstGeom prst="rect">
            <a:avLst/>
          </a:prstGeom>
          <a:solidFill>
            <a:srgbClr val="F2EBD9"/>
          </a:solidFill>
          <a:ln/>
        </p:spPr>
      </p:sp>
      <p:pic>
        <p:nvPicPr>
          <p:cNvPr id="62" name="Image 2" descr="preencoded.png">    </p:cNvPr>
          <p:cNvPicPr>
            <a:picLocks noChangeAspect="1"/>
          </p:cNvPicPr>
          <p:nvPr/>
        </p:nvPicPr>
        <p:blipFill>
          <a:blip r:embed="rId3"/>
          <a:stretch>
            <a:fillRect/>
          </a:stretch>
        </p:blipFill>
        <p:spPr>
          <a:xfrm>
            <a:off x="887882" y="4216298"/>
            <a:ext cx="281635" cy="281635"/>
          </a:xfrm>
          <a:prstGeom prst="rect">
            <a:avLst/>
          </a:prstGeom>
        </p:spPr>
      </p:pic>
      <p:sp>
        <p:nvSpPr>
          <p:cNvPr id="63" name="Text 58"/>
          <p:cNvSpPr txBox="1"/>
          <p:nvPr/>
        </p:nvSpPr>
        <p:spPr>
          <a:xfrm>
            <a:off x="1417320" y="4105656"/>
            <a:ext cx="4389120" cy="502920"/>
          </a:xfrm>
          <a:prstGeom prst="rect">
            <a:avLst/>
          </a:prstGeom>
          <a:noFill/>
          <a:ln/>
        </p:spPr>
        <p:txBody>
          <a:bodyPr wrap="square" lIns="0" tIns="0" rIns="0" bIns="0" rtlCol="0" anchor="ctr"/>
          <a:lstStyle/>
          <a:p>
            <a:pPr indent="0" marL="0">
              <a:buNone/>
            </a:pPr>
            <a:r>
              <a:rPr lang="ko-KR" altLang="en-US" sz="1800" dirty="0">
                <a:solidFill>
                  <a:srgbClr val="22201F"/>
                </a:solidFill>
                <a:latin typeface="Galmuri14" pitchFamily="34" charset="0"/>
                <a:ea typeface="Galmuri14" pitchFamily="34" charset="-122"/>
                <a:cs typeface="Galmuri14" pitchFamily="34" charset="-120"/>
              </a:rPr>
              <a:t>모드 · 난이도</a:t>
            </a:r>
            <a:endParaRPr lang="ko-KR" sz="1800" dirty="0"/>
          </a:p>
        </p:txBody>
      </p:sp>
      <p:sp>
        <p:nvSpPr>
          <p:cNvPr id="64" name="Text 59"/>
          <p:cNvSpPr txBox="1"/>
          <p:nvPr/>
        </p:nvSpPr>
        <p:spPr>
          <a:xfrm>
            <a:off x="822960" y="4709160"/>
            <a:ext cx="5074920" cy="1298448"/>
          </a:xfrm>
          <a:prstGeom prst="rect">
            <a:avLst/>
          </a:prstGeom>
          <a:noFill/>
          <a:ln/>
        </p:spPr>
        <p:txBody>
          <a:bodyPr wrap="square" lIns="0" tIns="0" rIns="0" bIns="0" rtlCol="0" anchor="t"/>
          <a:lstStyle/>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일반: 시간 제한 없음, 나갔다 와도 이어서</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경쟁: 사건당 60·50·45·40초, 남은 초 = 보너스</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경쟁: 시간 초과 = 놓침, 나가면 이번 기록 삭제</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난이도: 화면·조작은 같고 사건만 어려워짐</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앞 난이도를 통과하면 다음 난이도가 열림</a:t>
            </a:r>
            <a:endParaRPr lang="ko-KR" sz="1200" dirty="0"/>
          </a:p>
        </p:txBody>
      </p:sp>
      <p:sp>
        <p:nvSpPr>
          <p:cNvPr id="65" name="Shape 60"/>
          <p:cNvSpPr/>
          <p:nvPr/>
        </p:nvSpPr>
        <p:spPr>
          <a:xfrm>
            <a:off x="6254496" y="4005072"/>
            <a:ext cx="5486400" cy="2176272"/>
          </a:xfrm>
          <a:prstGeom prst="rect">
            <a:avLst/>
          </a:prstGeom>
          <a:solidFill>
            <a:srgbClr val="0B0F1E"/>
          </a:solidFill>
          <a:ln/>
        </p:spPr>
      </p:sp>
      <p:sp>
        <p:nvSpPr>
          <p:cNvPr id="66" name="Shape 61"/>
          <p:cNvSpPr/>
          <p:nvPr/>
        </p:nvSpPr>
        <p:spPr>
          <a:xfrm>
            <a:off x="6153912" y="3904488"/>
            <a:ext cx="5486400" cy="2176272"/>
          </a:xfrm>
          <a:prstGeom prst="rect">
            <a:avLst/>
          </a:prstGeom>
          <a:solidFill>
            <a:srgbClr val="B08E1C"/>
          </a:solidFill>
          <a:ln/>
        </p:spPr>
      </p:sp>
      <p:sp>
        <p:nvSpPr>
          <p:cNvPr id="67" name="Shape 62"/>
          <p:cNvSpPr/>
          <p:nvPr/>
        </p:nvSpPr>
        <p:spPr>
          <a:xfrm>
            <a:off x="6204204" y="3954780"/>
            <a:ext cx="5385816" cy="2075688"/>
          </a:xfrm>
          <a:prstGeom prst="rect">
            <a:avLst/>
          </a:prstGeom>
          <a:solidFill>
            <a:srgbClr val="F2EBD9"/>
          </a:solidFill>
          <a:ln/>
        </p:spPr>
      </p:sp>
      <p:sp>
        <p:nvSpPr>
          <p:cNvPr id="68" name="Shape 63"/>
          <p:cNvSpPr/>
          <p:nvPr/>
        </p:nvSpPr>
        <p:spPr>
          <a:xfrm>
            <a:off x="6153912" y="3904488"/>
            <a:ext cx="50292" cy="50292"/>
          </a:xfrm>
          <a:prstGeom prst="rect">
            <a:avLst/>
          </a:prstGeom>
          <a:solidFill>
            <a:srgbClr val="0F1426"/>
          </a:solidFill>
          <a:ln/>
        </p:spPr>
      </p:sp>
      <p:sp>
        <p:nvSpPr>
          <p:cNvPr id="69" name="Shape 64"/>
          <p:cNvSpPr/>
          <p:nvPr/>
        </p:nvSpPr>
        <p:spPr>
          <a:xfrm>
            <a:off x="11590020" y="3904488"/>
            <a:ext cx="50292" cy="50292"/>
          </a:xfrm>
          <a:prstGeom prst="rect">
            <a:avLst/>
          </a:prstGeom>
          <a:solidFill>
            <a:srgbClr val="0F1426"/>
          </a:solidFill>
          <a:ln/>
        </p:spPr>
      </p:sp>
      <p:sp>
        <p:nvSpPr>
          <p:cNvPr id="70" name="Shape 65"/>
          <p:cNvSpPr/>
          <p:nvPr/>
        </p:nvSpPr>
        <p:spPr>
          <a:xfrm>
            <a:off x="6153912" y="6030468"/>
            <a:ext cx="50292" cy="50292"/>
          </a:xfrm>
          <a:prstGeom prst="rect">
            <a:avLst/>
          </a:prstGeom>
          <a:solidFill>
            <a:srgbClr val="0F1426"/>
          </a:solidFill>
          <a:ln/>
        </p:spPr>
      </p:sp>
      <p:sp>
        <p:nvSpPr>
          <p:cNvPr id="71" name="Shape 66"/>
          <p:cNvSpPr/>
          <p:nvPr/>
        </p:nvSpPr>
        <p:spPr>
          <a:xfrm>
            <a:off x="11590020" y="6030468"/>
            <a:ext cx="50292" cy="50292"/>
          </a:xfrm>
          <a:prstGeom prst="rect">
            <a:avLst/>
          </a:prstGeom>
          <a:solidFill>
            <a:srgbClr val="0F1426"/>
          </a:solidFill>
          <a:ln/>
        </p:spPr>
      </p:sp>
      <p:sp>
        <p:nvSpPr>
          <p:cNvPr id="72" name="Shape 67"/>
          <p:cNvSpPr/>
          <p:nvPr/>
        </p:nvSpPr>
        <p:spPr>
          <a:xfrm>
            <a:off x="6382512" y="4105656"/>
            <a:ext cx="502920" cy="502920"/>
          </a:xfrm>
          <a:prstGeom prst="rect">
            <a:avLst/>
          </a:prstGeom>
          <a:solidFill>
            <a:srgbClr val="22201F"/>
          </a:solidFill>
          <a:ln/>
        </p:spPr>
      </p:sp>
      <p:sp>
        <p:nvSpPr>
          <p:cNvPr id="73" name="Shape 68"/>
          <p:cNvSpPr/>
          <p:nvPr/>
        </p:nvSpPr>
        <p:spPr>
          <a:xfrm>
            <a:off x="6432804" y="4155948"/>
            <a:ext cx="402336" cy="402336"/>
          </a:xfrm>
          <a:prstGeom prst="rect">
            <a:avLst/>
          </a:prstGeom>
          <a:solidFill>
            <a:srgbClr val="8A5A3B"/>
          </a:solidFill>
          <a:ln/>
        </p:spPr>
      </p:sp>
      <p:sp>
        <p:nvSpPr>
          <p:cNvPr id="74" name="Shape 69"/>
          <p:cNvSpPr/>
          <p:nvPr/>
        </p:nvSpPr>
        <p:spPr>
          <a:xfrm>
            <a:off x="6382512" y="4105656"/>
            <a:ext cx="50292" cy="50292"/>
          </a:xfrm>
          <a:prstGeom prst="rect">
            <a:avLst/>
          </a:prstGeom>
          <a:solidFill>
            <a:srgbClr val="F2EBD9"/>
          </a:solidFill>
          <a:ln/>
        </p:spPr>
      </p:sp>
      <p:sp>
        <p:nvSpPr>
          <p:cNvPr id="75" name="Shape 70"/>
          <p:cNvSpPr/>
          <p:nvPr/>
        </p:nvSpPr>
        <p:spPr>
          <a:xfrm>
            <a:off x="6835140" y="4105656"/>
            <a:ext cx="50292" cy="50292"/>
          </a:xfrm>
          <a:prstGeom prst="rect">
            <a:avLst/>
          </a:prstGeom>
          <a:solidFill>
            <a:srgbClr val="F2EBD9"/>
          </a:solidFill>
          <a:ln/>
        </p:spPr>
      </p:sp>
      <p:sp>
        <p:nvSpPr>
          <p:cNvPr id="76" name="Shape 71"/>
          <p:cNvSpPr/>
          <p:nvPr/>
        </p:nvSpPr>
        <p:spPr>
          <a:xfrm>
            <a:off x="6382512" y="4558284"/>
            <a:ext cx="50292" cy="50292"/>
          </a:xfrm>
          <a:prstGeom prst="rect">
            <a:avLst/>
          </a:prstGeom>
          <a:solidFill>
            <a:srgbClr val="F2EBD9"/>
          </a:solidFill>
          <a:ln/>
        </p:spPr>
      </p:sp>
      <p:sp>
        <p:nvSpPr>
          <p:cNvPr id="77" name="Shape 72"/>
          <p:cNvSpPr/>
          <p:nvPr/>
        </p:nvSpPr>
        <p:spPr>
          <a:xfrm>
            <a:off x="6835140" y="4558284"/>
            <a:ext cx="50292" cy="50292"/>
          </a:xfrm>
          <a:prstGeom prst="rect">
            <a:avLst/>
          </a:prstGeom>
          <a:solidFill>
            <a:srgbClr val="F2EBD9"/>
          </a:solidFill>
          <a:ln/>
        </p:spPr>
      </p:sp>
      <p:pic>
        <p:nvPicPr>
          <p:cNvPr id="78" name="Image 3" descr="preencoded.png">    </p:cNvPr>
          <p:cNvPicPr>
            <a:picLocks noChangeAspect="1"/>
          </p:cNvPicPr>
          <p:nvPr/>
        </p:nvPicPr>
        <p:blipFill>
          <a:blip r:embed="rId4"/>
          <a:stretch>
            <a:fillRect/>
          </a:stretch>
        </p:blipFill>
        <p:spPr>
          <a:xfrm>
            <a:off x="6493154" y="4216298"/>
            <a:ext cx="281635" cy="281635"/>
          </a:xfrm>
          <a:prstGeom prst="rect">
            <a:avLst/>
          </a:prstGeom>
        </p:spPr>
      </p:pic>
      <p:sp>
        <p:nvSpPr>
          <p:cNvPr id="79" name="Text 73"/>
          <p:cNvSpPr txBox="1"/>
          <p:nvPr/>
        </p:nvSpPr>
        <p:spPr>
          <a:xfrm>
            <a:off x="7022592" y="4105656"/>
            <a:ext cx="4389120" cy="502920"/>
          </a:xfrm>
          <a:prstGeom prst="rect">
            <a:avLst/>
          </a:prstGeom>
          <a:noFill/>
          <a:ln/>
        </p:spPr>
        <p:txBody>
          <a:bodyPr wrap="square" lIns="0" tIns="0" rIns="0" bIns="0" rtlCol="0" anchor="ctr"/>
          <a:lstStyle/>
          <a:p>
            <a:pPr indent="0" marL="0">
              <a:buNone/>
            </a:pPr>
            <a:r>
              <a:rPr lang="ko-KR" altLang="en-US" sz="1800" dirty="0">
                <a:solidFill>
                  <a:srgbClr val="22201F"/>
                </a:solidFill>
                <a:latin typeface="Galmuri14" pitchFamily="34" charset="0"/>
                <a:ea typeface="Galmuri14" pitchFamily="34" charset="-122"/>
                <a:cs typeface="Galmuri14" pitchFamily="34" charset="-120"/>
              </a:rPr>
              <a:t>이름 · 기록 · 시제품</a:t>
            </a:r>
            <a:endParaRPr lang="ko-KR" sz="1800" dirty="0"/>
          </a:p>
        </p:txBody>
      </p:sp>
      <p:sp>
        <p:nvSpPr>
          <p:cNvPr id="80" name="Text 74"/>
          <p:cNvSpPr txBox="1"/>
          <p:nvPr/>
        </p:nvSpPr>
        <p:spPr>
          <a:xfrm>
            <a:off x="6428232" y="4709160"/>
            <a:ext cx="5074920" cy="1298448"/>
          </a:xfrm>
          <a:prstGeom prst="rect">
            <a:avLst/>
          </a:prstGeom>
          <a:noFill/>
          <a:ln/>
        </p:spPr>
        <p:txBody>
          <a:bodyPr wrap="square" lIns="0" tIns="0" rIns="0" bIns="0" rtlCol="0" anchor="t"/>
          <a:lstStyle/>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이름은 미리 만든 조합 뽑기 (실명·나이 없음)</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랭킹: 1단계 기기 안 상위 10 → 2단계 서버</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보안 사고 판은 랭킹에 오르지 않음</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화면은 HTML 시제품 (Unity 구현 전)</a:t>
            </a:r>
            <a:endParaRPr lang="ko-KR" sz="1200" dirty="0"/>
          </a:p>
          <a:p>
            <a:pPr marL="152400" indent="-152400">
              <a:spcAft>
                <a:spcPts val="100"/>
              </a:spcAft>
              <a:buSzPct val="100000"/>
              <a:buChar char="•"/>
            </a:pPr>
            <a:r>
              <a:rPr lang="ko-KR" altLang="en-US" sz="1200" dirty="0">
                <a:solidFill>
                  <a:srgbClr val="22201F"/>
                </a:solidFill>
                <a:latin typeface="맑은 고딕" pitchFamily="34" charset="0"/>
                <a:ea typeface="맑은 고딕" pitchFamily="34" charset="-122"/>
                <a:cs typeface="맑은 고딕" pitchFamily="34" charset="-120"/>
              </a:rPr>
              <a:t>인물·번호·주소는 모두 가상 (.example 도메인)</a:t>
            </a:r>
            <a:endParaRPr lang="ko-KR" sz="1200" dirty="0"/>
          </a:p>
        </p:txBody>
      </p:sp>
      <p:sp>
        <p:nvSpPr>
          <p:cNvPr id="81" name="Text 75"/>
          <p:cNvSpPr txBox="1"/>
          <p:nvPr/>
        </p:nvSpPr>
        <p:spPr>
          <a:xfrm>
            <a:off x="548640" y="6263640"/>
            <a:ext cx="10972800" cy="182880"/>
          </a:xfrm>
          <a:prstGeom prst="rect">
            <a:avLst/>
          </a:prstGeom>
          <a:noFill/>
          <a:ln/>
        </p:spPr>
        <p:txBody>
          <a:bodyPr wrap="square" lIns="0" tIns="0" rIns="0" bIns="0" rtlCol="0" anchor="t"/>
          <a:lstStyle/>
          <a:p>
            <a:pPr indent="0" marL="0">
              <a:buNone/>
            </a:pPr>
            <a:r>
              <a:rPr lang="ko-KR" altLang="en-US" sz="1000" dirty="0">
                <a:solidFill>
                  <a:srgbClr val="B9C6E2"/>
                </a:solidFill>
                <a:latin typeface="Galmuri11" pitchFamily="34" charset="0"/>
                <a:ea typeface="Galmuri11" pitchFamily="34" charset="-122"/>
                <a:cs typeface="Galmuri11" pitchFamily="34" charset="-120"/>
              </a:rPr>
              <a:t>※ 이 내용은 게임 안에 튜토리얼·안내 문구로 넣지 않고, 발표·설명서(play-guide.md)로만 전달합니다.</a:t>
            </a:r>
            <a:endParaRPr lang="ko-KR" sz="10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329184"/>
            <a:ext cx="1243584" cy="310896"/>
          </a:xfrm>
          <a:prstGeom prst="rect">
            <a:avLst/>
          </a:prstGeom>
          <a:solidFill>
            <a:srgbClr val="22201F"/>
          </a:solidFill>
          <a:ln/>
        </p:spPr>
      </p:sp>
      <p:sp>
        <p:nvSpPr>
          <p:cNvPr id="3" name="Shape 1"/>
          <p:cNvSpPr/>
          <p:nvPr/>
        </p:nvSpPr>
        <p:spPr>
          <a:xfrm>
            <a:off x="598932" y="379476"/>
            <a:ext cx="1143000"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1741932"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1741932" y="589788"/>
            <a:ext cx="50292" cy="50292"/>
          </a:xfrm>
          <a:prstGeom prst="rect">
            <a:avLst/>
          </a:prstGeom>
          <a:solidFill>
            <a:srgbClr val="0F1426"/>
          </a:solidFill>
          <a:ln/>
        </p:spPr>
      </p:sp>
      <p:sp>
        <p:nvSpPr>
          <p:cNvPr id="8" name="Text 6"/>
          <p:cNvSpPr txBox="1"/>
          <p:nvPr/>
        </p:nvSpPr>
        <p:spPr>
          <a:xfrm>
            <a:off x="548640" y="329184"/>
            <a:ext cx="1243584"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04  기대효과</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이 게임으로 기대하는 것</a:t>
            </a:r>
            <a:endParaRPr lang="en-US" sz="2800" dirty="0"/>
          </a:p>
        </p:txBody>
      </p:sp>
      <p:sp>
        <p:nvSpPr>
          <p:cNvPr id="10" name="Shape 8"/>
          <p:cNvSpPr/>
          <p:nvPr/>
        </p:nvSpPr>
        <p:spPr>
          <a:xfrm>
            <a:off x="548640" y="1572768"/>
            <a:ext cx="5486400" cy="2029968"/>
          </a:xfrm>
          <a:prstGeom prst="rect">
            <a:avLst/>
          </a:prstGeom>
          <a:solidFill>
            <a:srgbClr val="3A4E7A"/>
          </a:solidFill>
          <a:ln/>
        </p:spPr>
      </p:sp>
      <p:sp>
        <p:nvSpPr>
          <p:cNvPr id="11" name="Shape 9"/>
          <p:cNvSpPr/>
          <p:nvPr/>
        </p:nvSpPr>
        <p:spPr>
          <a:xfrm>
            <a:off x="598932" y="1623060"/>
            <a:ext cx="5385816" cy="1929384"/>
          </a:xfrm>
          <a:prstGeom prst="rect">
            <a:avLst/>
          </a:prstGeom>
          <a:solidFill>
            <a:srgbClr val="1F2A4A"/>
          </a:solidFill>
          <a:ln/>
        </p:spPr>
      </p:sp>
      <p:sp>
        <p:nvSpPr>
          <p:cNvPr id="12" name="Shape 10"/>
          <p:cNvSpPr/>
          <p:nvPr/>
        </p:nvSpPr>
        <p:spPr>
          <a:xfrm>
            <a:off x="548640" y="1572768"/>
            <a:ext cx="50292" cy="50292"/>
          </a:xfrm>
          <a:prstGeom prst="rect">
            <a:avLst/>
          </a:prstGeom>
          <a:solidFill>
            <a:srgbClr val="0F1426"/>
          </a:solidFill>
          <a:ln/>
        </p:spPr>
      </p:sp>
      <p:sp>
        <p:nvSpPr>
          <p:cNvPr id="13" name="Shape 11"/>
          <p:cNvSpPr/>
          <p:nvPr/>
        </p:nvSpPr>
        <p:spPr>
          <a:xfrm>
            <a:off x="5984748" y="1572768"/>
            <a:ext cx="50292" cy="50292"/>
          </a:xfrm>
          <a:prstGeom prst="rect">
            <a:avLst/>
          </a:prstGeom>
          <a:solidFill>
            <a:srgbClr val="0F1426"/>
          </a:solidFill>
          <a:ln/>
        </p:spPr>
      </p:sp>
      <p:sp>
        <p:nvSpPr>
          <p:cNvPr id="14" name="Shape 12"/>
          <p:cNvSpPr/>
          <p:nvPr/>
        </p:nvSpPr>
        <p:spPr>
          <a:xfrm>
            <a:off x="548640" y="3552444"/>
            <a:ext cx="50292" cy="50292"/>
          </a:xfrm>
          <a:prstGeom prst="rect">
            <a:avLst/>
          </a:prstGeom>
          <a:solidFill>
            <a:srgbClr val="0F1426"/>
          </a:solidFill>
          <a:ln/>
        </p:spPr>
      </p:sp>
      <p:sp>
        <p:nvSpPr>
          <p:cNvPr id="15" name="Shape 13"/>
          <p:cNvSpPr/>
          <p:nvPr/>
        </p:nvSpPr>
        <p:spPr>
          <a:xfrm>
            <a:off x="5984748" y="3552444"/>
            <a:ext cx="50292" cy="50292"/>
          </a:xfrm>
          <a:prstGeom prst="rect">
            <a:avLst/>
          </a:prstGeom>
          <a:solidFill>
            <a:srgbClr val="0F1426"/>
          </a:solidFill>
          <a:ln/>
        </p:spPr>
      </p:sp>
      <p:sp>
        <p:nvSpPr>
          <p:cNvPr id="16" name="Shape 14"/>
          <p:cNvSpPr/>
          <p:nvPr/>
        </p:nvSpPr>
        <p:spPr>
          <a:xfrm>
            <a:off x="822960" y="1865376"/>
            <a:ext cx="731520" cy="731520"/>
          </a:xfrm>
          <a:prstGeom prst="rect">
            <a:avLst/>
          </a:prstGeom>
          <a:solidFill>
            <a:srgbClr val="22201F"/>
          </a:solidFill>
          <a:ln/>
        </p:spPr>
      </p:sp>
      <p:sp>
        <p:nvSpPr>
          <p:cNvPr id="17" name="Shape 15"/>
          <p:cNvSpPr/>
          <p:nvPr/>
        </p:nvSpPr>
        <p:spPr>
          <a:xfrm>
            <a:off x="873252" y="1915668"/>
            <a:ext cx="630936" cy="630936"/>
          </a:xfrm>
          <a:prstGeom prst="rect">
            <a:avLst/>
          </a:prstGeom>
          <a:solidFill>
            <a:srgbClr val="45C7C1"/>
          </a:solidFill>
          <a:ln/>
        </p:spPr>
      </p:sp>
      <p:sp>
        <p:nvSpPr>
          <p:cNvPr id="18" name="Shape 16"/>
          <p:cNvSpPr/>
          <p:nvPr/>
        </p:nvSpPr>
        <p:spPr>
          <a:xfrm>
            <a:off x="822960" y="1865376"/>
            <a:ext cx="50292" cy="50292"/>
          </a:xfrm>
          <a:prstGeom prst="rect">
            <a:avLst/>
          </a:prstGeom>
          <a:solidFill>
            <a:srgbClr val="1F2A4A"/>
          </a:solidFill>
          <a:ln/>
        </p:spPr>
      </p:sp>
      <p:sp>
        <p:nvSpPr>
          <p:cNvPr id="19" name="Shape 17"/>
          <p:cNvSpPr/>
          <p:nvPr/>
        </p:nvSpPr>
        <p:spPr>
          <a:xfrm>
            <a:off x="1504188" y="1865376"/>
            <a:ext cx="50292" cy="50292"/>
          </a:xfrm>
          <a:prstGeom prst="rect">
            <a:avLst/>
          </a:prstGeom>
          <a:solidFill>
            <a:srgbClr val="1F2A4A"/>
          </a:solidFill>
          <a:ln/>
        </p:spPr>
      </p:sp>
      <p:sp>
        <p:nvSpPr>
          <p:cNvPr id="20" name="Shape 18"/>
          <p:cNvSpPr/>
          <p:nvPr/>
        </p:nvSpPr>
        <p:spPr>
          <a:xfrm>
            <a:off x="822960" y="2546604"/>
            <a:ext cx="50292" cy="50292"/>
          </a:xfrm>
          <a:prstGeom prst="rect">
            <a:avLst/>
          </a:prstGeom>
          <a:solidFill>
            <a:srgbClr val="1F2A4A"/>
          </a:solidFill>
          <a:ln/>
        </p:spPr>
      </p:sp>
      <p:sp>
        <p:nvSpPr>
          <p:cNvPr id="21" name="Shape 19"/>
          <p:cNvSpPr/>
          <p:nvPr/>
        </p:nvSpPr>
        <p:spPr>
          <a:xfrm>
            <a:off x="1504188" y="2546604"/>
            <a:ext cx="50292" cy="50292"/>
          </a:xfrm>
          <a:prstGeom prst="rect">
            <a:avLst/>
          </a:prstGeom>
          <a:solidFill>
            <a:srgbClr val="1F2A4A"/>
          </a:solidFill>
          <a:ln/>
        </p:spPr>
      </p:sp>
      <p:pic>
        <p:nvPicPr>
          <p:cNvPr id="22" name="Image 0" descr="preencoded.png">    </p:cNvPr>
          <p:cNvPicPr>
            <a:picLocks noChangeAspect="1"/>
          </p:cNvPicPr>
          <p:nvPr/>
        </p:nvPicPr>
        <p:blipFill>
          <a:blip r:embed="rId1"/>
          <a:stretch>
            <a:fillRect/>
          </a:stretch>
        </p:blipFill>
        <p:spPr>
          <a:xfrm>
            <a:off x="983894" y="2026310"/>
            <a:ext cx="409651" cy="409651"/>
          </a:xfrm>
          <a:prstGeom prst="rect">
            <a:avLst/>
          </a:prstGeom>
        </p:spPr>
      </p:pic>
      <p:sp>
        <p:nvSpPr>
          <p:cNvPr id="23" name="Text 20"/>
          <p:cNvSpPr txBox="1"/>
          <p:nvPr/>
        </p:nvSpPr>
        <p:spPr>
          <a:xfrm>
            <a:off x="1755648" y="1865376"/>
            <a:ext cx="4114800" cy="457200"/>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추리하는 재미</a:t>
            </a:r>
            <a:endParaRPr lang="ko-KR" sz="1900" dirty="0"/>
          </a:p>
        </p:txBody>
      </p:sp>
      <p:sp>
        <p:nvSpPr>
          <p:cNvPr id="24" name="Text 21"/>
          <p:cNvSpPr txBox="1"/>
          <p:nvPr/>
        </p:nvSpPr>
        <p:spPr>
          <a:xfrm>
            <a:off x="1755648" y="2441448"/>
            <a:ext cx="4160520" cy="1005840"/>
          </a:xfrm>
          <a:prstGeom prst="rect">
            <a:avLst/>
          </a:prstGeom>
          <a:noFill/>
          <a:ln/>
        </p:spPr>
        <p:txBody>
          <a:bodyPr wrap="square" lIns="0" tIns="0" rIns="0" bIns="0" rtlCol="0" anchor="t"/>
          <a:lstStyle/>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작은 차이를 찾아내는 심사 장르의 재미를</a:t>
            </a:r>
            <a:endParaRPr lang="ko-KR" sz="1400" dirty="0"/>
          </a:p>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누구나 겪는 생활 사건으로 옮긴다.</a:t>
            </a:r>
            <a:endParaRPr lang="ko-KR" sz="1400" dirty="0"/>
          </a:p>
        </p:txBody>
      </p:sp>
      <p:sp>
        <p:nvSpPr>
          <p:cNvPr id="25" name="Shape 22"/>
          <p:cNvSpPr/>
          <p:nvPr/>
        </p:nvSpPr>
        <p:spPr>
          <a:xfrm>
            <a:off x="6153912" y="1572768"/>
            <a:ext cx="5486400" cy="2029968"/>
          </a:xfrm>
          <a:prstGeom prst="rect">
            <a:avLst/>
          </a:prstGeom>
          <a:solidFill>
            <a:srgbClr val="3A4E7A"/>
          </a:solidFill>
          <a:ln/>
        </p:spPr>
      </p:sp>
      <p:sp>
        <p:nvSpPr>
          <p:cNvPr id="26" name="Shape 23"/>
          <p:cNvSpPr/>
          <p:nvPr/>
        </p:nvSpPr>
        <p:spPr>
          <a:xfrm>
            <a:off x="6204204" y="1623060"/>
            <a:ext cx="5385816" cy="1929384"/>
          </a:xfrm>
          <a:prstGeom prst="rect">
            <a:avLst/>
          </a:prstGeom>
          <a:solidFill>
            <a:srgbClr val="1F2A4A"/>
          </a:solidFill>
          <a:ln/>
        </p:spPr>
      </p:sp>
      <p:sp>
        <p:nvSpPr>
          <p:cNvPr id="27" name="Shape 24"/>
          <p:cNvSpPr/>
          <p:nvPr/>
        </p:nvSpPr>
        <p:spPr>
          <a:xfrm>
            <a:off x="6153912" y="1572768"/>
            <a:ext cx="50292" cy="50292"/>
          </a:xfrm>
          <a:prstGeom prst="rect">
            <a:avLst/>
          </a:prstGeom>
          <a:solidFill>
            <a:srgbClr val="0F1426"/>
          </a:solidFill>
          <a:ln/>
        </p:spPr>
      </p:sp>
      <p:sp>
        <p:nvSpPr>
          <p:cNvPr id="28" name="Shape 25"/>
          <p:cNvSpPr/>
          <p:nvPr/>
        </p:nvSpPr>
        <p:spPr>
          <a:xfrm>
            <a:off x="11590020" y="1572768"/>
            <a:ext cx="50292" cy="50292"/>
          </a:xfrm>
          <a:prstGeom prst="rect">
            <a:avLst/>
          </a:prstGeom>
          <a:solidFill>
            <a:srgbClr val="0F1426"/>
          </a:solidFill>
          <a:ln/>
        </p:spPr>
      </p:sp>
      <p:sp>
        <p:nvSpPr>
          <p:cNvPr id="29" name="Shape 26"/>
          <p:cNvSpPr/>
          <p:nvPr/>
        </p:nvSpPr>
        <p:spPr>
          <a:xfrm>
            <a:off x="6153912" y="3552444"/>
            <a:ext cx="50292" cy="50292"/>
          </a:xfrm>
          <a:prstGeom prst="rect">
            <a:avLst/>
          </a:prstGeom>
          <a:solidFill>
            <a:srgbClr val="0F1426"/>
          </a:solidFill>
          <a:ln/>
        </p:spPr>
      </p:sp>
      <p:sp>
        <p:nvSpPr>
          <p:cNvPr id="30" name="Shape 27"/>
          <p:cNvSpPr/>
          <p:nvPr/>
        </p:nvSpPr>
        <p:spPr>
          <a:xfrm>
            <a:off x="11590020" y="3552444"/>
            <a:ext cx="50292" cy="50292"/>
          </a:xfrm>
          <a:prstGeom prst="rect">
            <a:avLst/>
          </a:prstGeom>
          <a:solidFill>
            <a:srgbClr val="0F1426"/>
          </a:solidFill>
          <a:ln/>
        </p:spPr>
      </p:sp>
      <p:sp>
        <p:nvSpPr>
          <p:cNvPr id="31" name="Shape 28"/>
          <p:cNvSpPr/>
          <p:nvPr/>
        </p:nvSpPr>
        <p:spPr>
          <a:xfrm>
            <a:off x="6428232" y="1865376"/>
            <a:ext cx="731520" cy="731520"/>
          </a:xfrm>
          <a:prstGeom prst="rect">
            <a:avLst/>
          </a:prstGeom>
          <a:solidFill>
            <a:srgbClr val="22201F"/>
          </a:solidFill>
          <a:ln/>
        </p:spPr>
      </p:sp>
      <p:sp>
        <p:nvSpPr>
          <p:cNvPr id="32" name="Shape 29"/>
          <p:cNvSpPr/>
          <p:nvPr/>
        </p:nvSpPr>
        <p:spPr>
          <a:xfrm>
            <a:off x="6478524" y="1915668"/>
            <a:ext cx="630936" cy="630936"/>
          </a:xfrm>
          <a:prstGeom prst="rect">
            <a:avLst/>
          </a:prstGeom>
          <a:solidFill>
            <a:srgbClr val="F7D84A"/>
          </a:solidFill>
          <a:ln/>
        </p:spPr>
      </p:sp>
      <p:sp>
        <p:nvSpPr>
          <p:cNvPr id="33" name="Shape 30"/>
          <p:cNvSpPr/>
          <p:nvPr/>
        </p:nvSpPr>
        <p:spPr>
          <a:xfrm>
            <a:off x="6428232" y="1865376"/>
            <a:ext cx="50292" cy="50292"/>
          </a:xfrm>
          <a:prstGeom prst="rect">
            <a:avLst/>
          </a:prstGeom>
          <a:solidFill>
            <a:srgbClr val="1F2A4A"/>
          </a:solidFill>
          <a:ln/>
        </p:spPr>
      </p:sp>
      <p:sp>
        <p:nvSpPr>
          <p:cNvPr id="34" name="Shape 31"/>
          <p:cNvSpPr/>
          <p:nvPr/>
        </p:nvSpPr>
        <p:spPr>
          <a:xfrm>
            <a:off x="7109460" y="1865376"/>
            <a:ext cx="50292" cy="50292"/>
          </a:xfrm>
          <a:prstGeom prst="rect">
            <a:avLst/>
          </a:prstGeom>
          <a:solidFill>
            <a:srgbClr val="1F2A4A"/>
          </a:solidFill>
          <a:ln/>
        </p:spPr>
      </p:sp>
      <p:sp>
        <p:nvSpPr>
          <p:cNvPr id="35" name="Shape 32"/>
          <p:cNvSpPr/>
          <p:nvPr/>
        </p:nvSpPr>
        <p:spPr>
          <a:xfrm>
            <a:off x="6428232" y="2546604"/>
            <a:ext cx="50292" cy="50292"/>
          </a:xfrm>
          <a:prstGeom prst="rect">
            <a:avLst/>
          </a:prstGeom>
          <a:solidFill>
            <a:srgbClr val="1F2A4A"/>
          </a:solidFill>
          <a:ln/>
        </p:spPr>
      </p:sp>
      <p:sp>
        <p:nvSpPr>
          <p:cNvPr id="36" name="Shape 33"/>
          <p:cNvSpPr/>
          <p:nvPr/>
        </p:nvSpPr>
        <p:spPr>
          <a:xfrm>
            <a:off x="7109460" y="2546604"/>
            <a:ext cx="50292" cy="50292"/>
          </a:xfrm>
          <a:prstGeom prst="rect">
            <a:avLst/>
          </a:prstGeom>
          <a:solidFill>
            <a:srgbClr val="1F2A4A"/>
          </a:solidFill>
          <a:ln/>
        </p:spPr>
      </p:sp>
      <p:pic>
        <p:nvPicPr>
          <p:cNvPr id="37" name="Image 1" descr="preencoded.png">    </p:cNvPr>
          <p:cNvPicPr>
            <a:picLocks noChangeAspect="1"/>
          </p:cNvPicPr>
          <p:nvPr/>
        </p:nvPicPr>
        <p:blipFill>
          <a:blip r:embed="rId2"/>
          <a:stretch>
            <a:fillRect/>
          </a:stretch>
        </p:blipFill>
        <p:spPr>
          <a:xfrm>
            <a:off x="6589166" y="2026310"/>
            <a:ext cx="409651" cy="409651"/>
          </a:xfrm>
          <a:prstGeom prst="rect">
            <a:avLst/>
          </a:prstGeom>
        </p:spPr>
      </p:pic>
      <p:sp>
        <p:nvSpPr>
          <p:cNvPr id="38" name="Text 34"/>
          <p:cNvSpPr txBox="1"/>
          <p:nvPr/>
        </p:nvSpPr>
        <p:spPr>
          <a:xfrm>
            <a:off x="7360920" y="1865376"/>
            <a:ext cx="4114800" cy="457200"/>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다시 하게 되는 구조</a:t>
            </a:r>
            <a:endParaRPr lang="ko-KR" sz="1900" dirty="0"/>
          </a:p>
        </p:txBody>
      </p:sp>
      <p:sp>
        <p:nvSpPr>
          <p:cNvPr id="39" name="Text 35"/>
          <p:cNvSpPr txBox="1"/>
          <p:nvPr/>
        </p:nvSpPr>
        <p:spPr>
          <a:xfrm>
            <a:off x="7360920" y="2441448"/>
            <a:ext cx="4160520" cy="1005840"/>
          </a:xfrm>
          <a:prstGeom prst="rect">
            <a:avLst/>
          </a:prstGeom>
          <a:noFill/>
          <a:ln/>
        </p:spPr>
        <p:txBody>
          <a:bodyPr wrap="square" lIns="0" tIns="0" rIns="0" bIns="0" rtlCol="0" anchor="t"/>
          <a:lstStyle/>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난이도 4단계와 경쟁 모드 랭킹으로</a:t>
            </a:r>
            <a:endParaRPr lang="ko-KR" sz="1400" dirty="0"/>
          </a:p>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같은 사건도 더 빠르고 정확하게 도전.</a:t>
            </a:r>
            <a:endParaRPr lang="ko-KR" sz="1400" dirty="0"/>
          </a:p>
        </p:txBody>
      </p:sp>
      <p:sp>
        <p:nvSpPr>
          <p:cNvPr id="40" name="Shape 36"/>
          <p:cNvSpPr/>
          <p:nvPr/>
        </p:nvSpPr>
        <p:spPr>
          <a:xfrm>
            <a:off x="548640" y="3767328"/>
            <a:ext cx="5486400" cy="2029968"/>
          </a:xfrm>
          <a:prstGeom prst="rect">
            <a:avLst/>
          </a:prstGeom>
          <a:solidFill>
            <a:srgbClr val="3A4E7A"/>
          </a:solidFill>
          <a:ln/>
        </p:spPr>
      </p:sp>
      <p:sp>
        <p:nvSpPr>
          <p:cNvPr id="41" name="Shape 37"/>
          <p:cNvSpPr/>
          <p:nvPr/>
        </p:nvSpPr>
        <p:spPr>
          <a:xfrm>
            <a:off x="598932" y="3817620"/>
            <a:ext cx="5385816" cy="1929384"/>
          </a:xfrm>
          <a:prstGeom prst="rect">
            <a:avLst/>
          </a:prstGeom>
          <a:solidFill>
            <a:srgbClr val="1F2A4A"/>
          </a:solidFill>
          <a:ln/>
        </p:spPr>
      </p:sp>
      <p:sp>
        <p:nvSpPr>
          <p:cNvPr id="42" name="Shape 38"/>
          <p:cNvSpPr/>
          <p:nvPr/>
        </p:nvSpPr>
        <p:spPr>
          <a:xfrm>
            <a:off x="548640" y="3767328"/>
            <a:ext cx="50292" cy="50292"/>
          </a:xfrm>
          <a:prstGeom prst="rect">
            <a:avLst/>
          </a:prstGeom>
          <a:solidFill>
            <a:srgbClr val="0F1426"/>
          </a:solidFill>
          <a:ln/>
        </p:spPr>
      </p:sp>
      <p:sp>
        <p:nvSpPr>
          <p:cNvPr id="43" name="Shape 39"/>
          <p:cNvSpPr/>
          <p:nvPr/>
        </p:nvSpPr>
        <p:spPr>
          <a:xfrm>
            <a:off x="5984748" y="3767328"/>
            <a:ext cx="50292" cy="50292"/>
          </a:xfrm>
          <a:prstGeom prst="rect">
            <a:avLst/>
          </a:prstGeom>
          <a:solidFill>
            <a:srgbClr val="0F1426"/>
          </a:solidFill>
          <a:ln/>
        </p:spPr>
      </p:sp>
      <p:sp>
        <p:nvSpPr>
          <p:cNvPr id="44" name="Shape 40"/>
          <p:cNvSpPr/>
          <p:nvPr/>
        </p:nvSpPr>
        <p:spPr>
          <a:xfrm>
            <a:off x="548640" y="5747004"/>
            <a:ext cx="50292" cy="50292"/>
          </a:xfrm>
          <a:prstGeom prst="rect">
            <a:avLst/>
          </a:prstGeom>
          <a:solidFill>
            <a:srgbClr val="0F1426"/>
          </a:solidFill>
          <a:ln/>
        </p:spPr>
      </p:sp>
      <p:sp>
        <p:nvSpPr>
          <p:cNvPr id="45" name="Shape 41"/>
          <p:cNvSpPr/>
          <p:nvPr/>
        </p:nvSpPr>
        <p:spPr>
          <a:xfrm>
            <a:off x="5984748" y="5747004"/>
            <a:ext cx="50292" cy="50292"/>
          </a:xfrm>
          <a:prstGeom prst="rect">
            <a:avLst/>
          </a:prstGeom>
          <a:solidFill>
            <a:srgbClr val="0F1426"/>
          </a:solidFill>
          <a:ln/>
        </p:spPr>
      </p:sp>
      <p:sp>
        <p:nvSpPr>
          <p:cNvPr id="46" name="Shape 42"/>
          <p:cNvSpPr/>
          <p:nvPr/>
        </p:nvSpPr>
        <p:spPr>
          <a:xfrm>
            <a:off x="822960" y="4059936"/>
            <a:ext cx="731520" cy="731520"/>
          </a:xfrm>
          <a:prstGeom prst="rect">
            <a:avLst/>
          </a:prstGeom>
          <a:solidFill>
            <a:srgbClr val="22201F"/>
          </a:solidFill>
          <a:ln/>
        </p:spPr>
      </p:sp>
      <p:sp>
        <p:nvSpPr>
          <p:cNvPr id="47" name="Shape 43"/>
          <p:cNvSpPr/>
          <p:nvPr/>
        </p:nvSpPr>
        <p:spPr>
          <a:xfrm>
            <a:off x="873252" y="4110228"/>
            <a:ext cx="630936" cy="630936"/>
          </a:xfrm>
          <a:prstGeom prst="rect">
            <a:avLst/>
          </a:prstGeom>
          <a:solidFill>
            <a:srgbClr val="3FBF6F"/>
          </a:solidFill>
          <a:ln/>
        </p:spPr>
      </p:sp>
      <p:sp>
        <p:nvSpPr>
          <p:cNvPr id="48" name="Shape 44"/>
          <p:cNvSpPr/>
          <p:nvPr/>
        </p:nvSpPr>
        <p:spPr>
          <a:xfrm>
            <a:off x="822960" y="4059936"/>
            <a:ext cx="50292" cy="50292"/>
          </a:xfrm>
          <a:prstGeom prst="rect">
            <a:avLst/>
          </a:prstGeom>
          <a:solidFill>
            <a:srgbClr val="1F2A4A"/>
          </a:solidFill>
          <a:ln/>
        </p:spPr>
      </p:sp>
      <p:sp>
        <p:nvSpPr>
          <p:cNvPr id="49" name="Shape 45"/>
          <p:cNvSpPr/>
          <p:nvPr/>
        </p:nvSpPr>
        <p:spPr>
          <a:xfrm>
            <a:off x="1504188" y="4059936"/>
            <a:ext cx="50292" cy="50292"/>
          </a:xfrm>
          <a:prstGeom prst="rect">
            <a:avLst/>
          </a:prstGeom>
          <a:solidFill>
            <a:srgbClr val="1F2A4A"/>
          </a:solidFill>
          <a:ln/>
        </p:spPr>
      </p:sp>
      <p:sp>
        <p:nvSpPr>
          <p:cNvPr id="50" name="Shape 46"/>
          <p:cNvSpPr/>
          <p:nvPr/>
        </p:nvSpPr>
        <p:spPr>
          <a:xfrm>
            <a:off x="822960" y="4741164"/>
            <a:ext cx="50292" cy="50292"/>
          </a:xfrm>
          <a:prstGeom prst="rect">
            <a:avLst/>
          </a:prstGeom>
          <a:solidFill>
            <a:srgbClr val="1F2A4A"/>
          </a:solidFill>
          <a:ln/>
        </p:spPr>
      </p:sp>
      <p:sp>
        <p:nvSpPr>
          <p:cNvPr id="51" name="Shape 47"/>
          <p:cNvSpPr/>
          <p:nvPr/>
        </p:nvSpPr>
        <p:spPr>
          <a:xfrm>
            <a:off x="1504188" y="4741164"/>
            <a:ext cx="50292" cy="50292"/>
          </a:xfrm>
          <a:prstGeom prst="rect">
            <a:avLst/>
          </a:prstGeom>
          <a:solidFill>
            <a:srgbClr val="1F2A4A"/>
          </a:solidFill>
          <a:ln/>
        </p:spPr>
      </p:sp>
      <p:pic>
        <p:nvPicPr>
          <p:cNvPr id="52" name="Image 2" descr="preencoded.png">    </p:cNvPr>
          <p:cNvPicPr>
            <a:picLocks noChangeAspect="1"/>
          </p:cNvPicPr>
          <p:nvPr/>
        </p:nvPicPr>
        <p:blipFill>
          <a:blip r:embed="rId3"/>
          <a:stretch>
            <a:fillRect/>
          </a:stretch>
        </p:blipFill>
        <p:spPr>
          <a:xfrm>
            <a:off x="983894" y="4220870"/>
            <a:ext cx="409651" cy="409651"/>
          </a:xfrm>
          <a:prstGeom prst="rect">
            <a:avLst/>
          </a:prstGeom>
        </p:spPr>
      </p:pic>
      <p:sp>
        <p:nvSpPr>
          <p:cNvPr id="53" name="Text 48"/>
          <p:cNvSpPr txBox="1"/>
          <p:nvPr/>
        </p:nvSpPr>
        <p:spPr>
          <a:xfrm>
            <a:off x="1755648" y="4059936"/>
            <a:ext cx="4114800" cy="457200"/>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함께 겨루는 재미</a:t>
            </a:r>
            <a:endParaRPr lang="ko-KR" sz="1900" dirty="0"/>
          </a:p>
        </p:txBody>
      </p:sp>
      <p:sp>
        <p:nvSpPr>
          <p:cNvPr id="54" name="Text 49"/>
          <p:cNvSpPr txBox="1"/>
          <p:nvPr/>
        </p:nvSpPr>
        <p:spPr>
          <a:xfrm>
            <a:off x="1755648" y="4636008"/>
            <a:ext cx="4160520" cy="1005840"/>
          </a:xfrm>
          <a:prstGeom prst="rect">
            <a:avLst/>
          </a:prstGeom>
          <a:noFill/>
          <a:ln/>
        </p:spPr>
        <p:txBody>
          <a:bodyPr wrap="square" lIns="0" tIns="0" rIns="0" bIns="0" rtlCol="0" anchor="t"/>
          <a:lstStyle/>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같은 사건, 같은 난이도에서 점수 경쟁.</a:t>
            </a:r>
            <a:endParaRPr lang="ko-KR" sz="1400" dirty="0"/>
          </a:p>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친구·가족과 랭킹을 두고 다시 도전.</a:t>
            </a:r>
            <a:endParaRPr lang="ko-KR" sz="1400" dirty="0"/>
          </a:p>
        </p:txBody>
      </p:sp>
      <p:sp>
        <p:nvSpPr>
          <p:cNvPr id="55" name="Shape 50"/>
          <p:cNvSpPr/>
          <p:nvPr/>
        </p:nvSpPr>
        <p:spPr>
          <a:xfrm>
            <a:off x="6153912" y="3767328"/>
            <a:ext cx="5486400" cy="2029968"/>
          </a:xfrm>
          <a:prstGeom prst="rect">
            <a:avLst/>
          </a:prstGeom>
          <a:solidFill>
            <a:srgbClr val="3A4E7A"/>
          </a:solidFill>
          <a:ln/>
        </p:spPr>
      </p:sp>
      <p:sp>
        <p:nvSpPr>
          <p:cNvPr id="56" name="Shape 51"/>
          <p:cNvSpPr/>
          <p:nvPr/>
        </p:nvSpPr>
        <p:spPr>
          <a:xfrm>
            <a:off x="6204204" y="3817620"/>
            <a:ext cx="5385816" cy="1929384"/>
          </a:xfrm>
          <a:prstGeom prst="rect">
            <a:avLst/>
          </a:prstGeom>
          <a:solidFill>
            <a:srgbClr val="1F2A4A"/>
          </a:solidFill>
          <a:ln/>
        </p:spPr>
      </p:sp>
      <p:sp>
        <p:nvSpPr>
          <p:cNvPr id="57" name="Shape 52"/>
          <p:cNvSpPr/>
          <p:nvPr/>
        </p:nvSpPr>
        <p:spPr>
          <a:xfrm>
            <a:off x="6153912" y="3767328"/>
            <a:ext cx="50292" cy="50292"/>
          </a:xfrm>
          <a:prstGeom prst="rect">
            <a:avLst/>
          </a:prstGeom>
          <a:solidFill>
            <a:srgbClr val="0F1426"/>
          </a:solidFill>
          <a:ln/>
        </p:spPr>
      </p:sp>
      <p:sp>
        <p:nvSpPr>
          <p:cNvPr id="58" name="Shape 53"/>
          <p:cNvSpPr/>
          <p:nvPr/>
        </p:nvSpPr>
        <p:spPr>
          <a:xfrm>
            <a:off x="11590020" y="3767328"/>
            <a:ext cx="50292" cy="50292"/>
          </a:xfrm>
          <a:prstGeom prst="rect">
            <a:avLst/>
          </a:prstGeom>
          <a:solidFill>
            <a:srgbClr val="0F1426"/>
          </a:solidFill>
          <a:ln/>
        </p:spPr>
      </p:sp>
      <p:sp>
        <p:nvSpPr>
          <p:cNvPr id="59" name="Shape 54"/>
          <p:cNvSpPr/>
          <p:nvPr/>
        </p:nvSpPr>
        <p:spPr>
          <a:xfrm>
            <a:off x="6153912" y="5747004"/>
            <a:ext cx="50292" cy="50292"/>
          </a:xfrm>
          <a:prstGeom prst="rect">
            <a:avLst/>
          </a:prstGeom>
          <a:solidFill>
            <a:srgbClr val="0F1426"/>
          </a:solidFill>
          <a:ln/>
        </p:spPr>
      </p:sp>
      <p:sp>
        <p:nvSpPr>
          <p:cNvPr id="60" name="Shape 55"/>
          <p:cNvSpPr/>
          <p:nvPr/>
        </p:nvSpPr>
        <p:spPr>
          <a:xfrm>
            <a:off x="11590020" y="5747004"/>
            <a:ext cx="50292" cy="50292"/>
          </a:xfrm>
          <a:prstGeom prst="rect">
            <a:avLst/>
          </a:prstGeom>
          <a:solidFill>
            <a:srgbClr val="0F1426"/>
          </a:solidFill>
          <a:ln/>
        </p:spPr>
      </p:sp>
      <p:sp>
        <p:nvSpPr>
          <p:cNvPr id="61" name="Shape 56"/>
          <p:cNvSpPr/>
          <p:nvPr/>
        </p:nvSpPr>
        <p:spPr>
          <a:xfrm>
            <a:off x="6428232" y="4059936"/>
            <a:ext cx="731520" cy="731520"/>
          </a:xfrm>
          <a:prstGeom prst="rect">
            <a:avLst/>
          </a:prstGeom>
          <a:solidFill>
            <a:srgbClr val="22201F"/>
          </a:solidFill>
          <a:ln/>
        </p:spPr>
      </p:sp>
      <p:sp>
        <p:nvSpPr>
          <p:cNvPr id="62" name="Shape 57"/>
          <p:cNvSpPr/>
          <p:nvPr/>
        </p:nvSpPr>
        <p:spPr>
          <a:xfrm>
            <a:off x="6478524" y="4110228"/>
            <a:ext cx="630936" cy="630936"/>
          </a:xfrm>
          <a:prstGeom prst="rect">
            <a:avLst/>
          </a:prstGeom>
          <a:solidFill>
            <a:srgbClr val="8A6BD1"/>
          </a:solidFill>
          <a:ln/>
        </p:spPr>
      </p:sp>
      <p:sp>
        <p:nvSpPr>
          <p:cNvPr id="63" name="Shape 58"/>
          <p:cNvSpPr/>
          <p:nvPr/>
        </p:nvSpPr>
        <p:spPr>
          <a:xfrm>
            <a:off x="6428232" y="4059936"/>
            <a:ext cx="50292" cy="50292"/>
          </a:xfrm>
          <a:prstGeom prst="rect">
            <a:avLst/>
          </a:prstGeom>
          <a:solidFill>
            <a:srgbClr val="1F2A4A"/>
          </a:solidFill>
          <a:ln/>
        </p:spPr>
      </p:sp>
      <p:sp>
        <p:nvSpPr>
          <p:cNvPr id="64" name="Shape 59"/>
          <p:cNvSpPr/>
          <p:nvPr/>
        </p:nvSpPr>
        <p:spPr>
          <a:xfrm>
            <a:off x="7109460" y="4059936"/>
            <a:ext cx="50292" cy="50292"/>
          </a:xfrm>
          <a:prstGeom prst="rect">
            <a:avLst/>
          </a:prstGeom>
          <a:solidFill>
            <a:srgbClr val="1F2A4A"/>
          </a:solidFill>
          <a:ln/>
        </p:spPr>
      </p:sp>
      <p:sp>
        <p:nvSpPr>
          <p:cNvPr id="65" name="Shape 60"/>
          <p:cNvSpPr/>
          <p:nvPr/>
        </p:nvSpPr>
        <p:spPr>
          <a:xfrm>
            <a:off x="6428232" y="4741164"/>
            <a:ext cx="50292" cy="50292"/>
          </a:xfrm>
          <a:prstGeom prst="rect">
            <a:avLst/>
          </a:prstGeom>
          <a:solidFill>
            <a:srgbClr val="1F2A4A"/>
          </a:solidFill>
          <a:ln/>
        </p:spPr>
      </p:sp>
      <p:sp>
        <p:nvSpPr>
          <p:cNvPr id="66" name="Shape 61"/>
          <p:cNvSpPr/>
          <p:nvPr/>
        </p:nvSpPr>
        <p:spPr>
          <a:xfrm>
            <a:off x="7109460" y="4741164"/>
            <a:ext cx="50292" cy="50292"/>
          </a:xfrm>
          <a:prstGeom prst="rect">
            <a:avLst/>
          </a:prstGeom>
          <a:solidFill>
            <a:srgbClr val="1F2A4A"/>
          </a:solidFill>
          <a:ln/>
        </p:spPr>
      </p:sp>
      <p:pic>
        <p:nvPicPr>
          <p:cNvPr id="67" name="Image 3" descr="preencoded.png">    </p:cNvPr>
          <p:cNvPicPr>
            <a:picLocks noChangeAspect="1"/>
          </p:cNvPicPr>
          <p:nvPr/>
        </p:nvPicPr>
        <p:blipFill>
          <a:blip r:embed="rId4"/>
          <a:stretch>
            <a:fillRect/>
          </a:stretch>
        </p:blipFill>
        <p:spPr>
          <a:xfrm>
            <a:off x="6589166" y="4220870"/>
            <a:ext cx="409651" cy="409651"/>
          </a:xfrm>
          <a:prstGeom prst="rect">
            <a:avLst/>
          </a:prstGeom>
        </p:spPr>
      </p:pic>
      <p:sp>
        <p:nvSpPr>
          <p:cNvPr id="68" name="Text 62"/>
          <p:cNvSpPr txBox="1"/>
          <p:nvPr/>
        </p:nvSpPr>
        <p:spPr>
          <a:xfrm>
            <a:off x="7360920" y="4059936"/>
            <a:ext cx="4114800" cy="457200"/>
          </a:xfrm>
          <a:prstGeom prst="rect">
            <a:avLst/>
          </a:prstGeom>
          <a:noFill/>
          <a:ln/>
        </p:spPr>
        <p:txBody>
          <a:bodyPr wrap="square" lIns="0" tIns="0" rIns="0" bIns="0" rtlCol="0" anchor="ctr"/>
          <a:lstStyle/>
          <a:p>
            <a:pPr indent="0" marL="0">
              <a:buNone/>
            </a:pPr>
            <a:r>
              <a:rPr lang="ko-KR" altLang="en-US" sz="1900" dirty="0">
                <a:solidFill>
                  <a:srgbClr val="FFFFFF"/>
                </a:solidFill>
                <a:latin typeface="Galmuri14" pitchFamily="34" charset="0"/>
                <a:ea typeface="Galmuri14" pitchFamily="34" charset="-122"/>
                <a:cs typeface="Galmuri14" pitchFamily="34" charset="-120"/>
              </a:rPr>
              <a:t>쉽게 늘어나는 콘텐츠</a:t>
            </a:r>
            <a:endParaRPr lang="ko-KR" sz="1900" dirty="0"/>
          </a:p>
        </p:txBody>
      </p:sp>
      <p:sp>
        <p:nvSpPr>
          <p:cNvPr id="69" name="Text 63"/>
          <p:cNvSpPr txBox="1"/>
          <p:nvPr/>
        </p:nvSpPr>
        <p:spPr>
          <a:xfrm>
            <a:off x="7360920" y="4636008"/>
            <a:ext cx="4160520" cy="1005840"/>
          </a:xfrm>
          <a:prstGeom prst="rect">
            <a:avLst/>
          </a:prstGeom>
          <a:noFill/>
          <a:ln/>
        </p:spPr>
        <p:txBody>
          <a:bodyPr wrap="square" lIns="0" tIns="0" rIns="0" bIns="0" rtlCol="0" anchor="t"/>
          <a:lstStyle/>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사건·규칙을 데이터로 분리해 새 수법이</a:t>
            </a:r>
            <a:endParaRPr lang="ko-KR" sz="1400" dirty="0"/>
          </a:p>
          <a:p>
            <a:pPr indent="0" marL="0">
              <a:lnSpc>
                <a:spcPct val="120000"/>
              </a:lnSpc>
              <a:buNone/>
            </a:pPr>
            <a:r>
              <a:rPr lang="ko-KR" altLang="en-US" sz="1400" dirty="0">
                <a:solidFill>
                  <a:srgbClr val="B9C6E2"/>
                </a:solidFill>
                <a:latin typeface="맑은 고딕" pitchFamily="34" charset="0"/>
                <a:ea typeface="맑은 고딕" pitchFamily="34" charset="-122"/>
                <a:cs typeface="맑은 고딕" pitchFamily="34" charset="-120"/>
              </a:rPr>
              <a:t>나오면 사건만 추가. 2단계에 서버 랭킹.</a:t>
            </a:r>
            <a:endParaRPr lang="ko-KR" sz="1400" dirty="0"/>
          </a:p>
        </p:txBody>
      </p:sp>
      <p:sp>
        <p:nvSpPr>
          <p:cNvPr id="70" name="Text 64"/>
          <p:cNvSpPr txBox="1"/>
          <p:nvPr/>
        </p:nvSpPr>
        <p:spPr>
          <a:xfrm>
            <a:off x="548640" y="6035040"/>
            <a:ext cx="11064240" cy="274320"/>
          </a:xfrm>
          <a:prstGeom prst="rect">
            <a:avLst/>
          </a:prstGeom>
          <a:noFill/>
          <a:ln/>
        </p:spPr>
        <p:txBody>
          <a:bodyPr wrap="square" lIns="0" tIns="0" rIns="0" bIns="0" rtlCol="0" anchor="t"/>
          <a:lstStyle/>
          <a:p>
            <a:pPr indent="0" marL="0">
              <a:buNone/>
            </a:pPr>
            <a:r>
              <a:rPr lang="ko-KR" altLang="en-US" sz="1200" dirty="0">
                <a:solidFill>
                  <a:srgbClr val="B9C6E2"/>
                </a:solidFill>
                <a:latin typeface="Galmuri11" pitchFamily="34" charset="0"/>
                <a:ea typeface="Galmuri11" pitchFamily="34" charset="-122"/>
                <a:cs typeface="Galmuri11" pitchFamily="34" charset="-120"/>
              </a:rPr>
              <a:t>형태: 광고·결제 없는 모바일 게임 · 오프라인 플레이 · 세로 한 손 조작</a:t>
            </a:r>
            <a:endParaRPr lang="ko-KR" sz="12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29184"/>
            <a:ext cx="1600200" cy="310896"/>
          </a:xfrm>
          <a:prstGeom prst="rect">
            <a:avLst/>
          </a:prstGeom>
          <a:solidFill>
            <a:srgbClr val="22201F"/>
          </a:solidFill>
          <a:ln/>
        </p:spPr>
      </p:sp>
      <p:sp>
        <p:nvSpPr>
          <p:cNvPr id="3" name="Shape 1"/>
          <p:cNvSpPr/>
          <p:nvPr/>
        </p:nvSpPr>
        <p:spPr>
          <a:xfrm>
            <a:off x="598932" y="379476"/>
            <a:ext cx="1499616" cy="210312"/>
          </a:xfrm>
          <a:prstGeom prst="rect">
            <a:avLst/>
          </a:prstGeom>
          <a:solidFill>
            <a:srgbClr val="F7D84A"/>
          </a:solidFill>
          <a:ln/>
        </p:spPr>
      </p:sp>
      <p:sp>
        <p:nvSpPr>
          <p:cNvPr id="4" name="Shape 2"/>
          <p:cNvSpPr/>
          <p:nvPr/>
        </p:nvSpPr>
        <p:spPr>
          <a:xfrm>
            <a:off x="548640" y="329184"/>
            <a:ext cx="50292" cy="50292"/>
          </a:xfrm>
          <a:prstGeom prst="rect">
            <a:avLst/>
          </a:prstGeom>
          <a:solidFill>
            <a:srgbClr val="0F1426"/>
          </a:solidFill>
          <a:ln/>
        </p:spPr>
      </p:sp>
      <p:sp>
        <p:nvSpPr>
          <p:cNvPr id="5" name="Shape 3"/>
          <p:cNvSpPr/>
          <p:nvPr/>
        </p:nvSpPr>
        <p:spPr>
          <a:xfrm>
            <a:off x="2098548" y="329184"/>
            <a:ext cx="50292" cy="50292"/>
          </a:xfrm>
          <a:prstGeom prst="rect">
            <a:avLst/>
          </a:prstGeom>
          <a:solidFill>
            <a:srgbClr val="0F1426"/>
          </a:solidFill>
          <a:ln/>
        </p:spPr>
      </p:sp>
      <p:sp>
        <p:nvSpPr>
          <p:cNvPr id="6" name="Shape 4"/>
          <p:cNvSpPr/>
          <p:nvPr/>
        </p:nvSpPr>
        <p:spPr>
          <a:xfrm>
            <a:off x="548640" y="589788"/>
            <a:ext cx="50292" cy="50292"/>
          </a:xfrm>
          <a:prstGeom prst="rect">
            <a:avLst/>
          </a:prstGeom>
          <a:solidFill>
            <a:srgbClr val="0F1426"/>
          </a:solidFill>
          <a:ln/>
        </p:spPr>
      </p:sp>
      <p:sp>
        <p:nvSpPr>
          <p:cNvPr id="7" name="Shape 5"/>
          <p:cNvSpPr/>
          <p:nvPr/>
        </p:nvSpPr>
        <p:spPr>
          <a:xfrm>
            <a:off x="2098548" y="589788"/>
            <a:ext cx="50292" cy="50292"/>
          </a:xfrm>
          <a:prstGeom prst="rect">
            <a:avLst/>
          </a:prstGeom>
          <a:solidFill>
            <a:srgbClr val="0F1426"/>
          </a:solidFill>
          <a:ln/>
        </p:spPr>
      </p:sp>
      <p:sp>
        <p:nvSpPr>
          <p:cNvPr id="8" name="Text 6"/>
          <p:cNvSpPr txBox="1"/>
          <p:nvPr/>
        </p:nvSpPr>
        <p:spPr>
          <a:xfrm>
            <a:off x="548640" y="329184"/>
            <a:ext cx="1600200" cy="310896"/>
          </a:xfrm>
          <a:prstGeom prst="rect">
            <a:avLst/>
          </a:prstGeom>
          <a:noFill/>
          <a:ln/>
        </p:spPr>
        <p:txBody>
          <a:bodyPr wrap="square" lIns="0" tIns="0" rIns="0" bIns="0" rtlCol="0" anchor="ctr"/>
          <a:lstStyle/>
          <a:p>
            <a:pPr algn="ctr" indent="0" marL="0">
              <a:buNone/>
            </a:pPr>
            <a:r>
              <a:rPr lang="ko-KR" altLang="en-US" sz="1100" b="1" dirty="0">
                <a:solidFill>
                  <a:srgbClr val="22201F"/>
                </a:solidFill>
                <a:latin typeface="Galmuri11" pitchFamily="34" charset="0"/>
                <a:ea typeface="Galmuri11" pitchFamily="34" charset="-122"/>
                <a:cs typeface="Galmuri11" pitchFamily="34" charset="-120"/>
              </a:rPr>
              <a:t>04  일정 · 역할</a:t>
            </a:r>
            <a:endParaRPr lang="ko-KR" sz="1100" dirty="0"/>
          </a:p>
        </p:txBody>
      </p:sp>
      <p:sp>
        <p:nvSpPr>
          <p:cNvPr id="9" name="Text 1"/>
          <p:cNvSpPr/>
          <p:nvPr>
            <p:ph idx="101" type="title" hasCustomPrompt="1"/>
          </p:nvPr>
        </p:nvSpPr>
        <p:spPr>
          <a:xfrm>
            <a:off x="548640" y="731520"/>
            <a:ext cx="11064240" cy="640080"/>
          </a:xfrm>
          <a:prstGeom prst="rect">
            <a:avLst/>
          </a:prstGeom>
          <a:noFill/>
          <a:ln/>
        </p:spPr>
        <p:txBody>
          <a:bodyPr wrap="square" lIns="0" tIns="0" rIns="0" bIns="0" rtlCol="0" anchor="ctr"/>
          <a:lstStyle/>
          <a:p>
            <a:pPr algn="l" indent="0" marL="0">
              <a:buNone/>
            </a:pPr>
            <a:r>
              <a:rPr lang="en-US" sz="2800" dirty="0">
                <a:solidFill>
                  <a:srgbClr val="FFFFFF"/>
                </a:solidFill>
                <a:latin typeface="Galmuri14" pitchFamily="34" charset="0"/>
                <a:ea typeface="Galmuri14" pitchFamily="34" charset="-122"/>
                <a:cs typeface="Galmuri14" pitchFamily="34" charset="-120"/>
              </a:rPr>
              <a:t>앞으로 이렇게 만들어요</a:t>
            </a:r>
            <a:endParaRPr lang="en-US" sz="2800" dirty="0"/>
          </a:p>
        </p:txBody>
      </p:sp>
      <p:sp>
        <p:nvSpPr>
          <p:cNvPr id="10" name="Shape 8"/>
          <p:cNvSpPr/>
          <p:nvPr/>
        </p:nvSpPr>
        <p:spPr>
          <a:xfrm>
            <a:off x="548640" y="1554480"/>
            <a:ext cx="8732520" cy="365760"/>
          </a:xfrm>
          <a:prstGeom prst="rect">
            <a:avLst/>
          </a:prstGeom>
          <a:solidFill>
            <a:srgbClr val="3A4E7A"/>
          </a:solidFill>
          <a:ln/>
        </p:spPr>
      </p:sp>
      <p:sp>
        <p:nvSpPr>
          <p:cNvPr id="11" name="Shape 9"/>
          <p:cNvSpPr/>
          <p:nvPr/>
        </p:nvSpPr>
        <p:spPr>
          <a:xfrm>
            <a:off x="598932" y="1604772"/>
            <a:ext cx="8631936" cy="265176"/>
          </a:xfrm>
          <a:prstGeom prst="rect">
            <a:avLst/>
          </a:prstGeom>
          <a:solidFill>
            <a:srgbClr val="1F2A4A"/>
          </a:solidFill>
          <a:ln/>
        </p:spPr>
      </p:sp>
      <p:sp>
        <p:nvSpPr>
          <p:cNvPr id="12" name="Shape 10"/>
          <p:cNvSpPr/>
          <p:nvPr/>
        </p:nvSpPr>
        <p:spPr>
          <a:xfrm>
            <a:off x="548640" y="1554480"/>
            <a:ext cx="50292" cy="50292"/>
          </a:xfrm>
          <a:prstGeom prst="rect">
            <a:avLst/>
          </a:prstGeom>
          <a:solidFill>
            <a:srgbClr val="0F1426"/>
          </a:solidFill>
          <a:ln/>
        </p:spPr>
      </p:sp>
      <p:sp>
        <p:nvSpPr>
          <p:cNvPr id="13" name="Shape 11"/>
          <p:cNvSpPr/>
          <p:nvPr/>
        </p:nvSpPr>
        <p:spPr>
          <a:xfrm>
            <a:off x="9230868" y="1554480"/>
            <a:ext cx="50292" cy="50292"/>
          </a:xfrm>
          <a:prstGeom prst="rect">
            <a:avLst/>
          </a:prstGeom>
          <a:solidFill>
            <a:srgbClr val="0F1426"/>
          </a:solidFill>
          <a:ln/>
        </p:spPr>
      </p:sp>
      <p:sp>
        <p:nvSpPr>
          <p:cNvPr id="14" name="Shape 12"/>
          <p:cNvSpPr/>
          <p:nvPr/>
        </p:nvSpPr>
        <p:spPr>
          <a:xfrm>
            <a:off x="548640" y="1869948"/>
            <a:ext cx="50292" cy="50292"/>
          </a:xfrm>
          <a:prstGeom prst="rect">
            <a:avLst/>
          </a:prstGeom>
          <a:solidFill>
            <a:srgbClr val="0F1426"/>
          </a:solidFill>
          <a:ln/>
        </p:spPr>
      </p:sp>
      <p:sp>
        <p:nvSpPr>
          <p:cNvPr id="15" name="Shape 13"/>
          <p:cNvSpPr/>
          <p:nvPr/>
        </p:nvSpPr>
        <p:spPr>
          <a:xfrm>
            <a:off x="9230868" y="1869948"/>
            <a:ext cx="50292" cy="50292"/>
          </a:xfrm>
          <a:prstGeom prst="rect">
            <a:avLst/>
          </a:prstGeom>
          <a:solidFill>
            <a:srgbClr val="0F1426"/>
          </a:solidFill>
          <a:ln/>
        </p:spPr>
      </p:sp>
      <p:sp>
        <p:nvSpPr>
          <p:cNvPr id="16" name="Text 14"/>
          <p:cNvSpPr txBox="1"/>
          <p:nvPr/>
        </p:nvSpPr>
        <p:spPr>
          <a:xfrm>
            <a:off x="548640" y="1554480"/>
            <a:ext cx="8732520"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1단계 · 이번 학기 (설계 · 프로토타입)</a:t>
            </a:r>
            <a:endParaRPr lang="ko-KR" sz="1300" dirty="0"/>
          </a:p>
        </p:txBody>
      </p:sp>
      <p:sp>
        <p:nvSpPr>
          <p:cNvPr id="17" name="Shape 15"/>
          <p:cNvSpPr/>
          <p:nvPr/>
        </p:nvSpPr>
        <p:spPr>
          <a:xfrm>
            <a:off x="9464040" y="1554480"/>
            <a:ext cx="2176272" cy="365760"/>
          </a:xfrm>
          <a:prstGeom prst="rect">
            <a:avLst/>
          </a:prstGeom>
          <a:solidFill>
            <a:srgbClr val="3A4E7A"/>
          </a:solidFill>
          <a:ln/>
        </p:spPr>
      </p:sp>
      <p:sp>
        <p:nvSpPr>
          <p:cNvPr id="18" name="Shape 16"/>
          <p:cNvSpPr/>
          <p:nvPr/>
        </p:nvSpPr>
        <p:spPr>
          <a:xfrm>
            <a:off x="9514332" y="1604772"/>
            <a:ext cx="2075688" cy="265176"/>
          </a:xfrm>
          <a:prstGeom prst="rect">
            <a:avLst/>
          </a:prstGeom>
          <a:solidFill>
            <a:srgbClr val="1F2A4A"/>
          </a:solidFill>
          <a:ln/>
        </p:spPr>
      </p:sp>
      <p:sp>
        <p:nvSpPr>
          <p:cNvPr id="19" name="Shape 17"/>
          <p:cNvSpPr/>
          <p:nvPr/>
        </p:nvSpPr>
        <p:spPr>
          <a:xfrm>
            <a:off x="9464040" y="1554480"/>
            <a:ext cx="50292" cy="50292"/>
          </a:xfrm>
          <a:prstGeom prst="rect">
            <a:avLst/>
          </a:prstGeom>
          <a:solidFill>
            <a:srgbClr val="0F1426"/>
          </a:solidFill>
          <a:ln/>
        </p:spPr>
      </p:sp>
      <p:sp>
        <p:nvSpPr>
          <p:cNvPr id="20" name="Shape 18"/>
          <p:cNvSpPr/>
          <p:nvPr/>
        </p:nvSpPr>
        <p:spPr>
          <a:xfrm>
            <a:off x="11590020" y="1554480"/>
            <a:ext cx="50292" cy="50292"/>
          </a:xfrm>
          <a:prstGeom prst="rect">
            <a:avLst/>
          </a:prstGeom>
          <a:solidFill>
            <a:srgbClr val="0F1426"/>
          </a:solidFill>
          <a:ln/>
        </p:spPr>
      </p:sp>
      <p:sp>
        <p:nvSpPr>
          <p:cNvPr id="21" name="Shape 19"/>
          <p:cNvSpPr/>
          <p:nvPr/>
        </p:nvSpPr>
        <p:spPr>
          <a:xfrm>
            <a:off x="9464040" y="1869948"/>
            <a:ext cx="50292" cy="50292"/>
          </a:xfrm>
          <a:prstGeom prst="rect">
            <a:avLst/>
          </a:prstGeom>
          <a:solidFill>
            <a:srgbClr val="0F1426"/>
          </a:solidFill>
          <a:ln/>
        </p:spPr>
      </p:sp>
      <p:sp>
        <p:nvSpPr>
          <p:cNvPr id="22" name="Shape 20"/>
          <p:cNvSpPr/>
          <p:nvPr/>
        </p:nvSpPr>
        <p:spPr>
          <a:xfrm>
            <a:off x="11590020" y="1869948"/>
            <a:ext cx="50292" cy="50292"/>
          </a:xfrm>
          <a:prstGeom prst="rect">
            <a:avLst/>
          </a:prstGeom>
          <a:solidFill>
            <a:srgbClr val="0F1426"/>
          </a:solidFill>
          <a:ln/>
        </p:spPr>
      </p:sp>
      <p:sp>
        <p:nvSpPr>
          <p:cNvPr id="23" name="Text 21"/>
          <p:cNvSpPr txBox="1"/>
          <p:nvPr/>
        </p:nvSpPr>
        <p:spPr>
          <a:xfrm>
            <a:off x="9464040" y="1554480"/>
            <a:ext cx="2176272" cy="365760"/>
          </a:xfrm>
          <a:prstGeom prst="rect">
            <a:avLst/>
          </a:prstGeom>
          <a:noFill/>
          <a:ln/>
        </p:spPr>
        <p:txBody>
          <a:bodyPr wrap="square" lIns="0" tIns="0" rIns="0" bIns="0" rtlCol="0" anchor="ctr"/>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2단계 · 다음 학기</a:t>
            </a:r>
            <a:endParaRPr lang="ko-KR" sz="1300" dirty="0"/>
          </a:p>
        </p:txBody>
      </p:sp>
      <p:sp>
        <p:nvSpPr>
          <p:cNvPr id="24" name="Shape 22"/>
          <p:cNvSpPr/>
          <p:nvPr/>
        </p:nvSpPr>
        <p:spPr>
          <a:xfrm>
            <a:off x="777240" y="2587752"/>
            <a:ext cx="10607040" cy="54864"/>
          </a:xfrm>
          <a:prstGeom prst="rect">
            <a:avLst/>
          </a:prstGeom>
          <a:solidFill>
            <a:srgbClr val="3A4E7A"/>
          </a:solidFill>
          <a:ln/>
        </p:spPr>
      </p:sp>
      <p:sp>
        <p:nvSpPr>
          <p:cNvPr id="25" name="Text 23"/>
          <p:cNvSpPr txBox="1"/>
          <p:nvPr/>
        </p:nvSpPr>
        <p:spPr>
          <a:xfrm>
            <a:off x="457200"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1~4주 · 9월</a:t>
            </a:r>
            <a:endParaRPr lang="ko-KR" sz="1300" dirty="0"/>
          </a:p>
        </p:txBody>
      </p:sp>
      <p:sp>
        <p:nvSpPr>
          <p:cNvPr id="26" name="Shape 24"/>
          <p:cNvSpPr/>
          <p:nvPr/>
        </p:nvSpPr>
        <p:spPr>
          <a:xfrm>
            <a:off x="1188720" y="2523744"/>
            <a:ext cx="182880" cy="182880"/>
          </a:xfrm>
          <a:prstGeom prst="rect">
            <a:avLst/>
          </a:prstGeom>
          <a:solidFill>
            <a:srgbClr val="3FBF6F"/>
          </a:solidFill>
          <a:ln/>
        </p:spPr>
      </p:sp>
      <p:sp>
        <p:nvSpPr>
          <p:cNvPr id="27" name="Text 25"/>
          <p:cNvSpPr txBox="1"/>
          <p:nvPr/>
        </p:nvSpPr>
        <p:spPr>
          <a:xfrm>
            <a:off x="429768"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주제 확정</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유사 콘텐츠 조사</a:t>
            </a:r>
            <a:endParaRPr lang="ko-KR" sz="1100" dirty="0"/>
          </a:p>
        </p:txBody>
      </p:sp>
      <p:sp>
        <p:nvSpPr>
          <p:cNvPr id="28" name="Text 26"/>
          <p:cNvSpPr txBox="1"/>
          <p:nvPr/>
        </p:nvSpPr>
        <p:spPr>
          <a:xfrm>
            <a:off x="2194560"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7D84A"/>
                </a:solidFill>
                <a:latin typeface="Galmuri11" pitchFamily="34" charset="0"/>
                <a:ea typeface="Galmuri11" pitchFamily="34" charset="-122"/>
                <a:cs typeface="Galmuri11" pitchFamily="34" charset="-120"/>
              </a:rPr>
              <a:t>5~7주 · 현재</a:t>
            </a:r>
            <a:endParaRPr lang="ko-KR" sz="1300" dirty="0"/>
          </a:p>
        </p:txBody>
      </p:sp>
      <p:sp>
        <p:nvSpPr>
          <p:cNvPr id="29" name="Shape 27"/>
          <p:cNvSpPr/>
          <p:nvPr/>
        </p:nvSpPr>
        <p:spPr>
          <a:xfrm>
            <a:off x="2880360" y="2478024"/>
            <a:ext cx="274320" cy="274320"/>
          </a:xfrm>
          <a:prstGeom prst="rect">
            <a:avLst/>
          </a:prstGeom>
          <a:solidFill>
            <a:srgbClr val="F7D84A"/>
          </a:solidFill>
          <a:ln/>
        </p:spPr>
      </p:sp>
      <p:sp>
        <p:nvSpPr>
          <p:cNvPr id="30" name="Text 28"/>
          <p:cNvSpPr txBox="1"/>
          <p:nvPr/>
        </p:nvSpPr>
        <p:spPr>
          <a:xfrm>
            <a:off x="2167128"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회의 반영 화면 설계</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HTML 시제품 v0.4</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중간발표</a:t>
            </a:r>
            <a:endParaRPr lang="ko-KR" sz="1100" dirty="0"/>
          </a:p>
        </p:txBody>
      </p:sp>
      <p:sp>
        <p:nvSpPr>
          <p:cNvPr id="31" name="Text 29"/>
          <p:cNvSpPr txBox="1"/>
          <p:nvPr/>
        </p:nvSpPr>
        <p:spPr>
          <a:xfrm>
            <a:off x="3931920"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8~10주</a:t>
            </a:r>
            <a:endParaRPr lang="ko-KR" sz="1300" dirty="0"/>
          </a:p>
        </p:txBody>
      </p:sp>
      <p:sp>
        <p:nvSpPr>
          <p:cNvPr id="32" name="Shape 30"/>
          <p:cNvSpPr/>
          <p:nvPr/>
        </p:nvSpPr>
        <p:spPr>
          <a:xfrm>
            <a:off x="4663440" y="2523744"/>
            <a:ext cx="182880" cy="182880"/>
          </a:xfrm>
          <a:prstGeom prst="rect">
            <a:avLst/>
          </a:prstGeom>
          <a:solidFill>
            <a:srgbClr val="45C7C1"/>
          </a:solidFill>
          <a:ln/>
        </p:spPr>
      </p:sp>
      <p:sp>
        <p:nvSpPr>
          <p:cNvPr id="33" name="Text 31"/>
          <p:cNvSpPr txBox="1"/>
          <p:nvPr/>
        </p:nvSpPr>
        <p:spPr>
          <a:xfrm>
            <a:off x="3904488"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사건·규칙 데이터</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난이도 배치·저장 설계</a:t>
            </a:r>
            <a:endParaRPr lang="ko-KR" sz="1100" dirty="0"/>
          </a:p>
        </p:txBody>
      </p:sp>
      <p:sp>
        <p:nvSpPr>
          <p:cNvPr id="34" name="Text 32"/>
          <p:cNvSpPr txBox="1"/>
          <p:nvPr/>
        </p:nvSpPr>
        <p:spPr>
          <a:xfrm>
            <a:off x="5669280"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11~13주</a:t>
            </a:r>
            <a:endParaRPr lang="ko-KR" sz="1300" dirty="0"/>
          </a:p>
        </p:txBody>
      </p:sp>
      <p:sp>
        <p:nvSpPr>
          <p:cNvPr id="35" name="Shape 33"/>
          <p:cNvSpPr/>
          <p:nvPr/>
        </p:nvSpPr>
        <p:spPr>
          <a:xfrm>
            <a:off x="6400800" y="2523744"/>
            <a:ext cx="182880" cy="182880"/>
          </a:xfrm>
          <a:prstGeom prst="rect">
            <a:avLst/>
          </a:prstGeom>
          <a:solidFill>
            <a:srgbClr val="45C7C1"/>
          </a:solidFill>
          <a:ln/>
        </p:spPr>
      </p:sp>
      <p:sp>
        <p:nvSpPr>
          <p:cNvPr id="36" name="Text 34"/>
          <p:cNvSpPr txBox="1"/>
          <p:nvPr/>
        </p:nvSpPr>
        <p:spPr>
          <a:xfrm>
            <a:off x="5641848"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Unity 프로토타입</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메인→인게임→결과</a:t>
            </a:r>
            <a:endParaRPr lang="ko-KR" sz="1100" dirty="0"/>
          </a:p>
        </p:txBody>
      </p:sp>
      <p:sp>
        <p:nvSpPr>
          <p:cNvPr id="37" name="Text 35"/>
          <p:cNvSpPr txBox="1"/>
          <p:nvPr/>
        </p:nvSpPr>
        <p:spPr>
          <a:xfrm>
            <a:off x="7406640"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14~15주</a:t>
            </a:r>
            <a:endParaRPr lang="ko-KR" sz="1300" dirty="0"/>
          </a:p>
        </p:txBody>
      </p:sp>
      <p:sp>
        <p:nvSpPr>
          <p:cNvPr id="38" name="Shape 36"/>
          <p:cNvSpPr/>
          <p:nvPr/>
        </p:nvSpPr>
        <p:spPr>
          <a:xfrm>
            <a:off x="8138160" y="2523744"/>
            <a:ext cx="182880" cy="182880"/>
          </a:xfrm>
          <a:prstGeom prst="rect">
            <a:avLst/>
          </a:prstGeom>
          <a:solidFill>
            <a:srgbClr val="45C7C1"/>
          </a:solidFill>
          <a:ln/>
        </p:spPr>
      </p:sp>
      <p:sp>
        <p:nvSpPr>
          <p:cNvPr id="39" name="Text 37"/>
          <p:cNvSpPr txBox="1"/>
          <p:nvPr/>
        </p:nvSpPr>
        <p:spPr>
          <a:xfrm>
            <a:off x="7379208"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테스트·산출물 정리</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기말발표</a:t>
            </a:r>
            <a:endParaRPr lang="ko-KR" sz="1100" dirty="0"/>
          </a:p>
        </p:txBody>
      </p:sp>
      <p:sp>
        <p:nvSpPr>
          <p:cNvPr id="40" name="Text 38"/>
          <p:cNvSpPr txBox="1"/>
          <p:nvPr/>
        </p:nvSpPr>
        <p:spPr>
          <a:xfrm>
            <a:off x="9729216" y="2029968"/>
            <a:ext cx="1645920" cy="292608"/>
          </a:xfrm>
          <a:prstGeom prst="rect">
            <a:avLst/>
          </a:prstGeom>
          <a:noFill/>
          <a:ln/>
        </p:spPr>
        <p:txBody>
          <a:bodyPr wrap="square" lIns="0" tIns="0" rIns="0" bIns="0" rtlCol="0" anchor="t"/>
          <a:lstStyle/>
          <a:p>
            <a:pPr algn="ctr" indent="0" marL="0">
              <a:buNone/>
            </a:pPr>
            <a:r>
              <a:rPr lang="ko-KR" altLang="en-US" sz="1300" b="1" dirty="0">
                <a:solidFill>
                  <a:srgbClr val="FFFFFF"/>
                </a:solidFill>
                <a:latin typeface="Galmuri11" pitchFamily="34" charset="0"/>
                <a:ea typeface="Galmuri11" pitchFamily="34" charset="-122"/>
                <a:cs typeface="Galmuri11" pitchFamily="34" charset="-120"/>
              </a:rPr>
              <a:t>다음 학기</a:t>
            </a:r>
            <a:endParaRPr lang="ko-KR" sz="1300" dirty="0"/>
          </a:p>
        </p:txBody>
      </p:sp>
      <p:sp>
        <p:nvSpPr>
          <p:cNvPr id="41" name="Shape 39"/>
          <p:cNvSpPr/>
          <p:nvPr/>
        </p:nvSpPr>
        <p:spPr>
          <a:xfrm>
            <a:off x="10460736" y="2523744"/>
            <a:ext cx="182880" cy="182880"/>
          </a:xfrm>
          <a:prstGeom prst="rect">
            <a:avLst/>
          </a:prstGeom>
          <a:solidFill>
            <a:srgbClr val="45C7C1"/>
          </a:solidFill>
          <a:ln/>
        </p:spPr>
      </p:sp>
      <p:sp>
        <p:nvSpPr>
          <p:cNvPr id="42" name="Text 40"/>
          <p:cNvSpPr txBox="1"/>
          <p:nvPr/>
        </p:nvSpPr>
        <p:spPr>
          <a:xfrm>
            <a:off x="9701784" y="2834640"/>
            <a:ext cx="1700784" cy="731520"/>
          </a:xfrm>
          <a:prstGeom prst="rect">
            <a:avLst/>
          </a:prstGeom>
          <a:noFill/>
          <a:ln/>
        </p:spPr>
        <p:txBody>
          <a:bodyPr wrap="square" lIns="0" tIns="0" rIns="0" bIns="0" rtlCol="0" anchor="t"/>
          <a:lstStyle/>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서버 랭킹·사건 확충</a:t>
            </a:r>
            <a:endParaRPr lang="ko-KR" sz="1100" dirty="0"/>
          </a:p>
          <a:p>
            <a:pPr algn="ctr" indent="0" marL="0">
              <a:lnSpc>
                <a:spcPct val="105000"/>
              </a:lnSpc>
              <a:buNone/>
            </a:pPr>
            <a:r>
              <a:rPr lang="ko-KR" altLang="en-US" sz="1100" dirty="0">
                <a:solidFill>
                  <a:srgbClr val="B9C6E2"/>
                </a:solidFill>
                <a:latin typeface="맑은 고딕" pitchFamily="34" charset="0"/>
                <a:ea typeface="맑은 고딕" pitchFamily="34" charset="-122"/>
                <a:cs typeface="맑은 고딕" pitchFamily="34" charset="-120"/>
              </a:rPr>
              <a:t>테스트·최종 발표</a:t>
            </a:r>
            <a:endParaRPr lang="ko-KR" sz="1100" dirty="0"/>
          </a:p>
        </p:txBody>
      </p:sp>
      <p:sp>
        <p:nvSpPr>
          <p:cNvPr id="43" name="Text 41"/>
          <p:cNvSpPr txBox="1"/>
          <p:nvPr/>
        </p:nvSpPr>
        <p:spPr>
          <a:xfrm>
            <a:off x="548640" y="3840480"/>
            <a:ext cx="5486400" cy="292608"/>
          </a:xfrm>
          <a:prstGeom prst="rect">
            <a:avLst/>
          </a:prstGeom>
          <a:noFill/>
          <a:ln/>
        </p:spPr>
        <p:txBody>
          <a:bodyPr wrap="square" lIns="0" tIns="0" rIns="0" bIns="0" rtlCol="0" anchor="t"/>
          <a:lstStyle/>
          <a:p>
            <a:pPr indent="0" marL="0">
              <a:buNone/>
            </a:pPr>
            <a:r>
              <a:rPr lang="ko-KR" altLang="en-US" sz="1400" b="1" dirty="0">
                <a:solidFill>
                  <a:srgbClr val="FFFFFF"/>
                </a:solidFill>
                <a:latin typeface="Galmuri11" pitchFamily="34" charset="0"/>
                <a:ea typeface="Galmuri11" pitchFamily="34" charset="-122"/>
                <a:cs typeface="Galmuri11" pitchFamily="34" charset="-120"/>
              </a:rPr>
              <a:t>누가 무엇을 맡나요?</a:t>
            </a:r>
            <a:endParaRPr lang="ko-KR" sz="1400" dirty="0"/>
          </a:p>
        </p:txBody>
      </p:sp>
      <p:sp>
        <p:nvSpPr>
          <p:cNvPr id="44" name="Shape 42"/>
          <p:cNvSpPr/>
          <p:nvPr/>
        </p:nvSpPr>
        <p:spPr>
          <a:xfrm>
            <a:off x="548640" y="4251960"/>
            <a:ext cx="2651760" cy="1234440"/>
          </a:xfrm>
          <a:prstGeom prst="rect">
            <a:avLst/>
          </a:prstGeom>
          <a:solidFill>
            <a:srgbClr val="3A4E7A"/>
          </a:solidFill>
          <a:ln/>
        </p:spPr>
      </p:sp>
      <p:sp>
        <p:nvSpPr>
          <p:cNvPr id="45" name="Shape 43"/>
          <p:cNvSpPr/>
          <p:nvPr/>
        </p:nvSpPr>
        <p:spPr>
          <a:xfrm>
            <a:off x="598932" y="4302252"/>
            <a:ext cx="2551176" cy="1133856"/>
          </a:xfrm>
          <a:prstGeom prst="rect">
            <a:avLst/>
          </a:prstGeom>
          <a:solidFill>
            <a:srgbClr val="1F2A4A"/>
          </a:solidFill>
          <a:ln/>
        </p:spPr>
      </p:sp>
      <p:sp>
        <p:nvSpPr>
          <p:cNvPr id="46" name="Shape 44"/>
          <p:cNvSpPr/>
          <p:nvPr/>
        </p:nvSpPr>
        <p:spPr>
          <a:xfrm>
            <a:off x="548640" y="4251960"/>
            <a:ext cx="50292" cy="50292"/>
          </a:xfrm>
          <a:prstGeom prst="rect">
            <a:avLst/>
          </a:prstGeom>
          <a:solidFill>
            <a:srgbClr val="0F1426"/>
          </a:solidFill>
          <a:ln/>
        </p:spPr>
      </p:sp>
      <p:sp>
        <p:nvSpPr>
          <p:cNvPr id="47" name="Shape 45"/>
          <p:cNvSpPr/>
          <p:nvPr/>
        </p:nvSpPr>
        <p:spPr>
          <a:xfrm>
            <a:off x="3150108" y="4251960"/>
            <a:ext cx="50292" cy="50292"/>
          </a:xfrm>
          <a:prstGeom prst="rect">
            <a:avLst/>
          </a:prstGeom>
          <a:solidFill>
            <a:srgbClr val="0F1426"/>
          </a:solidFill>
          <a:ln/>
        </p:spPr>
      </p:sp>
      <p:sp>
        <p:nvSpPr>
          <p:cNvPr id="48" name="Shape 46"/>
          <p:cNvSpPr/>
          <p:nvPr/>
        </p:nvSpPr>
        <p:spPr>
          <a:xfrm>
            <a:off x="548640" y="5436108"/>
            <a:ext cx="50292" cy="50292"/>
          </a:xfrm>
          <a:prstGeom prst="rect">
            <a:avLst/>
          </a:prstGeom>
          <a:solidFill>
            <a:srgbClr val="0F1426"/>
          </a:solidFill>
          <a:ln/>
        </p:spPr>
      </p:sp>
      <p:sp>
        <p:nvSpPr>
          <p:cNvPr id="49" name="Shape 47"/>
          <p:cNvSpPr/>
          <p:nvPr/>
        </p:nvSpPr>
        <p:spPr>
          <a:xfrm>
            <a:off x="3150108" y="5436108"/>
            <a:ext cx="50292" cy="50292"/>
          </a:xfrm>
          <a:prstGeom prst="rect">
            <a:avLst/>
          </a:prstGeom>
          <a:solidFill>
            <a:srgbClr val="0F1426"/>
          </a:solidFill>
          <a:ln/>
        </p:spPr>
      </p:sp>
      <p:sp>
        <p:nvSpPr>
          <p:cNvPr id="50" name="Shape 48"/>
          <p:cNvSpPr/>
          <p:nvPr/>
        </p:nvSpPr>
        <p:spPr>
          <a:xfrm>
            <a:off x="749808" y="4434840"/>
            <a:ext cx="457200" cy="457200"/>
          </a:xfrm>
          <a:prstGeom prst="rect">
            <a:avLst/>
          </a:prstGeom>
          <a:solidFill>
            <a:srgbClr val="22201F"/>
          </a:solidFill>
          <a:ln/>
        </p:spPr>
      </p:sp>
      <p:sp>
        <p:nvSpPr>
          <p:cNvPr id="51" name="Shape 49"/>
          <p:cNvSpPr/>
          <p:nvPr/>
        </p:nvSpPr>
        <p:spPr>
          <a:xfrm>
            <a:off x="800100" y="4485132"/>
            <a:ext cx="356616" cy="356616"/>
          </a:xfrm>
          <a:prstGeom prst="rect">
            <a:avLst/>
          </a:prstGeom>
          <a:solidFill>
            <a:srgbClr val="45C7C1"/>
          </a:solidFill>
          <a:ln/>
        </p:spPr>
      </p:sp>
      <p:sp>
        <p:nvSpPr>
          <p:cNvPr id="52" name="Shape 50"/>
          <p:cNvSpPr/>
          <p:nvPr/>
        </p:nvSpPr>
        <p:spPr>
          <a:xfrm>
            <a:off x="749808" y="4434840"/>
            <a:ext cx="50292" cy="50292"/>
          </a:xfrm>
          <a:prstGeom prst="rect">
            <a:avLst/>
          </a:prstGeom>
          <a:solidFill>
            <a:srgbClr val="1F2A4A"/>
          </a:solidFill>
          <a:ln/>
        </p:spPr>
      </p:sp>
      <p:sp>
        <p:nvSpPr>
          <p:cNvPr id="53" name="Shape 51"/>
          <p:cNvSpPr/>
          <p:nvPr/>
        </p:nvSpPr>
        <p:spPr>
          <a:xfrm>
            <a:off x="1156716" y="4434840"/>
            <a:ext cx="50292" cy="50292"/>
          </a:xfrm>
          <a:prstGeom prst="rect">
            <a:avLst/>
          </a:prstGeom>
          <a:solidFill>
            <a:srgbClr val="1F2A4A"/>
          </a:solidFill>
          <a:ln/>
        </p:spPr>
      </p:sp>
      <p:sp>
        <p:nvSpPr>
          <p:cNvPr id="54" name="Shape 52"/>
          <p:cNvSpPr/>
          <p:nvPr/>
        </p:nvSpPr>
        <p:spPr>
          <a:xfrm>
            <a:off x="749808" y="4841748"/>
            <a:ext cx="50292" cy="50292"/>
          </a:xfrm>
          <a:prstGeom prst="rect">
            <a:avLst/>
          </a:prstGeom>
          <a:solidFill>
            <a:srgbClr val="1F2A4A"/>
          </a:solidFill>
          <a:ln/>
        </p:spPr>
      </p:sp>
      <p:sp>
        <p:nvSpPr>
          <p:cNvPr id="55" name="Shape 53"/>
          <p:cNvSpPr/>
          <p:nvPr/>
        </p:nvSpPr>
        <p:spPr>
          <a:xfrm>
            <a:off x="1156716" y="4841748"/>
            <a:ext cx="50292" cy="50292"/>
          </a:xfrm>
          <a:prstGeom prst="rect">
            <a:avLst/>
          </a:prstGeom>
          <a:solidFill>
            <a:srgbClr val="1F2A4A"/>
          </a:solidFill>
          <a:ln/>
        </p:spPr>
      </p:sp>
      <p:sp>
        <p:nvSpPr>
          <p:cNvPr id="56" name="Text 54"/>
          <p:cNvSpPr txBox="1"/>
          <p:nvPr/>
        </p:nvSpPr>
        <p:spPr>
          <a:xfrm>
            <a:off x="749808" y="4434840"/>
            <a:ext cx="457200" cy="457200"/>
          </a:xfrm>
          <a:prstGeom prst="rect">
            <a:avLst/>
          </a:prstGeom>
          <a:noFill/>
          <a:ln/>
        </p:spPr>
        <p:txBody>
          <a:bodyPr wrap="square" lIns="0" tIns="0" rIns="0" bIns="0" rtlCol="0" anchor="ctr"/>
          <a:lstStyle/>
          <a:p>
            <a:pPr algn="ctr" indent="0" marL="0">
              <a:buNone/>
            </a:pPr>
            <a:r>
              <a:rPr lang="ko-KR" altLang="en-US" sz="1600" dirty="0">
                <a:solidFill>
                  <a:srgbClr val="22201F"/>
                </a:solidFill>
                <a:latin typeface="Galmuri14" pitchFamily="34" charset="0"/>
                <a:ea typeface="Galmuri14" pitchFamily="34" charset="-122"/>
                <a:cs typeface="Galmuri14" pitchFamily="34" charset="-120"/>
              </a:rPr>
              <a:t>A</a:t>
            </a:r>
            <a:endParaRPr lang="ko-KR" sz="1600" dirty="0"/>
          </a:p>
        </p:txBody>
      </p:sp>
      <p:sp>
        <p:nvSpPr>
          <p:cNvPr id="57" name="Text 55"/>
          <p:cNvSpPr txBox="1"/>
          <p:nvPr/>
        </p:nvSpPr>
        <p:spPr>
          <a:xfrm>
            <a:off x="1325880" y="4434840"/>
            <a:ext cx="1783080" cy="457200"/>
          </a:xfrm>
          <a:prstGeom prst="rect">
            <a:avLst/>
          </a:prstGeom>
          <a:noFill/>
          <a:ln/>
        </p:spPr>
        <p:txBody>
          <a:bodyPr wrap="square" lIns="0" tIns="0" rIns="0" bIns="0" rtlCol="0" anchor="ctr"/>
          <a:lstStyle/>
          <a:p>
            <a:pPr indent="0" marL="0">
              <a:buNone/>
            </a:pPr>
            <a:r>
              <a:rPr lang="ko-KR" altLang="en-US" sz="1300" b="1" dirty="0">
                <a:solidFill>
                  <a:srgbClr val="FFFFFF"/>
                </a:solidFill>
                <a:latin typeface="맑은 고딕" pitchFamily="34" charset="0"/>
                <a:ea typeface="맑은 고딕" pitchFamily="34" charset="-122"/>
                <a:cs typeface="맑은 고딕" pitchFamily="34" charset="-120"/>
              </a:rPr>
              <a:t>○○○ (팀장)</a:t>
            </a:r>
            <a:endParaRPr lang="ko-KR" sz="1300" dirty="0"/>
          </a:p>
        </p:txBody>
      </p:sp>
      <p:sp>
        <p:nvSpPr>
          <p:cNvPr id="58" name="Text 56"/>
          <p:cNvSpPr txBox="1"/>
          <p:nvPr/>
        </p:nvSpPr>
        <p:spPr>
          <a:xfrm>
            <a:off x="749808" y="5010912"/>
            <a:ext cx="2377440" cy="365760"/>
          </a:xfrm>
          <a:prstGeom prst="rect">
            <a:avLst/>
          </a:prstGeom>
          <a:noFill/>
          <a:ln/>
        </p:spPr>
        <p:txBody>
          <a:bodyPr wrap="square" lIns="0" tIns="0" rIns="0" bIns="0" rtlCol="0" anchor="t"/>
          <a:lstStyle/>
          <a:p>
            <a:pPr indent="0" marL="0">
              <a:buNone/>
            </a:pPr>
            <a:r>
              <a:rPr lang="ko-KR" altLang="en-US" sz="1150" dirty="0">
                <a:solidFill>
                  <a:srgbClr val="B9C6E2"/>
                </a:solidFill>
                <a:latin typeface="맑은 고딕" pitchFamily="34" charset="0"/>
                <a:ea typeface="맑은 고딕" pitchFamily="34" charset="-122"/>
                <a:cs typeface="맑은 고딕" pitchFamily="34" charset="-120"/>
              </a:rPr>
              <a:t>기획·자료 수집·디자인·사건 개발</a:t>
            </a:r>
            <a:endParaRPr lang="ko-KR" sz="1150" dirty="0"/>
          </a:p>
        </p:txBody>
      </p:sp>
      <p:sp>
        <p:nvSpPr>
          <p:cNvPr id="59" name="Shape 57"/>
          <p:cNvSpPr/>
          <p:nvPr/>
        </p:nvSpPr>
        <p:spPr>
          <a:xfrm>
            <a:off x="3364992" y="4251960"/>
            <a:ext cx="2651760" cy="1234440"/>
          </a:xfrm>
          <a:prstGeom prst="rect">
            <a:avLst/>
          </a:prstGeom>
          <a:solidFill>
            <a:srgbClr val="3A4E7A"/>
          </a:solidFill>
          <a:ln/>
        </p:spPr>
      </p:sp>
      <p:sp>
        <p:nvSpPr>
          <p:cNvPr id="60" name="Shape 58"/>
          <p:cNvSpPr/>
          <p:nvPr/>
        </p:nvSpPr>
        <p:spPr>
          <a:xfrm>
            <a:off x="3415284" y="4302252"/>
            <a:ext cx="2551176" cy="1133856"/>
          </a:xfrm>
          <a:prstGeom prst="rect">
            <a:avLst/>
          </a:prstGeom>
          <a:solidFill>
            <a:srgbClr val="1F2A4A"/>
          </a:solidFill>
          <a:ln/>
        </p:spPr>
      </p:sp>
      <p:sp>
        <p:nvSpPr>
          <p:cNvPr id="61" name="Shape 59"/>
          <p:cNvSpPr/>
          <p:nvPr/>
        </p:nvSpPr>
        <p:spPr>
          <a:xfrm>
            <a:off x="3364992" y="4251960"/>
            <a:ext cx="50292" cy="50292"/>
          </a:xfrm>
          <a:prstGeom prst="rect">
            <a:avLst/>
          </a:prstGeom>
          <a:solidFill>
            <a:srgbClr val="0F1426"/>
          </a:solidFill>
          <a:ln/>
        </p:spPr>
      </p:sp>
      <p:sp>
        <p:nvSpPr>
          <p:cNvPr id="62" name="Shape 60"/>
          <p:cNvSpPr/>
          <p:nvPr/>
        </p:nvSpPr>
        <p:spPr>
          <a:xfrm>
            <a:off x="5966460" y="4251960"/>
            <a:ext cx="50292" cy="50292"/>
          </a:xfrm>
          <a:prstGeom prst="rect">
            <a:avLst/>
          </a:prstGeom>
          <a:solidFill>
            <a:srgbClr val="0F1426"/>
          </a:solidFill>
          <a:ln/>
        </p:spPr>
      </p:sp>
      <p:sp>
        <p:nvSpPr>
          <p:cNvPr id="63" name="Shape 61"/>
          <p:cNvSpPr/>
          <p:nvPr/>
        </p:nvSpPr>
        <p:spPr>
          <a:xfrm>
            <a:off x="3364992" y="5436108"/>
            <a:ext cx="50292" cy="50292"/>
          </a:xfrm>
          <a:prstGeom prst="rect">
            <a:avLst/>
          </a:prstGeom>
          <a:solidFill>
            <a:srgbClr val="0F1426"/>
          </a:solidFill>
          <a:ln/>
        </p:spPr>
      </p:sp>
      <p:sp>
        <p:nvSpPr>
          <p:cNvPr id="64" name="Shape 62"/>
          <p:cNvSpPr/>
          <p:nvPr/>
        </p:nvSpPr>
        <p:spPr>
          <a:xfrm>
            <a:off x="5966460" y="5436108"/>
            <a:ext cx="50292" cy="50292"/>
          </a:xfrm>
          <a:prstGeom prst="rect">
            <a:avLst/>
          </a:prstGeom>
          <a:solidFill>
            <a:srgbClr val="0F1426"/>
          </a:solidFill>
          <a:ln/>
        </p:spPr>
      </p:sp>
      <p:sp>
        <p:nvSpPr>
          <p:cNvPr id="65" name="Shape 63"/>
          <p:cNvSpPr/>
          <p:nvPr/>
        </p:nvSpPr>
        <p:spPr>
          <a:xfrm>
            <a:off x="3566160" y="4434840"/>
            <a:ext cx="457200" cy="457200"/>
          </a:xfrm>
          <a:prstGeom prst="rect">
            <a:avLst/>
          </a:prstGeom>
          <a:solidFill>
            <a:srgbClr val="22201F"/>
          </a:solidFill>
          <a:ln/>
        </p:spPr>
      </p:sp>
      <p:sp>
        <p:nvSpPr>
          <p:cNvPr id="66" name="Shape 64"/>
          <p:cNvSpPr/>
          <p:nvPr/>
        </p:nvSpPr>
        <p:spPr>
          <a:xfrm>
            <a:off x="3616452" y="4485132"/>
            <a:ext cx="356616" cy="356616"/>
          </a:xfrm>
          <a:prstGeom prst="rect">
            <a:avLst/>
          </a:prstGeom>
          <a:solidFill>
            <a:srgbClr val="45C7C1"/>
          </a:solidFill>
          <a:ln/>
        </p:spPr>
      </p:sp>
      <p:sp>
        <p:nvSpPr>
          <p:cNvPr id="67" name="Shape 65"/>
          <p:cNvSpPr/>
          <p:nvPr/>
        </p:nvSpPr>
        <p:spPr>
          <a:xfrm>
            <a:off x="3566160" y="4434840"/>
            <a:ext cx="50292" cy="50292"/>
          </a:xfrm>
          <a:prstGeom prst="rect">
            <a:avLst/>
          </a:prstGeom>
          <a:solidFill>
            <a:srgbClr val="1F2A4A"/>
          </a:solidFill>
          <a:ln/>
        </p:spPr>
      </p:sp>
      <p:sp>
        <p:nvSpPr>
          <p:cNvPr id="68" name="Shape 66"/>
          <p:cNvSpPr/>
          <p:nvPr/>
        </p:nvSpPr>
        <p:spPr>
          <a:xfrm>
            <a:off x="3973068" y="4434840"/>
            <a:ext cx="50292" cy="50292"/>
          </a:xfrm>
          <a:prstGeom prst="rect">
            <a:avLst/>
          </a:prstGeom>
          <a:solidFill>
            <a:srgbClr val="1F2A4A"/>
          </a:solidFill>
          <a:ln/>
        </p:spPr>
      </p:sp>
      <p:sp>
        <p:nvSpPr>
          <p:cNvPr id="69" name="Shape 67"/>
          <p:cNvSpPr/>
          <p:nvPr/>
        </p:nvSpPr>
        <p:spPr>
          <a:xfrm>
            <a:off x="3566160" y="4841748"/>
            <a:ext cx="50292" cy="50292"/>
          </a:xfrm>
          <a:prstGeom prst="rect">
            <a:avLst/>
          </a:prstGeom>
          <a:solidFill>
            <a:srgbClr val="1F2A4A"/>
          </a:solidFill>
          <a:ln/>
        </p:spPr>
      </p:sp>
      <p:sp>
        <p:nvSpPr>
          <p:cNvPr id="70" name="Shape 68"/>
          <p:cNvSpPr/>
          <p:nvPr/>
        </p:nvSpPr>
        <p:spPr>
          <a:xfrm>
            <a:off x="3973068" y="4841748"/>
            <a:ext cx="50292" cy="50292"/>
          </a:xfrm>
          <a:prstGeom prst="rect">
            <a:avLst/>
          </a:prstGeom>
          <a:solidFill>
            <a:srgbClr val="1F2A4A"/>
          </a:solidFill>
          <a:ln/>
        </p:spPr>
      </p:sp>
      <p:sp>
        <p:nvSpPr>
          <p:cNvPr id="71" name="Text 69"/>
          <p:cNvSpPr txBox="1"/>
          <p:nvPr/>
        </p:nvSpPr>
        <p:spPr>
          <a:xfrm>
            <a:off x="3566160" y="4434840"/>
            <a:ext cx="457200" cy="457200"/>
          </a:xfrm>
          <a:prstGeom prst="rect">
            <a:avLst/>
          </a:prstGeom>
          <a:noFill/>
          <a:ln/>
        </p:spPr>
        <p:txBody>
          <a:bodyPr wrap="square" lIns="0" tIns="0" rIns="0" bIns="0" rtlCol="0" anchor="ctr"/>
          <a:lstStyle/>
          <a:p>
            <a:pPr algn="ctr" indent="0" marL="0">
              <a:buNone/>
            </a:pPr>
            <a:r>
              <a:rPr lang="ko-KR" altLang="en-US" sz="1600" dirty="0">
                <a:solidFill>
                  <a:srgbClr val="22201F"/>
                </a:solidFill>
                <a:latin typeface="Galmuri14" pitchFamily="34" charset="0"/>
                <a:ea typeface="Galmuri14" pitchFamily="34" charset="-122"/>
                <a:cs typeface="Galmuri14" pitchFamily="34" charset="-120"/>
              </a:rPr>
              <a:t>B</a:t>
            </a:r>
            <a:endParaRPr lang="ko-KR" sz="1600" dirty="0"/>
          </a:p>
        </p:txBody>
      </p:sp>
      <p:sp>
        <p:nvSpPr>
          <p:cNvPr id="72" name="Text 70"/>
          <p:cNvSpPr txBox="1"/>
          <p:nvPr/>
        </p:nvSpPr>
        <p:spPr>
          <a:xfrm>
            <a:off x="4142232" y="4434840"/>
            <a:ext cx="1783080" cy="457200"/>
          </a:xfrm>
          <a:prstGeom prst="rect">
            <a:avLst/>
          </a:prstGeom>
          <a:noFill/>
          <a:ln/>
        </p:spPr>
        <p:txBody>
          <a:bodyPr wrap="square" lIns="0" tIns="0" rIns="0" bIns="0" rtlCol="0" anchor="ctr"/>
          <a:lstStyle/>
          <a:p>
            <a:pPr indent="0" marL="0">
              <a:buNone/>
            </a:pPr>
            <a:r>
              <a:rPr lang="ko-KR" altLang="en-US" sz="1300" b="1" dirty="0">
                <a:solidFill>
                  <a:srgbClr val="FFFFFF"/>
                </a:solidFill>
                <a:latin typeface="맑은 고딕" pitchFamily="34" charset="0"/>
                <a:ea typeface="맑은 고딕" pitchFamily="34" charset="-122"/>
                <a:cs typeface="맑은 고딕" pitchFamily="34" charset="-120"/>
              </a:rPr>
              <a:t>○○○</a:t>
            </a:r>
            <a:endParaRPr lang="ko-KR" sz="1300" dirty="0"/>
          </a:p>
        </p:txBody>
      </p:sp>
      <p:sp>
        <p:nvSpPr>
          <p:cNvPr id="73" name="Text 71"/>
          <p:cNvSpPr txBox="1"/>
          <p:nvPr/>
        </p:nvSpPr>
        <p:spPr>
          <a:xfrm>
            <a:off x="3566160" y="5010912"/>
            <a:ext cx="2377440" cy="365760"/>
          </a:xfrm>
          <a:prstGeom prst="rect">
            <a:avLst/>
          </a:prstGeom>
          <a:noFill/>
          <a:ln/>
        </p:spPr>
        <p:txBody>
          <a:bodyPr wrap="square" lIns="0" tIns="0" rIns="0" bIns="0" rtlCol="0" anchor="t"/>
          <a:lstStyle/>
          <a:p>
            <a:pPr indent="0" marL="0">
              <a:buNone/>
            </a:pPr>
            <a:r>
              <a:rPr lang="ko-KR" altLang="en-US" sz="1150" dirty="0">
                <a:solidFill>
                  <a:srgbClr val="B9C6E2"/>
                </a:solidFill>
                <a:latin typeface="맑은 고딕" pitchFamily="34" charset="0"/>
                <a:ea typeface="맑은 고딕" pitchFamily="34" charset="-122"/>
                <a:cs typeface="맑은 고딕" pitchFamily="34" charset="-120"/>
              </a:rPr>
              <a:t>기획·메인 개발(Unity)·테스트</a:t>
            </a:r>
            <a:endParaRPr lang="ko-KR" sz="1150" dirty="0"/>
          </a:p>
        </p:txBody>
      </p:sp>
      <p:sp>
        <p:nvSpPr>
          <p:cNvPr id="74" name="Shape 72"/>
          <p:cNvSpPr/>
          <p:nvPr/>
        </p:nvSpPr>
        <p:spPr>
          <a:xfrm>
            <a:off x="6181344" y="4251960"/>
            <a:ext cx="2651760" cy="1234440"/>
          </a:xfrm>
          <a:prstGeom prst="rect">
            <a:avLst/>
          </a:prstGeom>
          <a:solidFill>
            <a:srgbClr val="3A4E7A"/>
          </a:solidFill>
          <a:ln/>
        </p:spPr>
      </p:sp>
      <p:sp>
        <p:nvSpPr>
          <p:cNvPr id="75" name="Shape 73"/>
          <p:cNvSpPr/>
          <p:nvPr/>
        </p:nvSpPr>
        <p:spPr>
          <a:xfrm>
            <a:off x="6231636" y="4302252"/>
            <a:ext cx="2551176" cy="1133856"/>
          </a:xfrm>
          <a:prstGeom prst="rect">
            <a:avLst/>
          </a:prstGeom>
          <a:solidFill>
            <a:srgbClr val="1F2A4A"/>
          </a:solidFill>
          <a:ln/>
        </p:spPr>
      </p:sp>
      <p:sp>
        <p:nvSpPr>
          <p:cNvPr id="76" name="Shape 74"/>
          <p:cNvSpPr/>
          <p:nvPr/>
        </p:nvSpPr>
        <p:spPr>
          <a:xfrm>
            <a:off x="6181344" y="4251960"/>
            <a:ext cx="50292" cy="50292"/>
          </a:xfrm>
          <a:prstGeom prst="rect">
            <a:avLst/>
          </a:prstGeom>
          <a:solidFill>
            <a:srgbClr val="0F1426"/>
          </a:solidFill>
          <a:ln/>
        </p:spPr>
      </p:sp>
      <p:sp>
        <p:nvSpPr>
          <p:cNvPr id="77" name="Shape 75"/>
          <p:cNvSpPr/>
          <p:nvPr/>
        </p:nvSpPr>
        <p:spPr>
          <a:xfrm>
            <a:off x="8782812" y="4251960"/>
            <a:ext cx="50292" cy="50292"/>
          </a:xfrm>
          <a:prstGeom prst="rect">
            <a:avLst/>
          </a:prstGeom>
          <a:solidFill>
            <a:srgbClr val="0F1426"/>
          </a:solidFill>
          <a:ln/>
        </p:spPr>
      </p:sp>
      <p:sp>
        <p:nvSpPr>
          <p:cNvPr id="78" name="Shape 76"/>
          <p:cNvSpPr/>
          <p:nvPr/>
        </p:nvSpPr>
        <p:spPr>
          <a:xfrm>
            <a:off x="6181344" y="5436108"/>
            <a:ext cx="50292" cy="50292"/>
          </a:xfrm>
          <a:prstGeom prst="rect">
            <a:avLst/>
          </a:prstGeom>
          <a:solidFill>
            <a:srgbClr val="0F1426"/>
          </a:solidFill>
          <a:ln/>
        </p:spPr>
      </p:sp>
      <p:sp>
        <p:nvSpPr>
          <p:cNvPr id="79" name="Shape 77"/>
          <p:cNvSpPr/>
          <p:nvPr/>
        </p:nvSpPr>
        <p:spPr>
          <a:xfrm>
            <a:off x="8782812" y="5436108"/>
            <a:ext cx="50292" cy="50292"/>
          </a:xfrm>
          <a:prstGeom prst="rect">
            <a:avLst/>
          </a:prstGeom>
          <a:solidFill>
            <a:srgbClr val="0F1426"/>
          </a:solidFill>
          <a:ln/>
        </p:spPr>
      </p:sp>
      <p:sp>
        <p:nvSpPr>
          <p:cNvPr id="80" name="Shape 78"/>
          <p:cNvSpPr/>
          <p:nvPr/>
        </p:nvSpPr>
        <p:spPr>
          <a:xfrm>
            <a:off x="6382512" y="4434840"/>
            <a:ext cx="457200" cy="457200"/>
          </a:xfrm>
          <a:prstGeom prst="rect">
            <a:avLst/>
          </a:prstGeom>
          <a:solidFill>
            <a:srgbClr val="22201F"/>
          </a:solidFill>
          <a:ln/>
        </p:spPr>
      </p:sp>
      <p:sp>
        <p:nvSpPr>
          <p:cNvPr id="81" name="Shape 79"/>
          <p:cNvSpPr/>
          <p:nvPr/>
        </p:nvSpPr>
        <p:spPr>
          <a:xfrm>
            <a:off x="6432804" y="4485132"/>
            <a:ext cx="356616" cy="356616"/>
          </a:xfrm>
          <a:prstGeom prst="rect">
            <a:avLst/>
          </a:prstGeom>
          <a:solidFill>
            <a:srgbClr val="45C7C1"/>
          </a:solidFill>
          <a:ln/>
        </p:spPr>
      </p:sp>
      <p:sp>
        <p:nvSpPr>
          <p:cNvPr id="82" name="Shape 80"/>
          <p:cNvSpPr/>
          <p:nvPr/>
        </p:nvSpPr>
        <p:spPr>
          <a:xfrm>
            <a:off x="6382512" y="4434840"/>
            <a:ext cx="50292" cy="50292"/>
          </a:xfrm>
          <a:prstGeom prst="rect">
            <a:avLst/>
          </a:prstGeom>
          <a:solidFill>
            <a:srgbClr val="1F2A4A"/>
          </a:solidFill>
          <a:ln/>
        </p:spPr>
      </p:sp>
      <p:sp>
        <p:nvSpPr>
          <p:cNvPr id="83" name="Shape 81"/>
          <p:cNvSpPr/>
          <p:nvPr/>
        </p:nvSpPr>
        <p:spPr>
          <a:xfrm>
            <a:off x="6789420" y="4434840"/>
            <a:ext cx="50292" cy="50292"/>
          </a:xfrm>
          <a:prstGeom prst="rect">
            <a:avLst/>
          </a:prstGeom>
          <a:solidFill>
            <a:srgbClr val="1F2A4A"/>
          </a:solidFill>
          <a:ln/>
        </p:spPr>
      </p:sp>
      <p:sp>
        <p:nvSpPr>
          <p:cNvPr id="84" name="Shape 82"/>
          <p:cNvSpPr/>
          <p:nvPr/>
        </p:nvSpPr>
        <p:spPr>
          <a:xfrm>
            <a:off x="6382512" y="4841748"/>
            <a:ext cx="50292" cy="50292"/>
          </a:xfrm>
          <a:prstGeom prst="rect">
            <a:avLst/>
          </a:prstGeom>
          <a:solidFill>
            <a:srgbClr val="1F2A4A"/>
          </a:solidFill>
          <a:ln/>
        </p:spPr>
      </p:sp>
      <p:sp>
        <p:nvSpPr>
          <p:cNvPr id="85" name="Shape 83"/>
          <p:cNvSpPr/>
          <p:nvPr/>
        </p:nvSpPr>
        <p:spPr>
          <a:xfrm>
            <a:off x="6789420" y="4841748"/>
            <a:ext cx="50292" cy="50292"/>
          </a:xfrm>
          <a:prstGeom prst="rect">
            <a:avLst/>
          </a:prstGeom>
          <a:solidFill>
            <a:srgbClr val="1F2A4A"/>
          </a:solidFill>
          <a:ln/>
        </p:spPr>
      </p:sp>
      <p:sp>
        <p:nvSpPr>
          <p:cNvPr id="86" name="Text 84"/>
          <p:cNvSpPr txBox="1"/>
          <p:nvPr/>
        </p:nvSpPr>
        <p:spPr>
          <a:xfrm>
            <a:off x="6382512" y="4434840"/>
            <a:ext cx="457200" cy="457200"/>
          </a:xfrm>
          <a:prstGeom prst="rect">
            <a:avLst/>
          </a:prstGeom>
          <a:noFill/>
          <a:ln/>
        </p:spPr>
        <p:txBody>
          <a:bodyPr wrap="square" lIns="0" tIns="0" rIns="0" bIns="0" rtlCol="0" anchor="ctr"/>
          <a:lstStyle/>
          <a:p>
            <a:pPr algn="ctr" indent="0" marL="0">
              <a:buNone/>
            </a:pPr>
            <a:r>
              <a:rPr lang="ko-KR" altLang="en-US" sz="1600" dirty="0">
                <a:solidFill>
                  <a:srgbClr val="22201F"/>
                </a:solidFill>
                <a:latin typeface="Galmuri14" pitchFamily="34" charset="0"/>
                <a:ea typeface="Galmuri14" pitchFamily="34" charset="-122"/>
                <a:cs typeface="Galmuri14" pitchFamily="34" charset="-120"/>
              </a:rPr>
              <a:t>C</a:t>
            </a:r>
            <a:endParaRPr lang="ko-KR" sz="1600" dirty="0"/>
          </a:p>
        </p:txBody>
      </p:sp>
      <p:sp>
        <p:nvSpPr>
          <p:cNvPr id="87" name="Text 85"/>
          <p:cNvSpPr txBox="1"/>
          <p:nvPr/>
        </p:nvSpPr>
        <p:spPr>
          <a:xfrm>
            <a:off x="6958584" y="4434840"/>
            <a:ext cx="1783080" cy="457200"/>
          </a:xfrm>
          <a:prstGeom prst="rect">
            <a:avLst/>
          </a:prstGeom>
          <a:noFill/>
          <a:ln/>
        </p:spPr>
        <p:txBody>
          <a:bodyPr wrap="square" lIns="0" tIns="0" rIns="0" bIns="0" rtlCol="0" anchor="ctr"/>
          <a:lstStyle/>
          <a:p>
            <a:pPr indent="0" marL="0">
              <a:buNone/>
            </a:pPr>
            <a:r>
              <a:rPr lang="ko-KR" altLang="en-US" sz="1300" b="1" dirty="0">
                <a:solidFill>
                  <a:srgbClr val="FFFFFF"/>
                </a:solidFill>
                <a:latin typeface="맑은 고딕" pitchFamily="34" charset="0"/>
                <a:ea typeface="맑은 고딕" pitchFamily="34" charset="-122"/>
                <a:cs typeface="맑은 고딕" pitchFamily="34" charset="-120"/>
              </a:rPr>
              <a:t>○○○</a:t>
            </a:r>
            <a:endParaRPr lang="ko-KR" sz="1300" dirty="0"/>
          </a:p>
        </p:txBody>
      </p:sp>
      <p:sp>
        <p:nvSpPr>
          <p:cNvPr id="88" name="Text 86"/>
          <p:cNvSpPr txBox="1"/>
          <p:nvPr/>
        </p:nvSpPr>
        <p:spPr>
          <a:xfrm>
            <a:off x="6382512" y="5010912"/>
            <a:ext cx="2377440" cy="365760"/>
          </a:xfrm>
          <a:prstGeom prst="rect">
            <a:avLst/>
          </a:prstGeom>
          <a:noFill/>
          <a:ln/>
        </p:spPr>
        <p:txBody>
          <a:bodyPr wrap="square" lIns="0" tIns="0" rIns="0" bIns="0" rtlCol="0" anchor="t"/>
          <a:lstStyle/>
          <a:p>
            <a:pPr indent="0" marL="0">
              <a:buNone/>
            </a:pPr>
            <a:r>
              <a:rPr lang="ko-KR" altLang="en-US" sz="1150" dirty="0">
                <a:solidFill>
                  <a:srgbClr val="B9C6E2"/>
                </a:solidFill>
                <a:latin typeface="맑은 고딕" pitchFamily="34" charset="0"/>
                <a:ea typeface="맑은 고딕" pitchFamily="34" charset="-122"/>
                <a:cs typeface="맑은 고딕" pitchFamily="34" charset="-120"/>
              </a:rPr>
              <a:t>기획·자료 수집·디자인·사건 개발</a:t>
            </a:r>
            <a:endParaRPr lang="ko-KR" sz="1150" dirty="0"/>
          </a:p>
        </p:txBody>
      </p:sp>
      <p:sp>
        <p:nvSpPr>
          <p:cNvPr id="89" name="Shape 87"/>
          <p:cNvSpPr/>
          <p:nvPr/>
        </p:nvSpPr>
        <p:spPr>
          <a:xfrm>
            <a:off x="8997696" y="4251960"/>
            <a:ext cx="2651760" cy="1234440"/>
          </a:xfrm>
          <a:prstGeom prst="rect">
            <a:avLst/>
          </a:prstGeom>
          <a:solidFill>
            <a:srgbClr val="3A4E7A"/>
          </a:solidFill>
          <a:ln/>
        </p:spPr>
      </p:sp>
      <p:sp>
        <p:nvSpPr>
          <p:cNvPr id="90" name="Shape 88"/>
          <p:cNvSpPr/>
          <p:nvPr/>
        </p:nvSpPr>
        <p:spPr>
          <a:xfrm>
            <a:off x="9047988" y="4302252"/>
            <a:ext cx="2551176" cy="1133856"/>
          </a:xfrm>
          <a:prstGeom prst="rect">
            <a:avLst/>
          </a:prstGeom>
          <a:solidFill>
            <a:srgbClr val="1F2A4A"/>
          </a:solidFill>
          <a:ln/>
        </p:spPr>
      </p:sp>
      <p:sp>
        <p:nvSpPr>
          <p:cNvPr id="91" name="Shape 89"/>
          <p:cNvSpPr/>
          <p:nvPr/>
        </p:nvSpPr>
        <p:spPr>
          <a:xfrm>
            <a:off x="8997696" y="4251960"/>
            <a:ext cx="50292" cy="50292"/>
          </a:xfrm>
          <a:prstGeom prst="rect">
            <a:avLst/>
          </a:prstGeom>
          <a:solidFill>
            <a:srgbClr val="0F1426"/>
          </a:solidFill>
          <a:ln/>
        </p:spPr>
      </p:sp>
      <p:sp>
        <p:nvSpPr>
          <p:cNvPr id="92" name="Shape 90"/>
          <p:cNvSpPr/>
          <p:nvPr/>
        </p:nvSpPr>
        <p:spPr>
          <a:xfrm>
            <a:off x="11599164" y="4251960"/>
            <a:ext cx="50292" cy="50292"/>
          </a:xfrm>
          <a:prstGeom prst="rect">
            <a:avLst/>
          </a:prstGeom>
          <a:solidFill>
            <a:srgbClr val="0F1426"/>
          </a:solidFill>
          <a:ln/>
        </p:spPr>
      </p:sp>
      <p:sp>
        <p:nvSpPr>
          <p:cNvPr id="93" name="Shape 91"/>
          <p:cNvSpPr/>
          <p:nvPr/>
        </p:nvSpPr>
        <p:spPr>
          <a:xfrm>
            <a:off x="8997696" y="5436108"/>
            <a:ext cx="50292" cy="50292"/>
          </a:xfrm>
          <a:prstGeom prst="rect">
            <a:avLst/>
          </a:prstGeom>
          <a:solidFill>
            <a:srgbClr val="0F1426"/>
          </a:solidFill>
          <a:ln/>
        </p:spPr>
      </p:sp>
      <p:sp>
        <p:nvSpPr>
          <p:cNvPr id="94" name="Shape 92"/>
          <p:cNvSpPr/>
          <p:nvPr/>
        </p:nvSpPr>
        <p:spPr>
          <a:xfrm>
            <a:off x="11599164" y="5436108"/>
            <a:ext cx="50292" cy="50292"/>
          </a:xfrm>
          <a:prstGeom prst="rect">
            <a:avLst/>
          </a:prstGeom>
          <a:solidFill>
            <a:srgbClr val="0F1426"/>
          </a:solidFill>
          <a:ln/>
        </p:spPr>
      </p:sp>
      <p:sp>
        <p:nvSpPr>
          <p:cNvPr id="95" name="Shape 93"/>
          <p:cNvSpPr/>
          <p:nvPr/>
        </p:nvSpPr>
        <p:spPr>
          <a:xfrm>
            <a:off x="9198864" y="4434840"/>
            <a:ext cx="457200" cy="457200"/>
          </a:xfrm>
          <a:prstGeom prst="rect">
            <a:avLst/>
          </a:prstGeom>
          <a:solidFill>
            <a:srgbClr val="22201F"/>
          </a:solidFill>
          <a:ln/>
        </p:spPr>
      </p:sp>
      <p:sp>
        <p:nvSpPr>
          <p:cNvPr id="96" name="Shape 94"/>
          <p:cNvSpPr/>
          <p:nvPr/>
        </p:nvSpPr>
        <p:spPr>
          <a:xfrm>
            <a:off x="9249156" y="4485132"/>
            <a:ext cx="356616" cy="356616"/>
          </a:xfrm>
          <a:prstGeom prst="rect">
            <a:avLst/>
          </a:prstGeom>
          <a:solidFill>
            <a:srgbClr val="45C7C1"/>
          </a:solidFill>
          <a:ln/>
        </p:spPr>
      </p:sp>
      <p:sp>
        <p:nvSpPr>
          <p:cNvPr id="97" name="Shape 95"/>
          <p:cNvSpPr/>
          <p:nvPr/>
        </p:nvSpPr>
        <p:spPr>
          <a:xfrm>
            <a:off x="9198864" y="4434840"/>
            <a:ext cx="50292" cy="50292"/>
          </a:xfrm>
          <a:prstGeom prst="rect">
            <a:avLst/>
          </a:prstGeom>
          <a:solidFill>
            <a:srgbClr val="1F2A4A"/>
          </a:solidFill>
          <a:ln/>
        </p:spPr>
      </p:sp>
      <p:sp>
        <p:nvSpPr>
          <p:cNvPr id="98" name="Shape 96"/>
          <p:cNvSpPr/>
          <p:nvPr/>
        </p:nvSpPr>
        <p:spPr>
          <a:xfrm>
            <a:off x="9605772" y="4434840"/>
            <a:ext cx="50292" cy="50292"/>
          </a:xfrm>
          <a:prstGeom prst="rect">
            <a:avLst/>
          </a:prstGeom>
          <a:solidFill>
            <a:srgbClr val="1F2A4A"/>
          </a:solidFill>
          <a:ln/>
        </p:spPr>
      </p:sp>
      <p:sp>
        <p:nvSpPr>
          <p:cNvPr id="99" name="Shape 97"/>
          <p:cNvSpPr/>
          <p:nvPr/>
        </p:nvSpPr>
        <p:spPr>
          <a:xfrm>
            <a:off x="9198864" y="4841748"/>
            <a:ext cx="50292" cy="50292"/>
          </a:xfrm>
          <a:prstGeom prst="rect">
            <a:avLst/>
          </a:prstGeom>
          <a:solidFill>
            <a:srgbClr val="1F2A4A"/>
          </a:solidFill>
          <a:ln/>
        </p:spPr>
      </p:sp>
      <p:sp>
        <p:nvSpPr>
          <p:cNvPr id="100" name="Shape 98"/>
          <p:cNvSpPr/>
          <p:nvPr/>
        </p:nvSpPr>
        <p:spPr>
          <a:xfrm>
            <a:off x="9605772" y="4841748"/>
            <a:ext cx="50292" cy="50292"/>
          </a:xfrm>
          <a:prstGeom prst="rect">
            <a:avLst/>
          </a:prstGeom>
          <a:solidFill>
            <a:srgbClr val="1F2A4A"/>
          </a:solidFill>
          <a:ln/>
        </p:spPr>
      </p:sp>
      <p:sp>
        <p:nvSpPr>
          <p:cNvPr id="101" name="Text 99"/>
          <p:cNvSpPr txBox="1"/>
          <p:nvPr/>
        </p:nvSpPr>
        <p:spPr>
          <a:xfrm>
            <a:off x="9198864" y="4434840"/>
            <a:ext cx="457200" cy="457200"/>
          </a:xfrm>
          <a:prstGeom prst="rect">
            <a:avLst/>
          </a:prstGeom>
          <a:noFill/>
          <a:ln/>
        </p:spPr>
        <p:txBody>
          <a:bodyPr wrap="square" lIns="0" tIns="0" rIns="0" bIns="0" rtlCol="0" anchor="ctr"/>
          <a:lstStyle/>
          <a:p>
            <a:pPr algn="ctr" indent="0" marL="0">
              <a:buNone/>
            </a:pPr>
            <a:r>
              <a:rPr lang="ko-KR" altLang="en-US" sz="1600" dirty="0">
                <a:solidFill>
                  <a:srgbClr val="22201F"/>
                </a:solidFill>
                <a:latin typeface="Galmuri14" pitchFamily="34" charset="0"/>
                <a:ea typeface="Galmuri14" pitchFamily="34" charset="-122"/>
                <a:cs typeface="Galmuri14" pitchFamily="34" charset="-120"/>
              </a:rPr>
              <a:t>D</a:t>
            </a:r>
            <a:endParaRPr lang="ko-KR" sz="1600" dirty="0"/>
          </a:p>
        </p:txBody>
      </p:sp>
      <p:sp>
        <p:nvSpPr>
          <p:cNvPr id="102" name="Text 100"/>
          <p:cNvSpPr txBox="1"/>
          <p:nvPr/>
        </p:nvSpPr>
        <p:spPr>
          <a:xfrm>
            <a:off x="9774936" y="4434840"/>
            <a:ext cx="1783080" cy="457200"/>
          </a:xfrm>
          <a:prstGeom prst="rect">
            <a:avLst/>
          </a:prstGeom>
          <a:noFill/>
          <a:ln/>
        </p:spPr>
        <p:txBody>
          <a:bodyPr wrap="square" lIns="0" tIns="0" rIns="0" bIns="0" rtlCol="0" anchor="ctr"/>
          <a:lstStyle/>
          <a:p>
            <a:pPr indent="0" marL="0">
              <a:buNone/>
            </a:pPr>
            <a:r>
              <a:rPr lang="ko-KR" altLang="en-US" sz="1300" b="1" dirty="0">
                <a:solidFill>
                  <a:srgbClr val="FFFFFF"/>
                </a:solidFill>
                <a:latin typeface="맑은 고딕" pitchFamily="34" charset="0"/>
                <a:ea typeface="맑은 고딕" pitchFamily="34" charset="-122"/>
                <a:cs typeface="맑은 고딕" pitchFamily="34" charset="-120"/>
              </a:rPr>
              <a:t>○○○</a:t>
            </a:r>
            <a:endParaRPr lang="ko-KR" sz="1300" dirty="0"/>
          </a:p>
        </p:txBody>
      </p:sp>
      <p:sp>
        <p:nvSpPr>
          <p:cNvPr id="103" name="Text 101"/>
          <p:cNvSpPr txBox="1"/>
          <p:nvPr/>
        </p:nvSpPr>
        <p:spPr>
          <a:xfrm>
            <a:off x="9198864" y="5010912"/>
            <a:ext cx="2377440" cy="365760"/>
          </a:xfrm>
          <a:prstGeom prst="rect">
            <a:avLst/>
          </a:prstGeom>
          <a:noFill/>
          <a:ln/>
        </p:spPr>
        <p:txBody>
          <a:bodyPr wrap="square" lIns="0" tIns="0" rIns="0" bIns="0" rtlCol="0" anchor="t"/>
          <a:lstStyle/>
          <a:p>
            <a:pPr indent="0" marL="0">
              <a:buNone/>
            </a:pPr>
            <a:r>
              <a:rPr lang="ko-KR" altLang="en-US" sz="1150" dirty="0">
                <a:solidFill>
                  <a:srgbClr val="B9C6E2"/>
                </a:solidFill>
                <a:latin typeface="맑은 고딕" pitchFamily="34" charset="0"/>
                <a:ea typeface="맑은 고딕" pitchFamily="34" charset="-122"/>
                <a:cs typeface="맑은 고딕" pitchFamily="34" charset="-120"/>
              </a:rPr>
              <a:t>기획·자료 수집·디자인·보고서</a:t>
            </a:r>
            <a:endParaRPr lang="ko-KR" sz="1150" dirty="0"/>
          </a:p>
        </p:txBody>
      </p:sp>
      <p:sp>
        <p:nvSpPr>
          <p:cNvPr id="104" name="Text 102"/>
          <p:cNvSpPr txBox="1"/>
          <p:nvPr/>
        </p:nvSpPr>
        <p:spPr>
          <a:xfrm>
            <a:off x="548640" y="5806440"/>
            <a:ext cx="10972800" cy="256032"/>
          </a:xfrm>
          <a:prstGeom prst="rect">
            <a:avLst/>
          </a:prstGeom>
          <a:noFill/>
          <a:ln/>
        </p:spPr>
        <p:txBody>
          <a:bodyPr wrap="square" lIns="0" tIns="0" rIns="0" bIns="0" rtlCol="0" anchor="t"/>
          <a:lstStyle/>
          <a:p>
            <a:pPr indent="0" marL="0">
              <a:buNone/>
            </a:pPr>
            <a:r>
              <a:rPr lang="ko-KR" altLang="en-US" sz="1100" dirty="0">
                <a:solidFill>
                  <a:srgbClr val="B9C6E2"/>
                </a:solidFill>
                <a:latin typeface="Galmuri11" pitchFamily="34" charset="0"/>
                <a:ea typeface="Galmuri11" pitchFamily="34" charset="-122"/>
                <a:cs typeface="Galmuri11" pitchFamily="34" charset="-120"/>
              </a:rPr>
              <a:t>※ 일정과 역할은 과제 계획서(2026.09~12, 4명)를 따르고, 작업 내용은 회의 반영 기획(v0.4)에 맞췄습니다.</a:t>
            </a:r>
            <a:endParaRPr lang="ko-KR" sz="11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Galmuri11"/>
                <a:ea typeface="Galmuri11"/>
                <a:cs typeface="Galmuri11"/>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548640"/>
            <a:ext cx="10058400" cy="685800"/>
          </a:xfrm>
          <a:prstGeom prst="rect">
            <a:avLst/>
          </a:prstGeom>
          <a:noFill/>
          <a:ln/>
        </p:spPr>
        <p:txBody>
          <a:bodyPr wrap="square" lIns="0" tIns="0" rIns="0" bIns="0" rtlCol="0" anchor="t"/>
          <a:lstStyle/>
          <a:p>
            <a:pPr indent="0" marL="0">
              <a:buNone/>
            </a:pPr>
            <a:r>
              <a:rPr lang="ko-KR" altLang="en-US" sz="3200" dirty="0">
                <a:solidFill>
                  <a:srgbClr val="FFFFFF"/>
                </a:solidFill>
                <a:latin typeface="Galmuri14" pitchFamily="34" charset="0"/>
                <a:ea typeface="Galmuri14" pitchFamily="34" charset="-122"/>
                <a:cs typeface="Galmuri14" pitchFamily="34" charset="-120"/>
              </a:rPr>
              <a:t>걱정되는 점, 함께 봐 주세요</a:t>
            </a:r>
            <a:endParaRPr lang="ko-KR" sz="3200" dirty="0"/>
          </a:p>
        </p:txBody>
      </p:sp>
      <p:sp>
        <p:nvSpPr>
          <p:cNvPr id="3" name="Text 1"/>
          <p:cNvSpPr txBox="1"/>
          <p:nvPr/>
        </p:nvSpPr>
        <p:spPr>
          <a:xfrm>
            <a:off x="685800" y="1261872"/>
            <a:ext cx="7315200" cy="329184"/>
          </a:xfrm>
          <a:prstGeom prst="rect">
            <a:avLst/>
          </a:prstGeom>
          <a:noFill/>
          <a:ln/>
        </p:spPr>
        <p:txBody>
          <a:bodyPr wrap="square" lIns="0" tIns="0" rIns="0" bIns="0" rtlCol="0" anchor="t"/>
          <a:lstStyle/>
          <a:p>
            <a:pPr indent="0" marL="0">
              <a:buNone/>
            </a:pPr>
            <a:r>
              <a:rPr lang="ko-KR" altLang="en-US" sz="1500" dirty="0">
                <a:solidFill>
                  <a:srgbClr val="B9C6E2"/>
                </a:solidFill>
                <a:latin typeface="Galmuri11" pitchFamily="34" charset="0"/>
                <a:ea typeface="Galmuri11" pitchFamily="34" charset="-122"/>
                <a:cs typeface="Galmuri11" pitchFamily="34" charset="-120"/>
              </a:rPr>
              <a:t>피드백을 주시면 기말까지 반영하겠습니다.</a:t>
            </a:r>
            <a:endParaRPr lang="ko-KR" sz="1500" dirty="0"/>
          </a:p>
        </p:txBody>
      </p:sp>
      <p:sp>
        <p:nvSpPr>
          <p:cNvPr id="4" name="Shape 2"/>
          <p:cNvSpPr/>
          <p:nvPr/>
        </p:nvSpPr>
        <p:spPr>
          <a:xfrm>
            <a:off x="786384" y="2020824"/>
            <a:ext cx="3429000" cy="2514600"/>
          </a:xfrm>
          <a:prstGeom prst="rect">
            <a:avLst/>
          </a:prstGeom>
          <a:solidFill>
            <a:srgbClr val="0B0F1E"/>
          </a:solidFill>
          <a:ln/>
        </p:spPr>
      </p:sp>
      <p:sp>
        <p:nvSpPr>
          <p:cNvPr id="5" name="Shape 3"/>
          <p:cNvSpPr/>
          <p:nvPr/>
        </p:nvSpPr>
        <p:spPr>
          <a:xfrm>
            <a:off x="685800" y="1920240"/>
            <a:ext cx="3429000" cy="2514600"/>
          </a:xfrm>
          <a:prstGeom prst="rect">
            <a:avLst/>
          </a:prstGeom>
          <a:solidFill>
            <a:srgbClr val="3A4E7A"/>
          </a:solidFill>
          <a:ln/>
        </p:spPr>
      </p:sp>
      <p:sp>
        <p:nvSpPr>
          <p:cNvPr id="6" name="Shape 4"/>
          <p:cNvSpPr/>
          <p:nvPr/>
        </p:nvSpPr>
        <p:spPr>
          <a:xfrm>
            <a:off x="736092" y="1970532"/>
            <a:ext cx="3328416" cy="2414016"/>
          </a:xfrm>
          <a:prstGeom prst="rect">
            <a:avLst/>
          </a:prstGeom>
          <a:solidFill>
            <a:srgbClr val="1F2A4A"/>
          </a:solidFill>
          <a:ln/>
        </p:spPr>
      </p:sp>
      <p:sp>
        <p:nvSpPr>
          <p:cNvPr id="7" name="Shape 5"/>
          <p:cNvSpPr/>
          <p:nvPr/>
        </p:nvSpPr>
        <p:spPr>
          <a:xfrm>
            <a:off x="685800" y="1920240"/>
            <a:ext cx="50292" cy="50292"/>
          </a:xfrm>
          <a:prstGeom prst="rect">
            <a:avLst/>
          </a:prstGeom>
          <a:solidFill>
            <a:srgbClr val="0F1426"/>
          </a:solidFill>
          <a:ln/>
        </p:spPr>
      </p:sp>
      <p:sp>
        <p:nvSpPr>
          <p:cNvPr id="8" name="Shape 6"/>
          <p:cNvSpPr/>
          <p:nvPr/>
        </p:nvSpPr>
        <p:spPr>
          <a:xfrm>
            <a:off x="4064508" y="1920240"/>
            <a:ext cx="50292" cy="50292"/>
          </a:xfrm>
          <a:prstGeom prst="rect">
            <a:avLst/>
          </a:prstGeom>
          <a:solidFill>
            <a:srgbClr val="0F1426"/>
          </a:solidFill>
          <a:ln/>
        </p:spPr>
      </p:sp>
      <p:sp>
        <p:nvSpPr>
          <p:cNvPr id="9" name="Shape 7"/>
          <p:cNvSpPr/>
          <p:nvPr/>
        </p:nvSpPr>
        <p:spPr>
          <a:xfrm>
            <a:off x="685800" y="4384548"/>
            <a:ext cx="50292" cy="50292"/>
          </a:xfrm>
          <a:prstGeom prst="rect">
            <a:avLst/>
          </a:prstGeom>
          <a:solidFill>
            <a:srgbClr val="0F1426"/>
          </a:solidFill>
          <a:ln/>
        </p:spPr>
      </p:sp>
      <p:sp>
        <p:nvSpPr>
          <p:cNvPr id="10" name="Shape 8"/>
          <p:cNvSpPr/>
          <p:nvPr/>
        </p:nvSpPr>
        <p:spPr>
          <a:xfrm>
            <a:off x="4064508" y="4384548"/>
            <a:ext cx="50292" cy="50292"/>
          </a:xfrm>
          <a:prstGeom prst="rect">
            <a:avLst/>
          </a:prstGeom>
          <a:solidFill>
            <a:srgbClr val="0F1426"/>
          </a:solidFill>
          <a:ln/>
        </p:spPr>
      </p:sp>
      <p:sp>
        <p:nvSpPr>
          <p:cNvPr id="11" name="Text 9"/>
          <p:cNvSpPr txBox="1"/>
          <p:nvPr/>
        </p:nvSpPr>
        <p:spPr>
          <a:xfrm>
            <a:off x="941832" y="2084832"/>
            <a:ext cx="914400" cy="411480"/>
          </a:xfrm>
          <a:prstGeom prst="rect">
            <a:avLst/>
          </a:prstGeom>
          <a:noFill/>
          <a:ln/>
        </p:spPr>
        <p:txBody>
          <a:bodyPr wrap="square" lIns="0" tIns="0" rIns="0" bIns="0" rtlCol="0" anchor="t"/>
          <a:lstStyle/>
          <a:p>
            <a:pPr indent="0" marL="0">
              <a:buNone/>
            </a:pPr>
            <a:r>
              <a:rPr lang="ko-KR" altLang="en-US" sz="2200" dirty="0">
                <a:solidFill>
                  <a:srgbClr val="F7D84A"/>
                </a:solidFill>
                <a:latin typeface="Galmuri14" pitchFamily="34" charset="0"/>
                <a:ea typeface="Galmuri14" pitchFamily="34" charset="-122"/>
                <a:cs typeface="Galmuri14" pitchFamily="34" charset="-120"/>
              </a:rPr>
              <a:t>Q1</a:t>
            </a:r>
            <a:endParaRPr lang="ko-KR" sz="2200" dirty="0"/>
          </a:p>
        </p:txBody>
      </p:sp>
      <p:sp>
        <p:nvSpPr>
          <p:cNvPr id="12" name="Text 10"/>
          <p:cNvSpPr txBox="1"/>
          <p:nvPr/>
        </p:nvSpPr>
        <p:spPr>
          <a:xfrm>
            <a:off x="941832" y="2560320"/>
            <a:ext cx="2971800" cy="731520"/>
          </a:xfrm>
          <a:prstGeom prst="rect">
            <a:avLst/>
          </a:prstGeom>
          <a:noFill/>
          <a:ln/>
        </p:spPr>
        <p:txBody>
          <a:bodyPr wrap="square" lIns="0" tIns="0" rIns="0" bIns="0" rtlCol="0" anchor="t"/>
          <a:lstStyle/>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기본 분위기,</a:t>
            </a:r>
            <a:endParaRPr lang="ko-KR" sz="1500" dirty="0"/>
          </a:p>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어둡게? 밝게?</a:t>
            </a:r>
            <a:endParaRPr lang="ko-KR" sz="1500" dirty="0"/>
          </a:p>
        </p:txBody>
      </p:sp>
      <p:sp>
        <p:nvSpPr>
          <p:cNvPr id="13" name="Text 11"/>
          <p:cNvSpPr txBox="1"/>
          <p:nvPr/>
        </p:nvSpPr>
        <p:spPr>
          <a:xfrm>
            <a:off x="941832" y="3401568"/>
            <a:ext cx="2971800" cy="8686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 둘 다 만들었어요. 기본은 어둡게, 밝게는 선택으로 제안합니다. 의견 부탁드립니다</a:t>
            </a:r>
            <a:endParaRPr lang="ko-KR" sz="1200" dirty="0"/>
          </a:p>
        </p:txBody>
      </p:sp>
      <p:sp>
        <p:nvSpPr>
          <p:cNvPr id="14" name="Shape 12"/>
          <p:cNvSpPr/>
          <p:nvPr/>
        </p:nvSpPr>
        <p:spPr>
          <a:xfrm>
            <a:off x="4443984" y="2020824"/>
            <a:ext cx="3429000" cy="2514600"/>
          </a:xfrm>
          <a:prstGeom prst="rect">
            <a:avLst/>
          </a:prstGeom>
          <a:solidFill>
            <a:srgbClr val="0B0F1E"/>
          </a:solidFill>
          <a:ln/>
        </p:spPr>
      </p:sp>
      <p:sp>
        <p:nvSpPr>
          <p:cNvPr id="15" name="Shape 13"/>
          <p:cNvSpPr/>
          <p:nvPr/>
        </p:nvSpPr>
        <p:spPr>
          <a:xfrm>
            <a:off x="4343400" y="1920240"/>
            <a:ext cx="3429000" cy="2514600"/>
          </a:xfrm>
          <a:prstGeom prst="rect">
            <a:avLst/>
          </a:prstGeom>
          <a:solidFill>
            <a:srgbClr val="3A4E7A"/>
          </a:solidFill>
          <a:ln/>
        </p:spPr>
      </p:sp>
      <p:sp>
        <p:nvSpPr>
          <p:cNvPr id="16" name="Shape 14"/>
          <p:cNvSpPr/>
          <p:nvPr/>
        </p:nvSpPr>
        <p:spPr>
          <a:xfrm>
            <a:off x="4393692" y="1970532"/>
            <a:ext cx="3328416" cy="2414016"/>
          </a:xfrm>
          <a:prstGeom prst="rect">
            <a:avLst/>
          </a:prstGeom>
          <a:solidFill>
            <a:srgbClr val="1F2A4A"/>
          </a:solidFill>
          <a:ln/>
        </p:spPr>
      </p:sp>
      <p:sp>
        <p:nvSpPr>
          <p:cNvPr id="17" name="Shape 15"/>
          <p:cNvSpPr/>
          <p:nvPr/>
        </p:nvSpPr>
        <p:spPr>
          <a:xfrm>
            <a:off x="4343400" y="1920240"/>
            <a:ext cx="50292" cy="50292"/>
          </a:xfrm>
          <a:prstGeom prst="rect">
            <a:avLst/>
          </a:prstGeom>
          <a:solidFill>
            <a:srgbClr val="0F1426"/>
          </a:solidFill>
          <a:ln/>
        </p:spPr>
      </p:sp>
      <p:sp>
        <p:nvSpPr>
          <p:cNvPr id="18" name="Shape 16"/>
          <p:cNvSpPr/>
          <p:nvPr/>
        </p:nvSpPr>
        <p:spPr>
          <a:xfrm>
            <a:off x="7722108" y="1920240"/>
            <a:ext cx="50292" cy="50292"/>
          </a:xfrm>
          <a:prstGeom prst="rect">
            <a:avLst/>
          </a:prstGeom>
          <a:solidFill>
            <a:srgbClr val="0F1426"/>
          </a:solidFill>
          <a:ln/>
        </p:spPr>
      </p:sp>
      <p:sp>
        <p:nvSpPr>
          <p:cNvPr id="19" name="Shape 17"/>
          <p:cNvSpPr/>
          <p:nvPr/>
        </p:nvSpPr>
        <p:spPr>
          <a:xfrm>
            <a:off x="4343400" y="4384548"/>
            <a:ext cx="50292" cy="50292"/>
          </a:xfrm>
          <a:prstGeom prst="rect">
            <a:avLst/>
          </a:prstGeom>
          <a:solidFill>
            <a:srgbClr val="0F1426"/>
          </a:solidFill>
          <a:ln/>
        </p:spPr>
      </p:sp>
      <p:sp>
        <p:nvSpPr>
          <p:cNvPr id="20" name="Shape 18"/>
          <p:cNvSpPr/>
          <p:nvPr/>
        </p:nvSpPr>
        <p:spPr>
          <a:xfrm>
            <a:off x="7722108" y="4384548"/>
            <a:ext cx="50292" cy="50292"/>
          </a:xfrm>
          <a:prstGeom prst="rect">
            <a:avLst/>
          </a:prstGeom>
          <a:solidFill>
            <a:srgbClr val="0F1426"/>
          </a:solidFill>
          <a:ln/>
        </p:spPr>
      </p:sp>
      <p:sp>
        <p:nvSpPr>
          <p:cNvPr id="21" name="Text 19"/>
          <p:cNvSpPr txBox="1"/>
          <p:nvPr/>
        </p:nvSpPr>
        <p:spPr>
          <a:xfrm>
            <a:off x="4599432" y="2084832"/>
            <a:ext cx="914400" cy="411480"/>
          </a:xfrm>
          <a:prstGeom prst="rect">
            <a:avLst/>
          </a:prstGeom>
          <a:noFill/>
          <a:ln/>
        </p:spPr>
        <p:txBody>
          <a:bodyPr wrap="square" lIns="0" tIns="0" rIns="0" bIns="0" rtlCol="0" anchor="t"/>
          <a:lstStyle/>
          <a:p>
            <a:pPr indent="0" marL="0">
              <a:buNone/>
            </a:pPr>
            <a:r>
              <a:rPr lang="ko-KR" altLang="en-US" sz="2200" dirty="0">
                <a:solidFill>
                  <a:srgbClr val="F7D84A"/>
                </a:solidFill>
                <a:latin typeface="Galmuri14" pitchFamily="34" charset="0"/>
                <a:ea typeface="Galmuri14" pitchFamily="34" charset="-122"/>
                <a:cs typeface="Galmuri14" pitchFamily="34" charset="-120"/>
              </a:rPr>
              <a:t>Q2</a:t>
            </a:r>
            <a:endParaRPr lang="ko-KR" sz="2200" dirty="0"/>
          </a:p>
        </p:txBody>
      </p:sp>
      <p:sp>
        <p:nvSpPr>
          <p:cNvPr id="22" name="Text 20"/>
          <p:cNvSpPr txBox="1"/>
          <p:nvPr/>
        </p:nvSpPr>
        <p:spPr>
          <a:xfrm>
            <a:off x="4599432" y="2560320"/>
            <a:ext cx="2971800" cy="731520"/>
          </a:xfrm>
          <a:prstGeom prst="rect">
            <a:avLst/>
          </a:prstGeom>
          <a:noFill/>
          <a:ln/>
        </p:spPr>
        <p:txBody>
          <a:bodyPr wrap="square" lIns="0" tIns="0" rIns="0" bIns="0" rtlCol="0" anchor="t"/>
          <a:lstStyle/>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경쟁 모드의 제한 시간이</a:t>
            </a:r>
            <a:endParaRPr lang="ko-KR" sz="1500" dirty="0"/>
          </a:p>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판단을 서두르게 하지 않을까?</a:t>
            </a:r>
            <a:endParaRPr lang="ko-KR" sz="1500" dirty="0"/>
          </a:p>
        </p:txBody>
      </p:sp>
      <p:sp>
        <p:nvSpPr>
          <p:cNvPr id="23" name="Text 21"/>
          <p:cNvSpPr txBox="1"/>
          <p:nvPr/>
        </p:nvSpPr>
        <p:spPr>
          <a:xfrm>
            <a:off x="4599432" y="3401568"/>
            <a:ext cx="2971800" cy="8686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 일반 모드와 나누고, 시간 보너스는 맞힌 사건에만 줘요. 테스트로 시간을 조정할게요</a:t>
            </a:r>
            <a:endParaRPr lang="ko-KR" sz="1200" dirty="0"/>
          </a:p>
        </p:txBody>
      </p:sp>
      <p:sp>
        <p:nvSpPr>
          <p:cNvPr id="24" name="Shape 22"/>
          <p:cNvSpPr/>
          <p:nvPr/>
        </p:nvSpPr>
        <p:spPr>
          <a:xfrm>
            <a:off x="8101584" y="2020824"/>
            <a:ext cx="3429000" cy="2514600"/>
          </a:xfrm>
          <a:prstGeom prst="rect">
            <a:avLst/>
          </a:prstGeom>
          <a:solidFill>
            <a:srgbClr val="0B0F1E"/>
          </a:solidFill>
          <a:ln/>
        </p:spPr>
      </p:sp>
      <p:sp>
        <p:nvSpPr>
          <p:cNvPr id="25" name="Shape 23"/>
          <p:cNvSpPr/>
          <p:nvPr/>
        </p:nvSpPr>
        <p:spPr>
          <a:xfrm>
            <a:off x="8001000" y="1920240"/>
            <a:ext cx="3429000" cy="2514600"/>
          </a:xfrm>
          <a:prstGeom prst="rect">
            <a:avLst/>
          </a:prstGeom>
          <a:solidFill>
            <a:srgbClr val="3A4E7A"/>
          </a:solidFill>
          <a:ln/>
        </p:spPr>
      </p:sp>
      <p:sp>
        <p:nvSpPr>
          <p:cNvPr id="26" name="Shape 24"/>
          <p:cNvSpPr/>
          <p:nvPr/>
        </p:nvSpPr>
        <p:spPr>
          <a:xfrm>
            <a:off x="8051292" y="1970532"/>
            <a:ext cx="3328416" cy="2414016"/>
          </a:xfrm>
          <a:prstGeom prst="rect">
            <a:avLst/>
          </a:prstGeom>
          <a:solidFill>
            <a:srgbClr val="1F2A4A"/>
          </a:solidFill>
          <a:ln/>
        </p:spPr>
      </p:sp>
      <p:sp>
        <p:nvSpPr>
          <p:cNvPr id="27" name="Shape 25"/>
          <p:cNvSpPr/>
          <p:nvPr/>
        </p:nvSpPr>
        <p:spPr>
          <a:xfrm>
            <a:off x="8001000" y="1920240"/>
            <a:ext cx="50292" cy="50292"/>
          </a:xfrm>
          <a:prstGeom prst="rect">
            <a:avLst/>
          </a:prstGeom>
          <a:solidFill>
            <a:srgbClr val="0F1426"/>
          </a:solidFill>
          <a:ln/>
        </p:spPr>
      </p:sp>
      <p:sp>
        <p:nvSpPr>
          <p:cNvPr id="28" name="Shape 26"/>
          <p:cNvSpPr/>
          <p:nvPr/>
        </p:nvSpPr>
        <p:spPr>
          <a:xfrm>
            <a:off x="11379708" y="1920240"/>
            <a:ext cx="50292" cy="50292"/>
          </a:xfrm>
          <a:prstGeom prst="rect">
            <a:avLst/>
          </a:prstGeom>
          <a:solidFill>
            <a:srgbClr val="0F1426"/>
          </a:solidFill>
          <a:ln/>
        </p:spPr>
      </p:sp>
      <p:sp>
        <p:nvSpPr>
          <p:cNvPr id="29" name="Shape 27"/>
          <p:cNvSpPr/>
          <p:nvPr/>
        </p:nvSpPr>
        <p:spPr>
          <a:xfrm>
            <a:off x="8001000" y="4384548"/>
            <a:ext cx="50292" cy="50292"/>
          </a:xfrm>
          <a:prstGeom prst="rect">
            <a:avLst/>
          </a:prstGeom>
          <a:solidFill>
            <a:srgbClr val="0F1426"/>
          </a:solidFill>
          <a:ln/>
        </p:spPr>
      </p:sp>
      <p:sp>
        <p:nvSpPr>
          <p:cNvPr id="30" name="Shape 28"/>
          <p:cNvSpPr/>
          <p:nvPr/>
        </p:nvSpPr>
        <p:spPr>
          <a:xfrm>
            <a:off x="11379708" y="4384548"/>
            <a:ext cx="50292" cy="50292"/>
          </a:xfrm>
          <a:prstGeom prst="rect">
            <a:avLst/>
          </a:prstGeom>
          <a:solidFill>
            <a:srgbClr val="0F1426"/>
          </a:solidFill>
          <a:ln/>
        </p:spPr>
      </p:sp>
      <p:sp>
        <p:nvSpPr>
          <p:cNvPr id="31" name="Text 29"/>
          <p:cNvSpPr txBox="1"/>
          <p:nvPr/>
        </p:nvSpPr>
        <p:spPr>
          <a:xfrm>
            <a:off x="8257032" y="2084832"/>
            <a:ext cx="914400" cy="411480"/>
          </a:xfrm>
          <a:prstGeom prst="rect">
            <a:avLst/>
          </a:prstGeom>
          <a:noFill/>
          <a:ln/>
        </p:spPr>
        <p:txBody>
          <a:bodyPr wrap="square" lIns="0" tIns="0" rIns="0" bIns="0" rtlCol="0" anchor="t"/>
          <a:lstStyle/>
          <a:p>
            <a:pPr indent="0" marL="0">
              <a:buNone/>
            </a:pPr>
            <a:r>
              <a:rPr lang="ko-KR" altLang="en-US" sz="2200" dirty="0">
                <a:solidFill>
                  <a:srgbClr val="F7D84A"/>
                </a:solidFill>
                <a:latin typeface="Galmuri14" pitchFamily="34" charset="0"/>
                <a:ea typeface="Galmuri14" pitchFamily="34" charset="-122"/>
                <a:cs typeface="Galmuri14" pitchFamily="34" charset="-120"/>
              </a:rPr>
              <a:t>Q3</a:t>
            </a:r>
            <a:endParaRPr lang="ko-KR" sz="2200" dirty="0"/>
          </a:p>
        </p:txBody>
      </p:sp>
      <p:sp>
        <p:nvSpPr>
          <p:cNvPr id="32" name="Text 30"/>
          <p:cNvSpPr txBox="1"/>
          <p:nvPr/>
        </p:nvSpPr>
        <p:spPr>
          <a:xfrm>
            <a:off x="8257032" y="2560320"/>
            <a:ext cx="2971800" cy="731520"/>
          </a:xfrm>
          <a:prstGeom prst="rect">
            <a:avLst/>
          </a:prstGeom>
          <a:noFill/>
          <a:ln/>
        </p:spPr>
        <p:txBody>
          <a:bodyPr wrap="square" lIns="0" tIns="0" rIns="0" bIns="0" rtlCol="0" anchor="t"/>
          <a:lstStyle/>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이번 학기 Unity</a:t>
            </a:r>
            <a:endParaRPr lang="ko-KR" sz="1500" dirty="0"/>
          </a:p>
          <a:p>
            <a:pPr indent="0" marL="0">
              <a:lnSpc>
                <a:spcPct val="110000"/>
              </a:lnSpc>
              <a:buNone/>
            </a:pPr>
            <a:r>
              <a:rPr lang="ko-KR" altLang="en-US" sz="1500" b="1" dirty="0">
                <a:solidFill>
                  <a:srgbClr val="FFFFFF"/>
                </a:solidFill>
                <a:latin typeface="맑은 고딕" pitchFamily="34" charset="0"/>
                <a:ea typeface="맑은 고딕" pitchFamily="34" charset="-122"/>
                <a:cs typeface="맑은 고딕" pitchFamily="34" charset="-120"/>
              </a:rPr>
              <a:t>프로토타입 범위는?</a:t>
            </a:r>
            <a:endParaRPr lang="ko-KR" sz="1500" dirty="0"/>
          </a:p>
        </p:txBody>
      </p:sp>
      <p:sp>
        <p:nvSpPr>
          <p:cNvPr id="33" name="Text 31"/>
          <p:cNvSpPr txBox="1"/>
          <p:nvPr/>
        </p:nvSpPr>
        <p:spPr>
          <a:xfrm>
            <a:off x="8257032" y="3401568"/>
            <a:ext cx="2971800" cy="868680"/>
          </a:xfrm>
          <a:prstGeom prst="rect">
            <a:avLst/>
          </a:prstGeom>
          <a:noFill/>
          <a:ln/>
        </p:spPr>
        <p:txBody>
          <a:bodyPr wrap="square" lIns="0" tIns="0" rIns="0" bIns="0" rtlCol="0" anchor="t"/>
          <a:lstStyle/>
          <a:p>
            <a:pPr indent="0" marL="0">
              <a:lnSpc>
                <a:spcPct val="110000"/>
              </a:lnSpc>
              <a:buNone/>
            </a:pPr>
            <a:r>
              <a:rPr lang="ko-KR" altLang="en-US" sz="1200" dirty="0">
                <a:solidFill>
                  <a:srgbClr val="B9C6E2"/>
                </a:solidFill>
                <a:latin typeface="맑은 고딕" pitchFamily="34" charset="0"/>
                <a:ea typeface="맑은 고딕" pitchFamily="34" charset="-122"/>
                <a:cs typeface="맑은 고딕" pitchFamily="34" charset="-120"/>
              </a:rPr>
              <a:t>→ 메인부터 결과까지 한 판 + 기기 안 랭킹. 서버 랭킹은 다음 학기로 계획했어요</a:t>
            </a:r>
            <a:endParaRPr lang="ko-KR" sz="1200" dirty="0"/>
          </a:p>
        </p:txBody>
      </p:sp>
      <p:sp>
        <p:nvSpPr>
          <p:cNvPr id="34" name="Shape 32"/>
          <p:cNvSpPr/>
          <p:nvPr/>
        </p:nvSpPr>
        <p:spPr>
          <a:xfrm>
            <a:off x="9198864" y="4718304"/>
            <a:ext cx="2560320" cy="1600200"/>
          </a:xfrm>
          <a:prstGeom prst="rect">
            <a:avLst/>
          </a:prstGeom>
          <a:solidFill>
            <a:srgbClr val="0B0F1E"/>
          </a:solidFill>
          <a:ln/>
        </p:spPr>
      </p:sp>
      <p:sp>
        <p:nvSpPr>
          <p:cNvPr id="35" name="Shape 33"/>
          <p:cNvSpPr/>
          <p:nvPr/>
        </p:nvSpPr>
        <p:spPr>
          <a:xfrm>
            <a:off x="9098280" y="4617720"/>
            <a:ext cx="2560320" cy="1600200"/>
          </a:xfrm>
          <a:prstGeom prst="rect">
            <a:avLst/>
          </a:prstGeom>
          <a:solidFill>
            <a:srgbClr val="3A4E7A"/>
          </a:solidFill>
          <a:ln/>
        </p:spPr>
      </p:sp>
      <p:sp>
        <p:nvSpPr>
          <p:cNvPr id="36" name="Shape 34"/>
          <p:cNvSpPr/>
          <p:nvPr/>
        </p:nvSpPr>
        <p:spPr>
          <a:xfrm>
            <a:off x="9148572" y="4668012"/>
            <a:ext cx="2459736" cy="1499616"/>
          </a:xfrm>
          <a:prstGeom prst="rect">
            <a:avLst/>
          </a:prstGeom>
          <a:solidFill>
            <a:srgbClr val="1F2A4A"/>
          </a:solidFill>
          <a:ln/>
        </p:spPr>
      </p:sp>
      <p:sp>
        <p:nvSpPr>
          <p:cNvPr id="37" name="Shape 35"/>
          <p:cNvSpPr/>
          <p:nvPr/>
        </p:nvSpPr>
        <p:spPr>
          <a:xfrm>
            <a:off x="9098280" y="4617720"/>
            <a:ext cx="50292" cy="50292"/>
          </a:xfrm>
          <a:prstGeom prst="rect">
            <a:avLst/>
          </a:prstGeom>
          <a:solidFill>
            <a:srgbClr val="0F1426"/>
          </a:solidFill>
          <a:ln/>
        </p:spPr>
      </p:sp>
      <p:sp>
        <p:nvSpPr>
          <p:cNvPr id="38" name="Shape 36"/>
          <p:cNvSpPr/>
          <p:nvPr/>
        </p:nvSpPr>
        <p:spPr>
          <a:xfrm>
            <a:off x="11608308" y="4617720"/>
            <a:ext cx="50292" cy="50292"/>
          </a:xfrm>
          <a:prstGeom prst="rect">
            <a:avLst/>
          </a:prstGeom>
          <a:solidFill>
            <a:srgbClr val="0F1426"/>
          </a:solidFill>
          <a:ln/>
        </p:spPr>
      </p:sp>
      <p:sp>
        <p:nvSpPr>
          <p:cNvPr id="39" name="Shape 37"/>
          <p:cNvSpPr/>
          <p:nvPr/>
        </p:nvSpPr>
        <p:spPr>
          <a:xfrm>
            <a:off x="9098280" y="6167628"/>
            <a:ext cx="50292" cy="50292"/>
          </a:xfrm>
          <a:prstGeom prst="rect">
            <a:avLst/>
          </a:prstGeom>
          <a:solidFill>
            <a:srgbClr val="0F1426"/>
          </a:solidFill>
          <a:ln/>
        </p:spPr>
      </p:sp>
      <p:sp>
        <p:nvSpPr>
          <p:cNvPr id="40" name="Shape 38"/>
          <p:cNvSpPr/>
          <p:nvPr/>
        </p:nvSpPr>
        <p:spPr>
          <a:xfrm>
            <a:off x="11608308" y="6167628"/>
            <a:ext cx="50292" cy="50292"/>
          </a:xfrm>
          <a:prstGeom prst="rect">
            <a:avLst/>
          </a:prstGeom>
          <a:solidFill>
            <a:srgbClr val="0F1426"/>
          </a:solidFill>
          <a:ln/>
        </p:spPr>
      </p:sp>
      <p:pic>
        <p:nvPicPr>
          <p:cNvPr id="41" name="Image 0" descr="도트 보안관">    </p:cNvPr>
          <p:cNvPicPr>
            <a:picLocks noChangeAspect="1"/>
          </p:cNvPicPr>
          <p:nvPr/>
        </p:nvPicPr>
        <p:blipFill>
          <a:blip r:embed="rId2"/>
          <a:stretch>
            <a:fillRect/>
          </a:stretch>
        </p:blipFill>
        <p:spPr>
          <a:xfrm>
            <a:off x="10058400" y="4690872"/>
            <a:ext cx="1463040" cy="1463040"/>
          </a:xfrm>
          <a:prstGeom prst="rect">
            <a:avLst/>
          </a:prstGeom>
        </p:spPr>
      </p:pic>
      <p:pic>
        <p:nvPicPr>
          <p:cNvPr id="42" name="Image 1" descr="AI 조수 도트">    </p:cNvPr>
          <p:cNvPicPr>
            <a:picLocks noChangeAspect="1"/>
          </p:cNvPicPr>
          <p:nvPr/>
        </p:nvPicPr>
        <p:blipFill>
          <a:blip r:embed="rId3"/>
          <a:stretch>
            <a:fillRect/>
          </a:stretch>
        </p:blipFill>
        <p:spPr>
          <a:xfrm>
            <a:off x="9326880" y="5413248"/>
            <a:ext cx="685800" cy="685800"/>
          </a:xfrm>
          <a:prstGeom prst="rect">
            <a:avLst/>
          </a:prstGeom>
        </p:spPr>
      </p:pic>
      <p:sp>
        <p:nvSpPr>
          <p:cNvPr id="43" name="Text 39"/>
          <p:cNvSpPr txBox="1"/>
          <p:nvPr/>
        </p:nvSpPr>
        <p:spPr>
          <a:xfrm>
            <a:off x="685800" y="4983480"/>
            <a:ext cx="7315200" cy="640080"/>
          </a:xfrm>
          <a:prstGeom prst="rect">
            <a:avLst/>
          </a:prstGeom>
          <a:noFill/>
          <a:ln/>
        </p:spPr>
        <p:txBody>
          <a:bodyPr wrap="square" lIns="0" tIns="0" rIns="0" bIns="0" rtlCol="0" anchor="t"/>
          <a:lstStyle/>
          <a:p>
            <a:pPr indent="0" marL="0">
              <a:buNone/>
            </a:pPr>
            <a:r>
              <a:rPr lang="ko-KR" altLang="en-US" sz="3000" dirty="0">
                <a:solidFill>
                  <a:srgbClr val="45C7C1"/>
                </a:solidFill>
                <a:latin typeface="Galmuri14" pitchFamily="34" charset="0"/>
                <a:ea typeface="Galmuri14" pitchFamily="34" charset="-122"/>
                <a:cs typeface="Galmuri14" pitchFamily="34" charset="-120"/>
              </a:rPr>
              <a:t>감사합니다  ·  Q&amp;A</a:t>
            </a:r>
            <a:endParaRPr lang="ko-KR" sz="3000" dirty="0"/>
          </a:p>
        </p:txBody>
      </p:sp>
      <p:sp>
        <p:nvSpPr>
          <p:cNvPr id="44" name="Text 40"/>
          <p:cNvSpPr txBox="1"/>
          <p:nvPr/>
        </p:nvSpPr>
        <p:spPr>
          <a:xfrm>
            <a:off x="685800" y="5669280"/>
            <a:ext cx="7315200" cy="292608"/>
          </a:xfrm>
          <a:prstGeom prst="rect">
            <a:avLst/>
          </a:prstGeom>
          <a:noFill/>
          <a:ln/>
        </p:spPr>
        <p:txBody>
          <a:bodyPr wrap="square" lIns="0" tIns="0" rIns="0" bIns="0" rtlCol="0" anchor="t"/>
          <a:lstStyle/>
          <a:p>
            <a:pPr indent="0" marL="0">
              <a:buNone/>
            </a:pPr>
            <a:r>
              <a:rPr lang="ko-KR" altLang="en-US" sz="1300" dirty="0">
                <a:solidFill>
                  <a:srgbClr val="B9C6E2"/>
                </a:solidFill>
                <a:latin typeface="Galmuri11" pitchFamily="34" charset="0"/>
                <a:ea typeface="Galmuri11" pitchFamily="34" charset="-122"/>
                <a:cs typeface="Galmuri11" pitchFamily="34" charset="-120"/>
              </a:rPr>
              <a:t>Team 셜록홈즈  |  Data, Please.</a:t>
            </a:r>
            <a:endParaRPr lang="ko-KR" sz="1300" dirty="0"/>
          </a:p>
        </p:txBody>
      </p:sp>
    </p:spTree>
  </p:cSld>
  <p:clrMapOvr>
    <a:masterClrMapping/>
  </p:clrMapOvr>
</p:sld>
</file>

<file path=ppt/theme/theme1.xml><?xml version="1.0" encoding="utf-8"?>
<a:theme xmlns:a="http://schemas.openxmlformats.org/drawingml/2006/main" name="Data Please Pixel">
  <a:themeElements>
    <a:clrScheme name="Data Please Pixel">
      <a:dk1>
        <a:srgbClr val="0F1426"/>
      </a:dk1>
      <a:lt1>
        <a:srgbClr val="FFFFFF"/>
      </a:lt1>
      <a:dk2>
        <a:srgbClr val="1F2A4A"/>
      </a:dk2>
      <a:lt2>
        <a:srgbClr val="F2EBD9"/>
      </a:lt2>
      <a:accent1>
        <a:srgbClr val="45C7C1"/>
      </a:accent1>
      <a:accent2>
        <a:srgbClr val="E0503C"/>
      </a:accent2>
      <a:accent3>
        <a:srgbClr val="F7D84A"/>
      </a:accent3>
      <a:accent4>
        <a:srgbClr val="7F9CC9"/>
      </a:accent4>
      <a:accent5>
        <a:srgbClr val="3FBF6F"/>
      </a:accent5>
      <a:accent6>
        <a:srgbClr val="8A6BD1"/>
      </a:accent6>
      <a:hlink>
        <a:srgbClr val="45C7C1"/>
      </a:hlink>
      <a:folHlink>
        <a:srgbClr val="7F9CC9"/>
      </a:folHlink>
    </a:clrScheme>
    <a:fontScheme name="Data Please Pixel">
      <a:majorFont>
        <a:latin typeface="Galmuri1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Please. 중간 설계발표</dc:title>
  <dc:subject>전연령 디지털 안전 퍼즐 게임 — 중간 설계발표 (도트 스타일)</dc:subject>
  <dc:creator>팀 셜록홈즈</dc:creator>
  <cp:lastModifiedBy>팀 셜록홈즈</cp:lastModifiedBy>
  <cp:revision>1</cp:revision>
  <dcterms:created xsi:type="dcterms:W3CDTF">2026-10-16T15:56:47Z</dcterms:created>
  <dcterms:modified xsi:type="dcterms:W3CDTF">2026-10-16T15:56:47Z</dcterms:modified>
</cp:coreProperties>
</file>