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0b505d2c-c5f6-34d7-27ab-ab815c27f904}">
          <p14:sldIdLst>
            <p14:sldId id="256"/>
          </p14:sldIdLst>
        </p14:section>
        <p14:section name="01 게임 소개" id="{39602eb3-b621-75ee-f1be-25e7d05c24b1}">
          <p14:sldIdLst>
            <p14:sldId id="257"/>
            <p14:sldId id="258"/>
            <p14:sldId id="259"/>
          </p14:sldIdLst>
        </p14:section>
        <p14:section name="02 핵심 기능" id="{61d51c8c-dece-bf6d-db2a-2737d8ac2b81}">
          <p14:sldIdLst>
            <p14:sldId id="260"/>
          </p14:sldIdLst>
        </p14:section>
        <p14:section name="03 화면 설계" id="{be056565-ff6b-f593-1bcb-12211451633e}">
          <p14:sldIdLst>
            <p14:sldId id="261"/>
            <p14:sldId id="262"/>
            <p14:sldId id="263"/>
            <p14:sldId id="264"/>
            <p14:sldId id="265"/>
            <p14:sldId id="266"/>
          </p14:sldIdLst>
        </p14:section>
        <p14:section name="04 점검 · 계획" id="{d8b1fbe8-086f-6833-8390-8410fa89a261}">
          <p14:sldIdLst>
            <p14:sldId id="267"/>
            <p14:sldId id="268"/>
          </p14:sldIdLst>
        </p14:section>
        <p14:section name="마무리" id="{b15e84e9-53e9-0f5f-75ee-474cca78b7d5}">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○○입니다. 저희는 수상한 문자·파일·로그인 요청을 서류처럼 대조해서 가려내는 전연령 디지털 안전 퍼즐 게임, DIGITAL GUARD를 기획하고 있습니다. 이름은 아직 가칭입니다. 오늘은 무엇을 만드는지, 그리고 어떤 화면으로 동작하는지를 중심으로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GUARD를 한 문장으로 말하면, 수상한 문자나 파일, 로그인 요청을 내 기록이나 공식 자료와 대조해서 승인할지, 거부할지, 추가로 확인할지를 판정하는 전연령 퍼즐 게임입니다. 스마트폰을 쓰는 누구나 대상이고, 하루 한 판은 10~15분 정도입니다. 조심하라는 말은 많이 듣지만, 직접 비교해 보는 연습을 할 곳은 많지 않다는 점에서 출발했습니다.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회사원 하늘 씨의 점심시간을 예로 들어 보겠습니다. 주소 불명 택배 문자를 받고, 바빠서 링크부터 누른 뒤 이름과 주소를 입력했습니다. 저녁에 쇼핑 앱을 보니 기다리는 택배가 없었습니다. 링크 주소와 공식 주소, 그리고 내 주문 내역. 이 두 가지만 비교했어도 알아챌 수 있었습니다. 문제는 이런 비교 습관을 미리 연습할 곳이 없다는 점이고, 이 장면은 실제로 게임의 첫 사건이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플레이어는 크게 세 부류입니다. 링크를 쉽게 누르는 어린이·청소년, 가족을 사칭한 메시지를 받는 어른과 어르신, 그리고 이 게임을 수업이나 도서관 디지털 리터러시 프로그램에 쓰는 교사와 사서입니다. 하루 한 판은 아침 브리핑에서 오늘의 조건을 배우고, 서류를 대조하고, 판정한 뒤, 근무가 끝나면 정답과 해설을 한꺼번에 보는 순서로 진행됩니다. 실패하면 그 날을 처음부터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꼭 만들 핵심 기능은 다섯 가지입니다. 아침마다 배우는 오늘의 업무 조건, 두 정보를 눌러 비교하는 서류 대조와 단서, 내 기록·자료 조회·파일 정보 같은 조사 도구, 승인·거부·추가 확인 판정과 처리, 그리고 근무가 끝난 뒤 한꺼번에 공개되는 결과와 다시 하기입니다. 각 기능이 어느 화면에서 동작하는지 아래에 적었고, 바로 이어서 화면으로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화면은 10개입니다. 첫 화면과 아침 브리핑을 지나 사건 화면에 들어오면, 필요할 때마다 단서 찾기, 자료 조회, 파일 정보 화면을 오가며 조사합니다. 승인은 바로 처리 완료로 가고, 거부나 추가 확인은 처리 시트에서 근거와 신고 여부를 고릅니다. 처리 완료 뒤에는 다음 요청으로 돌아가고, 마지막 요청이 끝나면 근무 결과가 나옵니다. 위험한 요청을 승인하면 바로 보안 사고 화면으로 가고, 해설을 본 뒤 그 날의 첫 사건부터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화면입니다. 도트 보안관과 조수 도트가 말풍선으로 오늘 할 일을 알려 줍니다. 심사관 이름은 미리 만든 조합에서 뽑기 때문에 실명이나 나이를 묻지 않고, 광고나 로그인 없이 출근하기 한 번으로 시작합니다. 아침 브리핑에서는 오늘의 소식과 오늘의 조건 카드를 보여 줍니다. 조건 카드는 정답이 아니라 무엇을 비교해야 하는지를 좋은 예와 주의 예로 알려 주고, 근무 수칙에서는 결과가 근무 끝에 공개된다는 점을 미리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사건 화면입니다. 위쪽의 오늘의 조건 줄을 누르면 규칙 카드를 다시 볼 수 있고, 서류는 탭으로 넘겨 가며 봅니다. 아래 판정 버튼은 사건마다 필요한 것만 보여 줍니다. 오른쪽은 단서를 찾은 모습입니다. 대조 도구로 두 항목을 차례로 누르면 불일치 표시가 붙고, 이상한 곳에는 의심 깃발을 꽂을 수 있습니다. 모은 단서는 근거 트레이에 쌓여 판정의 근거가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조사 도구 화면입니다. 처음 보는 기기의 로그인처럼 요청만 봐서는 판단하기 어려운 사건에서는 자료 조회를 엽니다. 센터가 가진 자료는 몇 번을 조회해도 감점이 없고, 조회하면 등록 기기 목록 같은 새 서류 탭이 생겨 로그인 알림과 대조할 수 있습니다. 파일 정보 화면에서는 전체 파일 이름과 마지막 확장자, 압축 안에 든 파일을 보여 줍니다. 확장자는 zip, pdf, apk, exe처럼 여러 종류가 나오고, 낯선 파일이라고 모두 위험한 것은 아니라서 사진만 든 압축 파일은 승인이 정답입니다.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판정 화면입니다. 승인은 누르면 바로 처리되고, 거부나 추가 확인을 고르면 처리 시트가 열립니다. 여기서 근거를 모두 고르고, 추가 확인이라면 누구에게 어떤 경로로 확인할지 고릅니다. 다시 확인을 묻는 단계는 없애서 한 번 누르면 처리가 끝납니다. 처리하고 나면 처리 완료 도장만 찍히고, 맞았는지는 알려 주지 않습니다. 남은 문제 수도 보여 주지 않고 다음 요청으로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근무가 끝나면 결과 화면에서 별점과 지표를 한꺼번에 보여 줍니다. 안전 게이지와 편의 게이지가 있어서 무조건 막기만 해도, 다 열어 줘도 점수가 떨어집니다. 사건별 판정과 해설을 누르면 정답과 해설, 다시 볼 곳이 열립니다. 위험한 요청을 승인하면 근무가 그 자리에서 끝나고 보안 사고 화면이 나옵니다. 겁주는 대신 무엇을 놓쳤는지 설명하고, 해설을 본 뒤 그 날의 첫 사건부터 다시 합니다. 끝까지 했더라도 처리 성공률이 60%보다 낮으면 같은 방식으로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보여 드린 기능을 표로 점검했습니다. 꼭 만들 기능 다섯 개는 HTML 시제품에서 하루치 흐름이 동작하는 것까지 확인했습니다. 보안 사전과 복습 노트, 밝은 모던 테마, 센터 꾸미기는 시간이 남으면 추가합니다. 광고와 결제, 온라인 순위와 계정, 실제 기관이나 인물 자료는 이번 프로젝트에서 만들지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기말까지는 사례 14개를 다듬고, 여러 세대에게 HTML 시제품을 직접 해 보게 해서 문장 난이도와 조작을 확인하겠습니다. 12월 기말발표에서 기능과 화면을 확정하고, 다음 학기에는 Unity로 화면 틀과 사례 데이터 불러오기, 판정 엔진과 Day 0~4 순서로 만들겠습니다. 5월에 여러 세대 10명에게 직접 해 보게 한 뒤 6월에 시연하겠습니다. 역할은 사례 작성, Unity 개발, 도트 그래픽, 테스트와 접근성으로 나눕니다.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저희가 걱정하는 세 가지입니다. 어린이부터 어르신까지 한 게임으로 괜찮을지, 정답을 근무가 끝난 뒤에 알려 주면 답답하지 않을지, 그리고 사례 14개와 화면 10개를 다음 학기에 다 만들 수 있을지입니다. 의견 주시면 기말까지 반영하겠습니다.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MI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F14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I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455664"/>
            <a:ext cx="8229600" cy="237744"/>
          </a:xfrm>
          <a:prstGeom prst="rect">
            <a:avLst/>
          </a:prstGeom>
          <a:noFill/>
          <a:ln/>
        </p:spPr>
        <p:txBody>
          <a:bodyPr wrap="square" lIns="0" tIns="0" rIns="0" bIns="0" rtlCol="0" anchor="ctr"/>
          <a:lstStyle/>
          <a:p>
            <a:pPr indent="0" marL="0">
              <a:buNone/>
            </a:pPr>
            <a:r>
              <a:rPr lang="en-US" sz="1000" dirty="0">
                <a:solidFill>
                  <a:srgbClr val="6F86A6"/>
                </a:solidFill>
                <a:latin typeface="Galmuri11" pitchFamily="34" charset="0"/>
                <a:ea typeface="Galmuri11" pitchFamily="34" charset="-122"/>
                <a:cs typeface="Galmuri11" pitchFamily="34" charset="-120"/>
              </a:rPr>
              <a:t>DIGITAL GUARD (가칭)  |  중간 설계발표  |  ※ 게임 속 인물·기관·자료는 모두 가상입니다</a:t>
            </a:r>
            <a:endParaRPr lang="en-US" sz="1000" dirty="0"/>
          </a:p>
        </p:txBody>
      </p:sp>
      <p:sp>
        <p:nvSpPr>
          <p:cNvPr id="3" name="Text 1"/>
          <p:cNvSpPr/>
          <p:nvPr>
            <p:ph idx="101" type="title" hasCustomPrompt="1"/>
          </p:nvPr>
        </p:nvSpPr>
        <p:spPr>
          <a:xfrm>
            <a:off x="548640" y="731520"/>
            <a:ext cx="11064240" cy="640080"/>
          </a:xfrm>
          <a:prstGeom prst="rect">
            <a:avLst/>
          </a:prstGeom>
          <a:noFill/>
          <a:ln/>
        </p:spPr>
        <p:txBody>
          <a:bodyPr wrap="square" rtlCol="0"/>
          <a:lstStyle>
            <a:lvl1pPr algn="l" indent="0" marL="0">
              <a:buNone/>
              <a:defRPr lang="en-US" sz="2800" dirty="0">
                <a:solidFill>
                  <a:srgbClr val="FFFFFF"/>
                </a:solidFill>
                <a:latin typeface="Galmuri14" pitchFamily="34" charset="0"/>
                <a:ea typeface="Galmuri14" pitchFamily="34" charset="-122"/>
                <a:cs typeface="Galmuri14"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도트 그림: 디지털 안전 센터 책상에서 서류를 살피는 디지털 보안관과 AI 조수 도트">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685800" y="868680"/>
            <a:ext cx="2743200" cy="365760"/>
          </a:xfrm>
          <a:prstGeom prst="rect">
            <a:avLst/>
          </a:prstGeom>
          <a:solidFill>
            <a:srgbClr val="22201F"/>
          </a:solidFill>
          <a:ln/>
        </p:spPr>
      </p:sp>
      <p:sp>
        <p:nvSpPr>
          <p:cNvPr id="4" name="Shape 1"/>
          <p:cNvSpPr/>
          <p:nvPr/>
        </p:nvSpPr>
        <p:spPr>
          <a:xfrm>
            <a:off x="736092" y="918972"/>
            <a:ext cx="2642616" cy="265176"/>
          </a:xfrm>
          <a:prstGeom prst="rect">
            <a:avLst/>
          </a:prstGeom>
          <a:solidFill>
            <a:srgbClr val="F7D84A"/>
          </a:solidFill>
          <a:ln/>
        </p:spPr>
      </p:sp>
      <p:sp>
        <p:nvSpPr>
          <p:cNvPr id="5" name="Shape 2"/>
          <p:cNvSpPr/>
          <p:nvPr/>
        </p:nvSpPr>
        <p:spPr>
          <a:xfrm>
            <a:off x="685800" y="868680"/>
            <a:ext cx="50292" cy="50292"/>
          </a:xfrm>
          <a:prstGeom prst="rect">
            <a:avLst/>
          </a:prstGeom>
          <a:solidFill>
            <a:srgbClr val="0F1426"/>
          </a:solidFill>
          <a:ln/>
        </p:spPr>
      </p:sp>
      <p:sp>
        <p:nvSpPr>
          <p:cNvPr id="6" name="Shape 3"/>
          <p:cNvSpPr/>
          <p:nvPr/>
        </p:nvSpPr>
        <p:spPr>
          <a:xfrm>
            <a:off x="3378708" y="868680"/>
            <a:ext cx="50292" cy="50292"/>
          </a:xfrm>
          <a:prstGeom prst="rect">
            <a:avLst/>
          </a:prstGeom>
          <a:solidFill>
            <a:srgbClr val="0F1426"/>
          </a:solidFill>
          <a:ln/>
        </p:spPr>
      </p:sp>
      <p:sp>
        <p:nvSpPr>
          <p:cNvPr id="7" name="Shape 4"/>
          <p:cNvSpPr/>
          <p:nvPr/>
        </p:nvSpPr>
        <p:spPr>
          <a:xfrm>
            <a:off x="685800" y="1184148"/>
            <a:ext cx="50292" cy="50292"/>
          </a:xfrm>
          <a:prstGeom prst="rect">
            <a:avLst/>
          </a:prstGeom>
          <a:solidFill>
            <a:srgbClr val="0F1426"/>
          </a:solidFill>
          <a:ln/>
        </p:spPr>
      </p:sp>
      <p:sp>
        <p:nvSpPr>
          <p:cNvPr id="8" name="Shape 5"/>
          <p:cNvSpPr/>
          <p:nvPr/>
        </p:nvSpPr>
        <p:spPr>
          <a:xfrm>
            <a:off x="3378708" y="1184148"/>
            <a:ext cx="50292" cy="50292"/>
          </a:xfrm>
          <a:prstGeom prst="rect">
            <a:avLst/>
          </a:prstGeom>
          <a:solidFill>
            <a:srgbClr val="0F1426"/>
          </a:solidFill>
          <a:ln/>
        </p:spPr>
      </p:sp>
      <p:sp>
        <p:nvSpPr>
          <p:cNvPr id="9" name="Text 6"/>
          <p:cNvSpPr txBox="1"/>
          <p:nvPr/>
        </p:nvSpPr>
        <p:spPr>
          <a:xfrm>
            <a:off x="685800" y="868680"/>
            <a:ext cx="2743200" cy="365760"/>
          </a:xfrm>
          <a:prstGeom prst="rect">
            <a:avLst/>
          </a:prstGeom>
          <a:noFill/>
          <a:ln/>
        </p:spPr>
        <p:txBody>
          <a:bodyPr wrap="square" lIns="0" tIns="0" rIns="0" bIns="0" rtlCol="0" anchor="ctr"/>
          <a:lstStyle/>
          <a:p>
            <a:pPr algn="ctr" indent="0" marL="0">
              <a:buNone/>
            </a:pPr>
            <a:r>
              <a:rPr lang="ko-KR" altLang="en-US" sz="1300" b="1" dirty="0">
                <a:solidFill>
                  <a:srgbClr val="22201F"/>
                </a:solidFill>
                <a:latin typeface="Galmuri11" pitchFamily="34" charset="0"/>
                <a:ea typeface="Galmuri11" pitchFamily="34" charset="-122"/>
                <a:cs typeface="Galmuri11" pitchFamily="34" charset="-120"/>
              </a:rPr>
              <a:t>[과목명]  ·  중간 설계발표</a:t>
            </a:r>
            <a:endParaRPr lang="ko-KR" sz="1300" dirty="0"/>
          </a:p>
        </p:txBody>
      </p:sp>
      <p:sp>
        <p:nvSpPr>
          <p:cNvPr id="10" name="Text 7"/>
          <p:cNvSpPr txBox="1"/>
          <p:nvPr/>
        </p:nvSpPr>
        <p:spPr>
          <a:xfrm>
            <a:off x="722376" y="1453896"/>
            <a:ext cx="4937760" cy="868680"/>
          </a:xfrm>
          <a:prstGeom prst="rect">
            <a:avLst/>
          </a:prstGeom>
          <a:noFill/>
          <a:ln/>
        </p:spPr>
        <p:txBody>
          <a:bodyPr wrap="square" lIns="0" tIns="0" rIns="0" bIns="0" rtlCol="0" anchor="t"/>
          <a:lstStyle/>
          <a:p>
            <a:pPr indent="0" marL="0">
              <a:buNone/>
            </a:pPr>
            <a:r>
              <a:rPr lang="ko-KR" altLang="en-US" sz="6200" dirty="0">
                <a:solidFill>
                  <a:srgbClr val="3A4E7A"/>
                </a:solidFill>
                <a:latin typeface="Galmuri14" pitchFamily="34" charset="0"/>
                <a:ea typeface="Galmuri14" pitchFamily="34" charset="-122"/>
                <a:cs typeface="Galmuri14" pitchFamily="34" charset="-120"/>
              </a:rPr>
              <a:t>DIGITAL</a:t>
            </a:r>
            <a:endParaRPr lang="ko-KR" sz="6200" dirty="0"/>
          </a:p>
        </p:txBody>
      </p:sp>
      <p:sp>
        <p:nvSpPr>
          <p:cNvPr id="11" name="Text 8"/>
          <p:cNvSpPr txBox="1"/>
          <p:nvPr/>
        </p:nvSpPr>
        <p:spPr>
          <a:xfrm>
            <a:off x="685800" y="1417320"/>
            <a:ext cx="4937760" cy="868680"/>
          </a:xfrm>
          <a:prstGeom prst="rect">
            <a:avLst/>
          </a:prstGeom>
          <a:noFill/>
          <a:ln/>
        </p:spPr>
        <p:txBody>
          <a:bodyPr wrap="square" lIns="0" tIns="0" rIns="0" bIns="0" rtlCol="0" anchor="t"/>
          <a:lstStyle/>
          <a:p>
            <a:pPr indent="0" marL="0">
              <a:buNone/>
            </a:pPr>
            <a:r>
              <a:rPr lang="ko-KR" altLang="en-US" sz="6200" dirty="0">
                <a:solidFill>
                  <a:srgbClr val="FFFFFF"/>
                </a:solidFill>
                <a:latin typeface="Galmuri14" pitchFamily="34" charset="0"/>
                <a:ea typeface="Galmuri14" pitchFamily="34" charset="-122"/>
                <a:cs typeface="Galmuri14" pitchFamily="34" charset="-120"/>
              </a:rPr>
              <a:t>DIGITAL</a:t>
            </a:r>
            <a:endParaRPr lang="ko-KR" sz="6200" dirty="0"/>
          </a:p>
        </p:txBody>
      </p:sp>
      <p:sp>
        <p:nvSpPr>
          <p:cNvPr id="12" name="Text 9"/>
          <p:cNvSpPr txBox="1"/>
          <p:nvPr/>
        </p:nvSpPr>
        <p:spPr>
          <a:xfrm>
            <a:off x="722376" y="2276856"/>
            <a:ext cx="4937760" cy="868680"/>
          </a:xfrm>
          <a:prstGeom prst="rect">
            <a:avLst/>
          </a:prstGeom>
          <a:noFill/>
          <a:ln/>
        </p:spPr>
        <p:txBody>
          <a:bodyPr wrap="square" lIns="0" tIns="0" rIns="0" bIns="0" rtlCol="0" anchor="t"/>
          <a:lstStyle/>
          <a:p>
            <a:pPr indent="0" marL="0">
              <a:buNone/>
            </a:pPr>
            <a:r>
              <a:rPr lang="ko-KR" altLang="en-US" sz="6200" dirty="0">
                <a:solidFill>
                  <a:srgbClr val="3A4E7A"/>
                </a:solidFill>
                <a:latin typeface="Galmuri14" pitchFamily="34" charset="0"/>
                <a:ea typeface="Galmuri14" pitchFamily="34" charset="-122"/>
                <a:cs typeface="Galmuri14" pitchFamily="34" charset="-120"/>
              </a:rPr>
              <a:t>GUARD</a:t>
            </a:r>
            <a:endParaRPr lang="ko-KR" sz="6200" dirty="0"/>
          </a:p>
        </p:txBody>
      </p:sp>
      <p:sp>
        <p:nvSpPr>
          <p:cNvPr id="13" name="Text 10"/>
          <p:cNvSpPr txBox="1"/>
          <p:nvPr/>
        </p:nvSpPr>
        <p:spPr>
          <a:xfrm>
            <a:off x="685800" y="2240280"/>
            <a:ext cx="4937760" cy="868680"/>
          </a:xfrm>
          <a:prstGeom prst="rect">
            <a:avLst/>
          </a:prstGeom>
          <a:noFill/>
          <a:ln/>
        </p:spPr>
        <p:txBody>
          <a:bodyPr wrap="square" lIns="0" tIns="0" rIns="0" bIns="0" rtlCol="0" anchor="t"/>
          <a:lstStyle/>
          <a:p>
            <a:pPr indent="0" marL="0">
              <a:buNone/>
            </a:pPr>
            <a:r>
              <a:rPr lang="ko-KR" altLang="en-US" sz="6200" dirty="0">
                <a:solidFill>
                  <a:srgbClr val="45C7C1"/>
                </a:solidFill>
                <a:latin typeface="Galmuri14" pitchFamily="34" charset="0"/>
                <a:ea typeface="Galmuri14" pitchFamily="34" charset="-122"/>
                <a:cs typeface="Galmuri14" pitchFamily="34" charset="-120"/>
              </a:rPr>
              <a:t>GUARD</a:t>
            </a:r>
            <a:endParaRPr lang="ko-KR" sz="6200" dirty="0"/>
          </a:p>
        </p:txBody>
      </p:sp>
      <p:sp>
        <p:nvSpPr>
          <p:cNvPr id="14" name="Text 11"/>
          <p:cNvSpPr txBox="1"/>
          <p:nvPr/>
        </p:nvSpPr>
        <p:spPr>
          <a:xfrm>
            <a:off x="3520440" y="2743200"/>
            <a:ext cx="914400" cy="320040"/>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(가칭)</a:t>
            </a:r>
            <a:endParaRPr lang="ko-KR" sz="1400" dirty="0"/>
          </a:p>
        </p:txBody>
      </p:sp>
      <p:sp>
        <p:nvSpPr>
          <p:cNvPr id="15" name="Text 12"/>
          <p:cNvSpPr txBox="1"/>
          <p:nvPr/>
        </p:nvSpPr>
        <p:spPr>
          <a:xfrm>
            <a:off x="685800" y="3291840"/>
            <a:ext cx="4206240" cy="777240"/>
          </a:xfrm>
          <a:prstGeom prst="rect">
            <a:avLst/>
          </a:prstGeom>
          <a:noFill/>
          <a:ln/>
        </p:spPr>
        <p:txBody>
          <a:bodyPr wrap="square" lIns="0" tIns="0" rIns="0" bIns="0" rtlCol="0" anchor="t"/>
          <a:lstStyle/>
          <a:p>
            <a:pPr indent="0" marL="0">
              <a:lnSpc>
                <a:spcPct val="110000"/>
              </a:lnSpc>
              <a:buNone/>
            </a:pPr>
            <a:r>
              <a:rPr lang="ko-KR" altLang="en-US" sz="1900" dirty="0">
                <a:solidFill>
                  <a:srgbClr val="FFFFFF"/>
                </a:solidFill>
                <a:latin typeface="맑은 고딕" pitchFamily="34" charset="0"/>
                <a:ea typeface="맑은 고딕" pitchFamily="34" charset="-122"/>
                <a:cs typeface="맑은 고딕" pitchFamily="34" charset="-120"/>
              </a:rPr>
              <a:t>수상한 요청을 서류로 가려내는</a:t>
            </a:r>
            <a:endParaRPr lang="ko-KR" sz="1900" dirty="0"/>
          </a:p>
          <a:p>
            <a:pPr indent="0" marL="0">
              <a:lnSpc>
                <a:spcPct val="110000"/>
              </a:lnSpc>
              <a:buNone/>
            </a:pPr>
            <a:r>
              <a:rPr lang="ko-KR" altLang="en-US" sz="1900" dirty="0">
                <a:solidFill>
                  <a:srgbClr val="FFFFFF"/>
                </a:solidFill>
                <a:latin typeface="맑은 고딕" pitchFamily="34" charset="0"/>
                <a:ea typeface="맑은 고딕" pitchFamily="34" charset="-122"/>
                <a:cs typeface="맑은 고딕" pitchFamily="34" charset="-120"/>
              </a:rPr>
              <a:t>전연령 디지털 안전 퍼즐 게임</a:t>
            </a:r>
            <a:endParaRPr lang="ko-KR" sz="1900" dirty="0"/>
          </a:p>
        </p:txBody>
      </p:sp>
      <p:sp>
        <p:nvSpPr>
          <p:cNvPr id="16" name="Shape 13"/>
          <p:cNvSpPr/>
          <p:nvPr/>
        </p:nvSpPr>
        <p:spPr>
          <a:xfrm>
            <a:off x="685800" y="4224528"/>
            <a:ext cx="3429000" cy="347472"/>
          </a:xfrm>
          <a:prstGeom prst="rect">
            <a:avLst/>
          </a:prstGeom>
          <a:solidFill>
            <a:srgbClr val="3A4E7A"/>
          </a:solidFill>
          <a:ln/>
        </p:spPr>
      </p:sp>
      <p:sp>
        <p:nvSpPr>
          <p:cNvPr id="17" name="Shape 14"/>
          <p:cNvSpPr/>
          <p:nvPr/>
        </p:nvSpPr>
        <p:spPr>
          <a:xfrm>
            <a:off x="736092" y="4274820"/>
            <a:ext cx="3328416" cy="246888"/>
          </a:xfrm>
          <a:prstGeom prst="rect">
            <a:avLst/>
          </a:prstGeom>
          <a:solidFill>
            <a:srgbClr val="1F2A4A"/>
          </a:solidFill>
          <a:ln/>
        </p:spPr>
      </p:sp>
      <p:sp>
        <p:nvSpPr>
          <p:cNvPr id="18" name="Shape 15"/>
          <p:cNvSpPr/>
          <p:nvPr/>
        </p:nvSpPr>
        <p:spPr>
          <a:xfrm>
            <a:off x="685800" y="4224528"/>
            <a:ext cx="50292" cy="50292"/>
          </a:xfrm>
          <a:prstGeom prst="rect">
            <a:avLst/>
          </a:prstGeom>
          <a:solidFill>
            <a:srgbClr val="0F1426"/>
          </a:solidFill>
          <a:ln/>
        </p:spPr>
      </p:sp>
      <p:sp>
        <p:nvSpPr>
          <p:cNvPr id="19" name="Shape 16"/>
          <p:cNvSpPr/>
          <p:nvPr/>
        </p:nvSpPr>
        <p:spPr>
          <a:xfrm>
            <a:off x="4064508" y="4224528"/>
            <a:ext cx="50292" cy="50292"/>
          </a:xfrm>
          <a:prstGeom prst="rect">
            <a:avLst/>
          </a:prstGeom>
          <a:solidFill>
            <a:srgbClr val="0F1426"/>
          </a:solidFill>
          <a:ln/>
        </p:spPr>
      </p:sp>
      <p:sp>
        <p:nvSpPr>
          <p:cNvPr id="20" name="Shape 17"/>
          <p:cNvSpPr/>
          <p:nvPr/>
        </p:nvSpPr>
        <p:spPr>
          <a:xfrm>
            <a:off x="685800" y="4521708"/>
            <a:ext cx="50292" cy="50292"/>
          </a:xfrm>
          <a:prstGeom prst="rect">
            <a:avLst/>
          </a:prstGeom>
          <a:solidFill>
            <a:srgbClr val="0F1426"/>
          </a:solidFill>
          <a:ln/>
        </p:spPr>
      </p:sp>
      <p:sp>
        <p:nvSpPr>
          <p:cNvPr id="21" name="Shape 18"/>
          <p:cNvSpPr/>
          <p:nvPr/>
        </p:nvSpPr>
        <p:spPr>
          <a:xfrm>
            <a:off x="4064508" y="4521708"/>
            <a:ext cx="50292" cy="50292"/>
          </a:xfrm>
          <a:prstGeom prst="rect">
            <a:avLst/>
          </a:prstGeom>
          <a:solidFill>
            <a:srgbClr val="0F1426"/>
          </a:solidFill>
          <a:ln/>
        </p:spPr>
      </p:sp>
      <p:sp>
        <p:nvSpPr>
          <p:cNvPr id="22" name="Text 19"/>
          <p:cNvSpPr txBox="1"/>
          <p:nvPr/>
        </p:nvSpPr>
        <p:spPr>
          <a:xfrm>
            <a:off x="685800" y="4224528"/>
            <a:ext cx="3429000" cy="347472"/>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Unity 6 · Android / iOS · 세로 화면</a:t>
            </a:r>
            <a:endParaRPr lang="ko-KR" sz="1200" dirty="0"/>
          </a:p>
        </p:txBody>
      </p:sp>
      <p:sp>
        <p:nvSpPr>
          <p:cNvPr id="23" name="Text 20"/>
          <p:cNvSpPr txBox="1"/>
          <p:nvPr/>
        </p:nvSpPr>
        <p:spPr>
          <a:xfrm>
            <a:off x="685800" y="5029200"/>
            <a:ext cx="384048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Team ________  |  ________ · ________</a:t>
            </a:r>
            <a:endParaRPr lang="ko-KR" sz="1300" dirty="0"/>
          </a:p>
        </p:txBody>
      </p:sp>
      <p:sp>
        <p:nvSpPr>
          <p:cNvPr id="24" name="Text 21"/>
          <p:cNvSpPr txBox="1"/>
          <p:nvPr/>
        </p:nvSpPr>
        <p:spPr>
          <a:xfrm>
            <a:off x="685800" y="5376672"/>
            <a:ext cx="384048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지도교수 ________  |  2026. 10.</a:t>
            </a:r>
            <a:endParaRPr lang="ko-KR" sz="1300" dirty="0"/>
          </a:p>
        </p:txBody>
      </p:sp>
      <p:sp>
        <p:nvSpPr>
          <p:cNvPr id="25" name="Text 22"/>
          <p:cNvSpPr txBox="1"/>
          <p:nvPr/>
        </p:nvSpPr>
        <p:spPr>
          <a:xfrm>
            <a:off x="685800" y="6172200"/>
            <a:ext cx="5943600" cy="237744"/>
          </a:xfrm>
          <a:prstGeom prst="rect">
            <a:avLst/>
          </a:prstGeom>
          <a:noFill/>
          <a:ln/>
        </p:spPr>
        <p:txBody>
          <a:bodyPr wrap="square" lIns="0" tIns="0" rIns="0" bIns="0" rtlCol="0" anchor="t"/>
          <a:lstStyle/>
          <a:p>
            <a:pPr indent="0" marL="0">
              <a:buNone/>
            </a:pPr>
            <a:r>
              <a:rPr lang="ko-KR" altLang="en-US" sz="1000" dirty="0">
                <a:solidFill>
                  <a:srgbClr val="6F86A6"/>
                </a:solidFill>
                <a:latin typeface="Galmuri11" pitchFamily="34" charset="0"/>
                <a:ea typeface="Galmuri11" pitchFamily="34" charset="-122"/>
                <a:cs typeface="Galmuri11" pitchFamily="34" charset="-120"/>
              </a:rPr>
              <a:t>※ 게임 속 인물·기관·자료는 모두 가상입니다. 화면은 HTML 시제품 캡처입니다.</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DIGITAL GUARD를 한 문장으로 소개합니다</a:t>
            </a:r>
            <a:endParaRPr lang="en-US" sz="2800" dirty="0"/>
          </a:p>
        </p:txBody>
      </p:sp>
      <p:sp>
        <p:nvSpPr>
          <p:cNvPr id="10" name="Shape 8"/>
          <p:cNvSpPr/>
          <p:nvPr/>
        </p:nvSpPr>
        <p:spPr>
          <a:xfrm>
            <a:off x="548640" y="1600200"/>
            <a:ext cx="11091672" cy="1691640"/>
          </a:xfrm>
          <a:prstGeom prst="rect">
            <a:avLst/>
          </a:prstGeom>
          <a:solidFill>
            <a:srgbClr val="3A4E7A"/>
          </a:solidFill>
          <a:ln/>
        </p:spPr>
      </p:sp>
      <p:sp>
        <p:nvSpPr>
          <p:cNvPr id="11" name="Shape 9"/>
          <p:cNvSpPr/>
          <p:nvPr/>
        </p:nvSpPr>
        <p:spPr>
          <a:xfrm>
            <a:off x="598932" y="1650492"/>
            <a:ext cx="10991088" cy="1591056"/>
          </a:xfrm>
          <a:prstGeom prst="rect">
            <a:avLst/>
          </a:prstGeom>
          <a:solidFill>
            <a:srgbClr val="1F2A4A"/>
          </a:solidFill>
          <a:ln/>
        </p:spPr>
      </p:sp>
      <p:sp>
        <p:nvSpPr>
          <p:cNvPr id="12" name="Shape 10"/>
          <p:cNvSpPr/>
          <p:nvPr/>
        </p:nvSpPr>
        <p:spPr>
          <a:xfrm>
            <a:off x="548640" y="1600200"/>
            <a:ext cx="50292" cy="50292"/>
          </a:xfrm>
          <a:prstGeom prst="rect">
            <a:avLst/>
          </a:prstGeom>
          <a:solidFill>
            <a:srgbClr val="0F1426"/>
          </a:solidFill>
          <a:ln/>
        </p:spPr>
      </p:sp>
      <p:sp>
        <p:nvSpPr>
          <p:cNvPr id="13" name="Shape 11"/>
          <p:cNvSpPr/>
          <p:nvPr/>
        </p:nvSpPr>
        <p:spPr>
          <a:xfrm>
            <a:off x="11590020" y="1600200"/>
            <a:ext cx="50292" cy="50292"/>
          </a:xfrm>
          <a:prstGeom prst="rect">
            <a:avLst/>
          </a:prstGeom>
          <a:solidFill>
            <a:srgbClr val="0F1426"/>
          </a:solidFill>
          <a:ln/>
        </p:spPr>
      </p:sp>
      <p:sp>
        <p:nvSpPr>
          <p:cNvPr id="14" name="Shape 12"/>
          <p:cNvSpPr/>
          <p:nvPr/>
        </p:nvSpPr>
        <p:spPr>
          <a:xfrm>
            <a:off x="548640" y="3241548"/>
            <a:ext cx="50292" cy="50292"/>
          </a:xfrm>
          <a:prstGeom prst="rect">
            <a:avLst/>
          </a:prstGeom>
          <a:solidFill>
            <a:srgbClr val="0F1426"/>
          </a:solidFill>
          <a:ln/>
        </p:spPr>
      </p:sp>
      <p:sp>
        <p:nvSpPr>
          <p:cNvPr id="15" name="Shape 13"/>
          <p:cNvSpPr/>
          <p:nvPr/>
        </p:nvSpPr>
        <p:spPr>
          <a:xfrm>
            <a:off x="11590020" y="3241548"/>
            <a:ext cx="50292" cy="50292"/>
          </a:xfrm>
          <a:prstGeom prst="rect">
            <a:avLst/>
          </a:prstGeom>
          <a:solidFill>
            <a:srgbClr val="0F1426"/>
          </a:solidFill>
          <a:ln/>
        </p:spPr>
      </p:sp>
      <p:sp>
        <p:nvSpPr>
          <p:cNvPr id="16" name="Text 14"/>
          <p:cNvSpPr txBox="1"/>
          <p:nvPr/>
        </p:nvSpPr>
        <p:spPr>
          <a:xfrm>
            <a:off x="868680" y="1783080"/>
            <a:ext cx="457200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DIGITAL GUARD는</a:t>
            </a:r>
            <a:endParaRPr lang="ko-KR" sz="1300" dirty="0"/>
          </a:p>
        </p:txBody>
      </p:sp>
      <p:sp>
        <p:nvSpPr>
          <p:cNvPr id="17" name="Text 15"/>
          <p:cNvSpPr txBox="1"/>
          <p:nvPr/>
        </p:nvSpPr>
        <p:spPr>
          <a:xfrm>
            <a:off x="868680" y="2130552"/>
            <a:ext cx="10515600" cy="1005840"/>
          </a:xfrm>
          <a:prstGeom prst="rect">
            <a:avLst/>
          </a:prstGeom>
          <a:noFill/>
          <a:ln/>
        </p:spPr>
        <p:txBody>
          <a:bodyPr wrap="square" lIns="0" tIns="0" rIns="0" bIns="0" rtlCol="0" anchor="t"/>
          <a:lstStyle/>
          <a:p>
            <a:pPr indent="0" marL="0">
              <a:lnSpc>
                <a:spcPct val="115000"/>
              </a:lnSpc>
              <a:buNone/>
            </a:pPr>
            <a:r>
              <a:rPr lang="ko-KR" altLang="en-US" sz="2400" b="1" dirty="0">
                <a:solidFill>
                  <a:srgbClr val="FFFFFF"/>
                </a:solidFill>
                <a:latin typeface="맑은 고딕" pitchFamily="34" charset="0"/>
                <a:ea typeface="맑은 고딕" pitchFamily="34" charset="-122"/>
                <a:cs typeface="맑은 고딕" pitchFamily="34" charset="-120"/>
              </a:rPr>
              <a:t>수상한 문자·파일·로그인 요청을 </a:t>
            </a:r>
            <a:pPr indent="0" marL="0">
              <a:lnSpc>
                <a:spcPct val="115000"/>
              </a:lnSpc>
              <a:buNone/>
            </a:pPr>
            <a:r>
              <a:rPr lang="ko-KR" altLang="en-US" sz="2400" b="1" dirty="0">
                <a:solidFill>
                  <a:srgbClr val="45C7C1"/>
                </a:solidFill>
                <a:latin typeface="맑은 고딕" pitchFamily="34" charset="0"/>
                <a:ea typeface="맑은 고딕" pitchFamily="34" charset="-122"/>
                <a:cs typeface="맑은 고딕" pitchFamily="34" charset="-120"/>
              </a:rPr>
              <a:t>내 기록·공식 자료와 대조해서</a:t>
            </a:r>
            <a:pPr indent="0" marL="0">
              <a:lnSpc>
                <a:spcPct val="115000"/>
              </a:lnSpc>
              <a:buNone/>
            </a:pPr>
            <a:endParaRPr lang="ko-KR" sz="2400" dirty="0"/>
          </a:p>
          <a:p>
            <a:pPr indent="0" marL="0">
              <a:lnSpc>
                <a:spcPct val="115000"/>
              </a:lnSpc>
              <a:buNone/>
            </a:pPr>
            <a:r>
              <a:rPr lang="ko-KR" altLang="en-US" sz="2400" b="1" dirty="0">
                <a:solidFill>
                  <a:srgbClr val="F7D84A"/>
                </a:solidFill>
                <a:latin typeface="맑은 고딕" pitchFamily="34" charset="0"/>
                <a:ea typeface="맑은 고딕" pitchFamily="34" charset="-122"/>
                <a:cs typeface="맑은 고딕" pitchFamily="34" charset="-120"/>
              </a:rPr>
              <a:t>승인 · 거부 · 추가 확인</a:t>
            </a:r>
            <a:pPr indent="0" marL="0">
              <a:lnSpc>
                <a:spcPct val="115000"/>
              </a:lnSpc>
              <a:buNone/>
            </a:pPr>
            <a:r>
              <a:rPr lang="ko-KR" altLang="en-US" sz="2400" b="1" dirty="0">
                <a:solidFill>
                  <a:srgbClr val="FFFFFF"/>
                </a:solidFill>
                <a:latin typeface="맑은 고딕" pitchFamily="34" charset="0"/>
                <a:ea typeface="맑은 고딕" pitchFamily="34" charset="-122"/>
                <a:cs typeface="맑은 고딕" pitchFamily="34" charset="-120"/>
              </a:rPr>
              <a:t>을 판정하는 전연령 퍼즐 게임입니다.</a:t>
            </a:r>
            <a:endParaRPr lang="ko-KR" sz="2400" dirty="0"/>
          </a:p>
        </p:txBody>
      </p:sp>
      <p:sp>
        <p:nvSpPr>
          <p:cNvPr id="18" name="Shape 16"/>
          <p:cNvSpPr/>
          <p:nvPr/>
        </p:nvSpPr>
        <p:spPr>
          <a:xfrm>
            <a:off x="548640" y="3566160"/>
            <a:ext cx="3575304" cy="2377440"/>
          </a:xfrm>
          <a:prstGeom prst="rect">
            <a:avLst/>
          </a:prstGeom>
          <a:solidFill>
            <a:srgbClr val="3A4E7A"/>
          </a:solidFill>
          <a:ln/>
        </p:spPr>
      </p:sp>
      <p:sp>
        <p:nvSpPr>
          <p:cNvPr id="19" name="Shape 17"/>
          <p:cNvSpPr/>
          <p:nvPr/>
        </p:nvSpPr>
        <p:spPr>
          <a:xfrm>
            <a:off x="598932" y="3616452"/>
            <a:ext cx="3474720" cy="2276856"/>
          </a:xfrm>
          <a:prstGeom prst="rect">
            <a:avLst/>
          </a:prstGeom>
          <a:solidFill>
            <a:srgbClr val="151C33"/>
          </a:solidFill>
          <a:ln/>
        </p:spPr>
      </p:sp>
      <p:sp>
        <p:nvSpPr>
          <p:cNvPr id="20" name="Shape 18"/>
          <p:cNvSpPr/>
          <p:nvPr/>
        </p:nvSpPr>
        <p:spPr>
          <a:xfrm>
            <a:off x="548640" y="3566160"/>
            <a:ext cx="50292" cy="50292"/>
          </a:xfrm>
          <a:prstGeom prst="rect">
            <a:avLst/>
          </a:prstGeom>
          <a:solidFill>
            <a:srgbClr val="0F1426"/>
          </a:solidFill>
          <a:ln/>
        </p:spPr>
      </p:sp>
      <p:sp>
        <p:nvSpPr>
          <p:cNvPr id="21" name="Shape 19"/>
          <p:cNvSpPr/>
          <p:nvPr/>
        </p:nvSpPr>
        <p:spPr>
          <a:xfrm>
            <a:off x="4073652" y="3566160"/>
            <a:ext cx="50292" cy="50292"/>
          </a:xfrm>
          <a:prstGeom prst="rect">
            <a:avLst/>
          </a:prstGeom>
          <a:solidFill>
            <a:srgbClr val="0F1426"/>
          </a:solidFill>
          <a:ln/>
        </p:spPr>
      </p:sp>
      <p:sp>
        <p:nvSpPr>
          <p:cNvPr id="22" name="Shape 20"/>
          <p:cNvSpPr/>
          <p:nvPr/>
        </p:nvSpPr>
        <p:spPr>
          <a:xfrm>
            <a:off x="548640" y="5893308"/>
            <a:ext cx="50292" cy="50292"/>
          </a:xfrm>
          <a:prstGeom prst="rect">
            <a:avLst/>
          </a:prstGeom>
          <a:solidFill>
            <a:srgbClr val="0F1426"/>
          </a:solidFill>
          <a:ln/>
        </p:spPr>
      </p:sp>
      <p:sp>
        <p:nvSpPr>
          <p:cNvPr id="23" name="Shape 21"/>
          <p:cNvSpPr/>
          <p:nvPr/>
        </p:nvSpPr>
        <p:spPr>
          <a:xfrm>
            <a:off x="4073652" y="5893308"/>
            <a:ext cx="50292" cy="50292"/>
          </a:xfrm>
          <a:prstGeom prst="rect">
            <a:avLst/>
          </a:prstGeom>
          <a:solidFill>
            <a:srgbClr val="0F1426"/>
          </a:solidFill>
          <a:ln/>
        </p:spPr>
      </p:sp>
      <p:sp>
        <p:nvSpPr>
          <p:cNvPr id="24" name="Shape 22"/>
          <p:cNvSpPr/>
          <p:nvPr/>
        </p:nvSpPr>
        <p:spPr>
          <a:xfrm>
            <a:off x="822960" y="3794760"/>
            <a:ext cx="566928" cy="566928"/>
          </a:xfrm>
          <a:prstGeom prst="rect">
            <a:avLst/>
          </a:prstGeom>
          <a:solidFill>
            <a:srgbClr val="22201F"/>
          </a:solidFill>
          <a:ln/>
        </p:spPr>
      </p:sp>
      <p:sp>
        <p:nvSpPr>
          <p:cNvPr id="25" name="Shape 23"/>
          <p:cNvSpPr/>
          <p:nvPr/>
        </p:nvSpPr>
        <p:spPr>
          <a:xfrm>
            <a:off x="873252" y="3845052"/>
            <a:ext cx="466344" cy="466344"/>
          </a:xfrm>
          <a:prstGeom prst="rect">
            <a:avLst/>
          </a:prstGeom>
          <a:solidFill>
            <a:srgbClr val="45C7C1"/>
          </a:solidFill>
          <a:ln/>
        </p:spPr>
      </p:sp>
      <p:sp>
        <p:nvSpPr>
          <p:cNvPr id="26" name="Shape 24"/>
          <p:cNvSpPr/>
          <p:nvPr/>
        </p:nvSpPr>
        <p:spPr>
          <a:xfrm>
            <a:off x="822960" y="3794760"/>
            <a:ext cx="50292" cy="50292"/>
          </a:xfrm>
          <a:prstGeom prst="rect">
            <a:avLst/>
          </a:prstGeom>
          <a:solidFill>
            <a:srgbClr val="151C33"/>
          </a:solidFill>
          <a:ln/>
        </p:spPr>
      </p:sp>
      <p:sp>
        <p:nvSpPr>
          <p:cNvPr id="27" name="Shape 25"/>
          <p:cNvSpPr/>
          <p:nvPr/>
        </p:nvSpPr>
        <p:spPr>
          <a:xfrm>
            <a:off x="1339596" y="3794760"/>
            <a:ext cx="50292" cy="50292"/>
          </a:xfrm>
          <a:prstGeom prst="rect">
            <a:avLst/>
          </a:prstGeom>
          <a:solidFill>
            <a:srgbClr val="151C33"/>
          </a:solidFill>
          <a:ln/>
        </p:spPr>
      </p:sp>
      <p:sp>
        <p:nvSpPr>
          <p:cNvPr id="28" name="Shape 26"/>
          <p:cNvSpPr/>
          <p:nvPr/>
        </p:nvSpPr>
        <p:spPr>
          <a:xfrm>
            <a:off x="822960" y="4311396"/>
            <a:ext cx="50292" cy="50292"/>
          </a:xfrm>
          <a:prstGeom prst="rect">
            <a:avLst/>
          </a:prstGeom>
          <a:solidFill>
            <a:srgbClr val="151C33"/>
          </a:solidFill>
          <a:ln/>
        </p:spPr>
      </p:sp>
      <p:sp>
        <p:nvSpPr>
          <p:cNvPr id="29" name="Shape 27"/>
          <p:cNvSpPr/>
          <p:nvPr/>
        </p:nvSpPr>
        <p:spPr>
          <a:xfrm>
            <a:off x="1339596" y="4311396"/>
            <a:ext cx="50292" cy="50292"/>
          </a:xfrm>
          <a:prstGeom prst="rect">
            <a:avLst/>
          </a:prstGeom>
          <a:solidFill>
            <a:srgbClr val="151C33"/>
          </a:solidFill>
          <a:ln/>
        </p:spPr>
      </p:sp>
      <p:pic>
        <p:nvPicPr>
          <p:cNvPr id="30" name="Image 0" descr="preencoded.png">    </p:cNvPr>
          <p:cNvPicPr>
            <a:picLocks noChangeAspect="1"/>
          </p:cNvPicPr>
          <p:nvPr/>
        </p:nvPicPr>
        <p:blipFill>
          <a:blip r:embed="rId1"/>
          <a:stretch>
            <a:fillRect/>
          </a:stretch>
        </p:blipFill>
        <p:spPr>
          <a:xfrm>
            <a:off x="947684" y="3919484"/>
            <a:ext cx="317480" cy="317480"/>
          </a:xfrm>
          <a:prstGeom prst="rect">
            <a:avLst/>
          </a:prstGeom>
        </p:spPr>
      </p:pic>
      <p:sp>
        <p:nvSpPr>
          <p:cNvPr id="31" name="Text 28"/>
          <p:cNvSpPr txBox="1"/>
          <p:nvPr/>
        </p:nvSpPr>
        <p:spPr>
          <a:xfrm>
            <a:off x="1536192"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누가 하나요?</a:t>
            </a:r>
            <a:endParaRPr lang="ko-KR" sz="1800" dirty="0"/>
          </a:p>
        </p:txBody>
      </p:sp>
      <p:sp>
        <p:nvSpPr>
          <p:cNvPr id="32" name="Text 29"/>
          <p:cNvSpPr txBox="1"/>
          <p:nvPr/>
        </p:nvSpPr>
        <p:spPr>
          <a:xfrm>
            <a:off x="822960"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스마트폰을 쓰는 누구나.</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어린이부터 어르신까지, 수업과</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도서관 프로그램에서도 써요.</a:t>
            </a:r>
            <a:endParaRPr lang="ko-KR" sz="1500" dirty="0"/>
          </a:p>
        </p:txBody>
      </p:sp>
      <p:sp>
        <p:nvSpPr>
          <p:cNvPr id="33" name="Shape 30"/>
          <p:cNvSpPr/>
          <p:nvPr/>
        </p:nvSpPr>
        <p:spPr>
          <a:xfrm>
            <a:off x="4306824" y="3566160"/>
            <a:ext cx="3575304" cy="2377440"/>
          </a:xfrm>
          <a:prstGeom prst="rect">
            <a:avLst/>
          </a:prstGeom>
          <a:solidFill>
            <a:srgbClr val="3A4E7A"/>
          </a:solidFill>
          <a:ln/>
        </p:spPr>
      </p:sp>
      <p:sp>
        <p:nvSpPr>
          <p:cNvPr id="34" name="Shape 31"/>
          <p:cNvSpPr/>
          <p:nvPr/>
        </p:nvSpPr>
        <p:spPr>
          <a:xfrm>
            <a:off x="4357116" y="3616452"/>
            <a:ext cx="3474720" cy="2276856"/>
          </a:xfrm>
          <a:prstGeom prst="rect">
            <a:avLst/>
          </a:prstGeom>
          <a:solidFill>
            <a:srgbClr val="151C33"/>
          </a:solidFill>
          <a:ln/>
        </p:spPr>
      </p:sp>
      <p:sp>
        <p:nvSpPr>
          <p:cNvPr id="35" name="Shape 32"/>
          <p:cNvSpPr/>
          <p:nvPr/>
        </p:nvSpPr>
        <p:spPr>
          <a:xfrm>
            <a:off x="4306824" y="3566160"/>
            <a:ext cx="50292" cy="50292"/>
          </a:xfrm>
          <a:prstGeom prst="rect">
            <a:avLst/>
          </a:prstGeom>
          <a:solidFill>
            <a:srgbClr val="0F1426"/>
          </a:solidFill>
          <a:ln/>
        </p:spPr>
      </p:sp>
      <p:sp>
        <p:nvSpPr>
          <p:cNvPr id="36" name="Shape 33"/>
          <p:cNvSpPr/>
          <p:nvPr/>
        </p:nvSpPr>
        <p:spPr>
          <a:xfrm>
            <a:off x="7831836" y="3566160"/>
            <a:ext cx="50292" cy="50292"/>
          </a:xfrm>
          <a:prstGeom prst="rect">
            <a:avLst/>
          </a:prstGeom>
          <a:solidFill>
            <a:srgbClr val="0F1426"/>
          </a:solidFill>
          <a:ln/>
        </p:spPr>
      </p:sp>
      <p:sp>
        <p:nvSpPr>
          <p:cNvPr id="37" name="Shape 34"/>
          <p:cNvSpPr/>
          <p:nvPr/>
        </p:nvSpPr>
        <p:spPr>
          <a:xfrm>
            <a:off x="4306824" y="5893308"/>
            <a:ext cx="50292" cy="50292"/>
          </a:xfrm>
          <a:prstGeom prst="rect">
            <a:avLst/>
          </a:prstGeom>
          <a:solidFill>
            <a:srgbClr val="0F1426"/>
          </a:solidFill>
          <a:ln/>
        </p:spPr>
      </p:sp>
      <p:sp>
        <p:nvSpPr>
          <p:cNvPr id="38" name="Shape 35"/>
          <p:cNvSpPr/>
          <p:nvPr/>
        </p:nvSpPr>
        <p:spPr>
          <a:xfrm>
            <a:off x="7831836" y="5893308"/>
            <a:ext cx="50292" cy="50292"/>
          </a:xfrm>
          <a:prstGeom prst="rect">
            <a:avLst/>
          </a:prstGeom>
          <a:solidFill>
            <a:srgbClr val="0F1426"/>
          </a:solidFill>
          <a:ln/>
        </p:spPr>
      </p:sp>
      <p:sp>
        <p:nvSpPr>
          <p:cNvPr id="39" name="Shape 36"/>
          <p:cNvSpPr/>
          <p:nvPr/>
        </p:nvSpPr>
        <p:spPr>
          <a:xfrm>
            <a:off x="4581144" y="3794760"/>
            <a:ext cx="566928" cy="566928"/>
          </a:xfrm>
          <a:prstGeom prst="rect">
            <a:avLst/>
          </a:prstGeom>
          <a:solidFill>
            <a:srgbClr val="22201F"/>
          </a:solidFill>
          <a:ln/>
        </p:spPr>
      </p:sp>
      <p:sp>
        <p:nvSpPr>
          <p:cNvPr id="40" name="Shape 37"/>
          <p:cNvSpPr/>
          <p:nvPr/>
        </p:nvSpPr>
        <p:spPr>
          <a:xfrm>
            <a:off x="4631436" y="3845052"/>
            <a:ext cx="466344" cy="466344"/>
          </a:xfrm>
          <a:prstGeom prst="rect">
            <a:avLst/>
          </a:prstGeom>
          <a:solidFill>
            <a:srgbClr val="45C7C1"/>
          </a:solidFill>
          <a:ln/>
        </p:spPr>
      </p:sp>
      <p:sp>
        <p:nvSpPr>
          <p:cNvPr id="41" name="Shape 38"/>
          <p:cNvSpPr/>
          <p:nvPr/>
        </p:nvSpPr>
        <p:spPr>
          <a:xfrm>
            <a:off x="4581144" y="3794760"/>
            <a:ext cx="50292" cy="50292"/>
          </a:xfrm>
          <a:prstGeom prst="rect">
            <a:avLst/>
          </a:prstGeom>
          <a:solidFill>
            <a:srgbClr val="151C33"/>
          </a:solidFill>
          <a:ln/>
        </p:spPr>
      </p:sp>
      <p:sp>
        <p:nvSpPr>
          <p:cNvPr id="42" name="Shape 39"/>
          <p:cNvSpPr/>
          <p:nvPr/>
        </p:nvSpPr>
        <p:spPr>
          <a:xfrm>
            <a:off x="5097780" y="3794760"/>
            <a:ext cx="50292" cy="50292"/>
          </a:xfrm>
          <a:prstGeom prst="rect">
            <a:avLst/>
          </a:prstGeom>
          <a:solidFill>
            <a:srgbClr val="151C33"/>
          </a:solidFill>
          <a:ln/>
        </p:spPr>
      </p:sp>
      <p:sp>
        <p:nvSpPr>
          <p:cNvPr id="43" name="Shape 40"/>
          <p:cNvSpPr/>
          <p:nvPr/>
        </p:nvSpPr>
        <p:spPr>
          <a:xfrm>
            <a:off x="4581144" y="4311396"/>
            <a:ext cx="50292" cy="50292"/>
          </a:xfrm>
          <a:prstGeom prst="rect">
            <a:avLst/>
          </a:prstGeom>
          <a:solidFill>
            <a:srgbClr val="151C33"/>
          </a:solidFill>
          <a:ln/>
        </p:spPr>
      </p:sp>
      <p:sp>
        <p:nvSpPr>
          <p:cNvPr id="44" name="Shape 41"/>
          <p:cNvSpPr/>
          <p:nvPr/>
        </p:nvSpPr>
        <p:spPr>
          <a:xfrm>
            <a:off x="5097780" y="4311396"/>
            <a:ext cx="50292" cy="50292"/>
          </a:xfrm>
          <a:prstGeom prst="rect">
            <a:avLst/>
          </a:prstGeom>
          <a:solidFill>
            <a:srgbClr val="151C33"/>
          </a:solidFill>
          <a:ln/>
        </p:spPr>
      </p:sp>
      <p:pic>
        <p:nvPicPr>
          <p:cNvPr id="45" name="Image 1" descr="preencoded.png">    </p:cNvPr>
          <p:cNvPicPr>
            <a:picLocks noChangeAspect="1"/>
          </p:cNvPicPr>
          <p:nvPr/>
        </p:nvPicPr>
        <p:blipFill>
          <a:blip r:embed="rId2"/>
          <a:stretch>
            <a:fillRect/>
          </a:stretch>
        </p:blipFill>
        <p:spPr>
          <a:xfrm>
            <a:off x="4705868" y="3919484"/>
            <a:ext cx="317480" cy="317480"/>
          </a:xfrm>
          <a:prstGeom prst="rect">
            <a:avLst/>
          </a:prstGeom>
        </p:spPr>
      </p:pic>
      <p:sp>
        <p:nvSpPr>
          <p:cNvPr id="46" name="Text 42"/>
          <p:cNvSpPr txBox="1"/>
          <p:nvPr/>
        </p:nvSpPr>
        <p:spPr>
          <a:xfrm>
            <a:off x="5294376"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무엇을 하나요?</a:t>
            </a:r>
            <a:endParaRPr lang="ko-KR" sz="1800" dirty="0"/>
          </a:p>
        </p:txBody>
      </p:sp>
      <p:sp>
        <p:nvSpPr>
          <p:cNvPr id="47" name="Text 43"/>
          <p:cNvSpPr txBox="1"/>
          <p:nvPr/>
        </p:nvSpPr>
        <p:spPr>
          <a:xfrm>
            <a:off x="4581144"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디지털 안전 센터 심사관이 되어</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하루 10~15분, 들어온 요청을</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살펴보고 판정해요.</a:t>
            </a:r>
            <a:endParaRPr lang="ko-KR" sz="1500" dirty="0"/>
          </a:p>
        </p:txBody>
      </p:sp>
      <p:sp>
        <p:nvSpPr>
          <p:cNvPr id="48" name="Shape 44"/>
          <p:cNvSpPr/>
          <p:nvPr/>
        </p:nvSpPr>
        <p:spPr>
          <a:xfrm>
            <a:off x="8065008" y="3566160"/>
            <a:ext cx="3575304" cy="2377440"/>
          </a:xfrm>
          <a:prstGeom prst="rect">
            <a:avLst/>
          </a:prstGeom>
          <a:solidFill>
            <a:srgbClr val="3A4E7A"/>
          </a:solidFill>
          <a:ln/>
        </p:spPr>
      </p:sp>
      <p:sp>
        <p:nvSpPr>
          <p:cNvPr id="49" name="Shape 45"/>
          <p:cNvSpPr/>
          <p:nvPr/>
        </p:nvSpPr>
        <p:spPr>
          <a:xfrm>
            <a:off x="8115300" y="3616452"/>
            <a:ext cx="3474720" cy="2276856"/>
          </a:xfrm>
          <a:prstGeom prst="rect">
            <a:avLst/>
          </a:prstGeom>
          <a:solidFill>
            <a:srgbClr val="151C33"/>
          </a:solidFill>
          <a:ln/>
        </p:spPr>
      </p:sp>
      <p:sp>
        <p:nvSpPr>
          <p:cNvPr id="50" name="Shape 46"/>
          <p:cNvSpPr/>
          <p:nvPr/>
        </p:nvSpPr>
        <p:spPr>
          <a:xfrm>
            <a:off x="8065008" y="3566160"/>
            <a:ext cx="50292" cy="50292"/>
          </a:xfrm>
          <a:prstGeom prst="rect">
            <a:avLst/>
          </a:prstGeom>
          <a:solidFill>
            <a:srgbClr val="0F1426"/>
          </a:solidFill>
          <a:ln/>
        </p:spPr>
      </p:sp>
      <p:sp>
        <p:nvSpPr>
          <p:cNvPr id="51" name="Shape 47"/>
          <p:cNvSpPr/>
          <p:nvPr/>
        </p:nvSpPr>
        <p:spPr>
          <a:xfrm>
            <a:off x="11590020" y="3566160"/>
            <a:ext cx="50292" cy="50292"/>
          </a:xfrm>
          <a:prstGeom prst="rect">
            <a:avLst/>
          </a:prstGeom>
          <a:solidFill>
            <a:srgbClr val="0F1426"/>
          </a:solidFill>
          <a:ln/>
        </p:spPr>
      </p:sp>
      <p:sp>
        <p:nvSpPr>
          <p:cNvPr id="52" name="Shape 48"/>
          <p:cNvSpPr/>
          <p:nvPr/>
        </p:nvSpPr>
        <p:spPr>
          <a:xfrm>
            <a:off x="8065008" y="5893308"/>
            <a:ext cx="50292" cy="50292"/>
          </a:xfrm>
          <a:prstGeom prst="rect">
            <a:avLst/>
          </a:prstGeom>
          <a:solidFill>
            <a:srgbClr val="0F1426"/>
          </a:solidFill>
          <a:ln/>
        </p:spPr>
      </p:sp>
      <p:sp>
        <p:nvSpPr>
          <p:cNvPr id="53" name="Shape 49"/>
          <p:cNvSpPr/>
          <p:nvPr/>
        </p:nvSpPr>
        <p:spPr>
          <a:xfrm>
            <a:off x="11590020" y="5893308"/>
            <a:ext cx="50292" cy="50292"/>
          </a:xfrm>
          <a:prstGeom prst="rect">
            <a:avLst/>
          </a:prstGeom>
          <a:solidFill>
            <a:srgbClr val="0F1426"/>
          </a:solidFill>
          <a:ln/>
        </p:spPr>
      </p:sp>
      <p:sp>
        <p:nvSpPr>
          <p:cNvPr id="54" name="Shape 50"/>
          <p:cNvSpPr/>
          <p:nvPr/>
        </p:nvSpPr>
        <p:spPr>
          <a:xfrm>
            <a:off x="8339328" y="3794760"/>
            <a:ext cx="566928" cy="566928"/>
          </a:xfrm>
          <a:prstGeom prst="rect">
            <a:avLst/>
          </a:prstGeom>
          <a:solidFill>
            <a:srgbClr val="22201F"/>
          </a:solidFill>
          <a:ln/>
        </p:spPr>
      </p:sp>
      <p:sp>
        <p:nvSpPr>
          <p:cNvPr id="55" name="Shape 51"/>
          <p:cNvSpPr/>
          <p:nvPr/>
        </p:nvSpPr>
        <p:spPr>
          <a:xfrm>
            <a:off x="8389620" y="3845052"/>
            <a:ext cx="466344" cy="466344"/>
          </a:xfrm>
          <a:prstGeom prst="rect">
            <a:avLst/>
          </a:prstGeom>
          <a:solidFill>
            <a:srgbClr val="45C7C1"/>
          </a:solidFill>
          <a:ln/>
        </p:spPr>
      </p:sp>
      <p:sp>
        <p:nvSpPr>
          <p:cNvPr id="56" name="Shape 52"/>
          <p:cNvSpPr/>
          <p:nvPr/>
        </p:nvSpPr>
        <p:spPr>
          <a:xfrm>
            <a:off x="8339328" y="3794760"/>
            <a:ext cx="50292" cy="50292"/>
          </a:xfrm>
          <a:prstGeom prst="rect">
            <a:avLst/>
          </a:prstGeom>
          <a:solidFill>
            <a:srgbClr val="151C33"/>
          </a:solidFill>
          <a:ln/>
        </p:spPr>
      </p:sp>
      <p:sp>
        <p:nvSpPr>
          <p:cNvPr id="57" name="Shape 53"/>
          <p:cNvSpPr/>
          <p:nvPr/>
        </p:nvSpPr>
        <p:spPr>
          <a:xfrm>
            <a:off x="8855964" y="3794760"/>
            <a:ext cx="50292" cy="50292"/>
          </a:xfrm>
          <a:prstGeom prst="rect">
            <a:avLst/>
          </a:prstGeom>
          <a:solidFill>
            <a:srgbClr val="151C33"/>
          </a:solidFill>
          <a:ln/>
        </p:spPr>
      </p:sp>
      <p:sp>
        <p:nvSpPr>
          <p:cNvPr id="58" name="Shape 54"/>
          <p:cNvSpPr/>
          <p:nvPr/>
        </p:nvSpPr>
        <p:spPr>
          <a:xfrm>
            <a:off x="8339328" y="4311396"/>
            <a:ext cx="50292" cy="50292"/>
          </a:xfrm>
          <a:prstGeom prst="rect">
            <a:avLst/>
          </a:prstGeom>
          <a:solidFill>
            <a:srgbClr val="151C33"/>
          </a:solidFill>
          <a:ln/>
        </p:spPr>
      </p:sp>
      <p:sp>
        <p:nvSpPr>
          <p:cNvPr id="59" name="Shape 55"/>
          <p:cNvSpPr/>
          <p:nvPr/>
        </p:nvSpPr>
        <p:spPr>
          <a:xfrm>
            <a:off x="8855964" y="4311396"/>
            <a:ext cx="50292" cy="50292"/>
          </a:xfrm>
          <a:prstGeom prst="rect">
            <a:avLst/>
          </a:prstGeom>
          <a:solidFill>
            <a:srgbClr val="151C33"/>
          </a:solidFill>
          <a:ln/>
        </p:spPr>
      </p:sp>
      <p:pic>
        <p:nvPicPr>
          <p:cNvPr id="60" name="Image 2" descr="preencoded.png">    </p:cNvPr>
          <p:cNvPicPr>
            <a:picLocks noChangeAspect="1"/>
          </p:cNvPicPr>
          <p:nvPr/>
        </p:nvPicPr>
        <p:blipFill>
          <a:blip r:embed="rId3"/>
          <a:stretch>
            <a:fillRect/>
          </a:stretch>
        </p:blipFill>
        <p:spPr>
          <a:xfrm>
            <a:off x="8464052" y="3919484"/>
            <a:ext cx="317480" cy="317480"/>
          </a:xfrm>
          <a:prstGeom prst="rect">
            <a:avLst/>
          </a:prstGeom>
        </p:spPr>
      </p:pic>
      <p:sp>
        <p:nvSpPr>
          <p:cNvPr id="61" name="Text 56"/>
          <p:cNvSpPr txBox="1"/>
          <p:nvPr/>
        </p:nvSpPr>
        <p:spPr>
          <a:xfrm>
            <a:off x="9052560"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왜 필요한가요?</a:t>
            </a:r>
            <a:endParaRPr lang="ko-KR" sz="1800" dirty="0"/>
          </a:p>
        </p:txBody>
      </p:sp>
      <p:sp>
        <p:nvSpPr>
          <p:cNvPr id="62" name="Text 57"/>
          <p:cNvSpPr txBox="1"/>
          <p:nvPr/>
        </p:nvSpPr>
        <p:spPr>
          <a:xfrm>
            <a:off x="8339328"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"조심하세요"라는 말은 많지만,</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직접 비교해 보고 확인하는</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연습을 할 곳은 많지 않아요.</a:t>
            </a:r>
            <a:endParaRPr lang="ko-KR" sz="15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이런 순간, 겪어 본 적 있나요?</a:t>
            </a:r>
            <a:endParaRPr lang="en-US" sz="2800" dirty="0"/>
          </a:p>
        </p:txBody>
      </p:sp>
      <p:sp>
        <p:nvSpPr>
          <p:cNvPr id="10" name="Text 8"/>
          <p:cNvSpPr txBox="1"/>
          <p:nvPr/>
        </p:nvSpPr>
        <p:spPr>
          <a:xfrm>
            <a:off x="548640" y="1481328"/>
            <a:ext cx="7315200" cy="310896"/>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회사원 하늘 씨(27세)의 점심시간 (가상 사례)</a:t>
            </a:r>
            <a:endParaRPr lang="ko-KR" sz="1400" dirty="0"/>
          </a:p>
        </p:txBody>
      </p:sp>
      <p:sp>
        <p:nvSpPr>
          <p:cNvPr id="11" name="Shape 9"/>
          <p:cNvSpPr/>
          <p:nvPr/>
        </p:nvSpPr>
        <p:spPr>
          <a:xfrm>
            <a:off x="548640" y="1965960"/>
            <a:ext cx="2514600" cy="2011680"/>
          </a:xfrm>
          <a:prstGeom prst="rect">
            <a:avLst/>
          </a:prstGeom>
          <a:solidFill>
            <a:srgbClr val="3A4E7A"/>
          </a:solidFill>
          <a:ln/>
        </p:spPr>
      </p:sp>
      <p:sp>
        <p:nvSpPr>
          <p:cNvPr id="12" name="Shape 10"/>
          <p:cNvSpPr/>
          <p:nvPr/>
        </p:nvSpPr>
        <p:spPr>
          <a:xfrm>
            <a:off x="598932" y="2016252"/>
            <a:ext cx="2414016" cy="1911096"/>
          </a:xfrm>
          <a:prstGeom prst="rect">
            <a:avLst/>
          </a:prstGeom>
          <a:solidFill>
            <a:srgbClr val="1F2A4A"/>
          </a:solidFill>
          <a:ln/>
        </p:spPr>
      </p:sp>
      <p:sp>
        <p:nvSpPr>
          <p:cNvPr id="13" name="Shape 11"/>
          <p:cNvSpPr/>
          <p:nvPr/>
        </p:nvSpPr>
        <p:spPr>
          <a:xfrm>
            <a:off x="548640" y="1965960"/>
            <a:ext cx="50292" cy="50292"/>
          </a:xfrm>
          <a:prstGeom prst="rect">
            <a:avLst/>
          </a:prstGeom>
          <a:solidFill>
            <a:srgbClr val="0F1426"/>
          </a:solidFill>
          <a:ln/>
        </p:spPr>
      </p:sp>
      <p:sp>
        <p:nvSpPr>
          <p:cNvPr id="14" name="Shape 12"/>
          <p:cNvSpPr/>
          <p:nvPr/>
        </p:nvSpPr>
        <p:spPr>
          <a:xfrm>
            <a:off x="3012948" y="1965960"/>
            <a:ext cx="50292" cy="50292"/>
          </a:xfrm>
          <a:prstGeom prst="rect">
            <a:avLst/>
          </a:prstGeom>
          <a:solidFill>
            <a:srgbClr val="0F1426"/>
          </a:solidFill>
          <a:ln/>
        </p:spPr>
      </p:sp>
      <p:sp>
        <p:nvSpPr>
          <p:cNvPr id="15" name="Shape 13"/>
          <p:cNvSpPr/>
          <p:nvPr/>
        </p:nvSpPr>
        <p:spPr>
          <a:xfrm>
            <a:off x="548640" y="3927348"/>
            <a:ext cx="50292" cy="50292"/>
          </a:xfrm>
          <a:prstGeom prst="rect">
            <a:avLst/>
          </a:prstGeom>
          <a:solidFill>
            <a:srgbClr val="0F1426"/>
          </a:solidFill>
          <a:ln/>
        </p:spPr>
      </p:sp>
      <p:sp>
        <p:nvSpPr>
          <p:cNvPr id="16" name="Shape 14"/>
          <p:cNvSpPr/>
          <p:nvPr/>
        </p:nvSpPr>
        <p:spPr>
          <a:xfrm>
            <a:off x="3012948" y="3927348"/>
            <a:ext cx="50292" cy="50292"/>
          </a:xfrm>
          <a:prstGeom prst="rect">
            <a:avLst/>
          </a:prstGeom>
          <a:solidFill>
            <a:srgbClr val="0F1426"/>
          </a:solidFill>
          <a:ln/>
        </p:spPr>
      </p:sp>
      <p:sp>
        <p:nvSpPr>
          <p:cNvPr id="17" name="Shape 15"/>
          <p:cNvSpPr/>
          <p:nvPr/>
        </p:nvSpPr>
        <p:spPr>
          <a:xfrm>
            <a:off x="749808" y="2148840"/>
            <a:ext cx="822960" cy="292608"/>
          </a:xfrm>
          <a:prstGeom prst="rect">
            <a:avLst/>
          </a:prstGeom>
          <a:solidFill>
            <a:srgbClr val="22201F"/>
          </a:solidFill>
          <a:ln/>
        </p:spPr>
      </p:sp>
      <p:sp>
        <p:nvSpPr>
          <p:cNvPr id="18" name="Shape 16"/>
          <p:cNvSpPr/>
          <p:nvPr/>
        </p:nvSpPr>
        <p:spPr>
          <a:xfrm>
            <a:off x="800100" y="2199132"/>
            <a:ext cx="722376" cy="192024"/>
          </a:xfrm>
          <a:prstGeom prst="rect">
            <a:avLst/>
          </a:prstGeom>
          <a:solidFill>
            <a:srgbClr val="45C7C1"/>
          </a:solidFill>
          <a:ln/>
        </p:spPr>
      </p:sp>
      <p:sp>
        <p:nvSpPr>
          <p:cNvPr id="19" name="Shape 17"/>
          <p:cNvSpPr/>
          <p:nvPr/>
        </p:nvSpPr>
        <p:spPr>
          <a:xfrm>
            <a:off x="749808" y="2148840"/>
            <a:ext cx="50292" cy="50292"/>
          </a:xfrm>
          <a:prstGeom prst="rect">
            <a:avLst/>
          </a:prstGeom>
          <a:solidFill>
            <a:srgbClr val="1F2A4A"/>
          </a:solidFill>
          <a:ln/>
        </p:spPr>
      </p:sp>
      <p:sp>
        <p:nvSpPr>
          <p:cNvPr id="20" name="Shape 18"/>
          <p:cNvSpPr/>
          <p:nvPr/>
        </p:nvSpPr>
        <p:spPr>
          <a:xfrm>
            <a:off x="1522476" y="2148840"/>
            <a:ext cx="50292" cy="50292"/>
          </a:xfrm>
          <a:prstGeom prst="rect">
            <a:avLst/>
          </a:prstGeom>
          <a:solidFill>
            <a:srgbClr val="1F2A4A"/>
          </a:solidFill>
          <a:ln/>
        </p:spPr>
      </p:sp>
      <p:sp>
        <p:nvSpPr>
          <p:cNvPr id="21" name="Shape 19"/>
          <p:cNvSpPr/>
          <p:nvPr/>
        </p:nvSpPr>
        <p:spPr>
          <a:xfrm>
            <a:off x="749808" y="2391156"/>
            <a:ext cx="50292" cy="50292"/>
          </a:xfrm>
          <a:prstGeom prst="rect">
            <a:avLst/>
          </a:prstGeom>
          <a:solidFill>
            <a:srgbClr val="1F2A4A"/>
          </a:solidFill>
          <a:ln/>
        </p:spPr>
      </p:sp>
      <p:sp>
        <p:nvSpPr>
          <p:cNvPr id="22" name="Shape 20"/>
          <p:cNvSpPr/>
          <p:nvPr/>
        </p:nvSpPr>
        <p:spPr>
          <a:xfrm>
            <a:off x="1522476" y="2391156"/>
            <a:ext cx="50292" cy="50292"/>
          </a:xfrm>
          <a:prstGeom prst="rect">
            <a:avLst/>
          </a:prstGeom>
          <a:solidFill>
            <a:srgbClr val="1F2A4A"/>
          </a:solidFill>
          <a:ln/>
        </p:spPr>
      </p:sp>
      <p:sp>
        <p:nvSpPr>
          <p:cNvPr id="23" name="Text 21"/>
          <p:cNvSpPr txBox="1"/>
          <p:nvPr/>
        </p:nvSpPr>
        <p:spPr>
          <a:xfrm>
            <a:off x="74980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12:10</a:t>
            </a:r>
            <a:endParaRPr lang="ko-KR" sz="1200" dirty="0"/>
          </a:p>
        </p:txBody>
      </p:sp>
      <p:pic>
        <p:nvPicPr>
          <p:cNvPr id="24" name="Image 0" descr="preencoded.png">    </p:cNvPr>
          <p:cNvPicPr>
            <a:picLocks noChangeAspect="1"/>
          </p:cNvPicPr>
          <p:nvPr/>
        </p:nvPicPr>
        <p:blipFill>
          <a:blip r:embed="rId1"/>
          <a:stretch>
            <a:fillRect/>
          </a:stretch>
        </p:blipFill>
        <p:spPr>
          <a:xfrm>
            <a:off x="2423160" y="2121408"/>
            <a:ext cx="384048" cy="384048"/>
          </a:xfrm>
          <a:prstGeom prst="rect">
            <a:avLst/>
          </a:prstGeom>
        </p:spPr>
      </p:pic>
      <p:sp>
        <p:nvSpPr>
          <p:cNvPr id="25" name="Text 22"/>
          <p:cNvSpPr txBox="1"/>
          <p:nvPr/>
        </p:nvSpPr>
        <p:spPr>
          <a:xfrm>
            <a:off x="74980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점심을 먹는데</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'주소 불명으로 보관 중'</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택배 문자가 와요</a:t>
            </a:r>
            <a:endParaRPr lang="ko-KR" sz="1500" dirty="0"/>
          </a:p>
        </p:txBody>
      </p:sp>
      <p:pic>
        <p:nvPicPr>
          <p:cNvPr id="26" name="Image 1" descr="preencoded.png">    </p:cNvPr>
          <p:cNvPicPr>
            <a:picLocks noChangeAspect="1"/>
          </p:cNvPicPr>
          <p:nvPr/>
        </p:nvPicPr>
        <p:blipFill>
          <a:blip r:embed="rId2"/>
          <a:stretch>
            <a:fillRect/>
          </a:stretch>
        </p:blipFill>
        <p:spPr>
          <a:xfrm>
            <a:off x="3136392" y="2971800"/>
            <a:ext cx="182880" cy="182880"/>
          </a:xfrm>
          <a:prstGeom prst="rect">
            <a:avLst/>
          </a:prstGeom>
        </p:spPr>
      </p:pic>
      <p:sp>
        <p:nvSpPr>
          <p:cNvPr id="27" name="Shape 23"/>
          <p:cNvSpPr/>
          <p:nvPr/>
        </p:nvSpPr>
        <p:spPr>
          <a:xfrm>
            <a:off x="3383280" y="1965960"/>
            <a:ext cx="2514600" cy="2011680"/>
          </a:xfrm>
          <a:prstGeom prst="rect">
            <a:avLst/>
          </a:prstGeom>
          <a:solidFill>
            <a:srgbClr val="3A4E7A"/>
          </a:solidFill>
          <a:ln/>
        </p:spPr>
      </p:sp>
      <p:sp>
        <p:nvSpPr>
          <p:cNvPr id="28" name="Shape 24"/>
          <p:cNvSpPr/>
          <p:nvPr/>
        </p:nvSpPr>
        <p:spPr>
          <a:xfrm>
            <a:off x="3433572" y="2016252"/>
            <a:ext cx="2414016" cy="1911096"/>
          </a:xfrm>
          <a:prstGeom prst="rect">
            <a:avLst/>
          </a:prstGeom>
          <a:solidFill>
            <a:srgbClr val="1F2A4A"/>
          </a:solidFill>
          <a:ln/>
        </p:spPr>
      </p:sp>
      <p:sp>
        <p:nvSpPr>
          <p:cNvPr id="29" name="Shape 25"/>
          <p:cNvSpPr/>
          <p:nvPr/>
        </p:nvSpPr>
        <p:spPr>
          <a:xfrm>
            <a:off x="3383280" y="1965960"/>
            <a:ext cx="50292" cy="50292"/>
          </a:xfrm>
          <a:prstGeom prst="rect">
            <a:avLst/>
          </a:prstGeom>
          <a:solidFill>
            <a:srgbClr val="0F1426"/>
          </a:solidFill>
          <a:ln/>
        </p:spPr>
      </p:sp>
      <p:sp>
        <p:nvSpPr>
          <p:cNvPr id="30" name="Shape 26"/>
          <p:cNvSpPr/>
          <p:nvPr/>
        </p:nvSpPr>
        <p:spPr>
          <a:xfrm>
            <a:off x="5847588" y="1965960"/>
            <a:ext cx="50292" cy="50292"/>
          </a:xfrm>
          <a:prstGeom prst="rect">
            <a:avLst/>
          </a:prstGeom>
          <a:solidFill>
            <a:srgbClr val="0F1426"/>
          </a:solidFill>
          <a:ln/>
        </p:spPr>
      </p:sp>
      <p:sp>
        <p:nvSpPr>
          <p:cNvPr id="31" name="Shape 27"/>
          <p:cNvSpPr/>
          <p:nvPr/>
        </p:nvSpPr>
        <p:spPr>
          <a:xfrm>
            <a:off x="3383280" y="3927348"/>
            <a:ext cx="50292" cy="50292"/>
          </a:xfrm>
          <a:prstGeom prst="rect">
            <a:avLst/>
          </a:prstGeom>
          <a:solidFill>
            <a:srgbClr val="0F1426"/>
          </a:solidFill>
          <a:ln/>
        </p:spPr>
      </p:sp>
      <p:sp>
        <p:nvSpPr>
          <p:cNvPr id="32" name="Shape 28"/>
          <p:cNvSpPr/>
          <p:nvPr/>
        </p:nvSpPr>
        <p:spPr>
          <a:xfrm>
            <a:off x="5847588" y="3927348"/>
            <a:ext cx="50292" cy="50292"/>
          </a:xfrm>
          <a:prstGeom prst="rect">
            <a:avLst/>
          </a:prstGeom>
          <a:solidFill>
            <a:srgbClr val="0F1426"/>
          </a:solidFill>
          <a:ln/>
        </p:spPr>
      </p:sp>
      <p:sp>
        <p:nvSpPr>
          <p:cNvPr id="33" name="Shape 29"/>
          <p:cNvSpPr/>
          <p:nvPr/>
        </p:nvSpPr>
        <p:spPr>
          <a:xfrm>
            <a:off x="3584448" y="2148840"/>
            <a:ext cx="822960" cy="292608"/>
          </a:xfrm>
          <a:prstGeom prst="rect">
            <a:avLst/>
          </a:prstGeom>
          <a:solidFill>
            <a:srgbClr val="22201F"/>
          </a:solidFill>
          <a:ln/>
        </p:spPr>
      </p:sp>
      <p:sp>
        <p:nvSpPr>
          <p:cNvPr id="34" name="Shape 30"/>
          <p:cNvSpPr/>
          <p:nvPr/>
        </p:nvSpPr>
        <p:spPr>
          <a:xfrm>
            <a:off x="3634740" y="2199132"/>
            <a:ext cx="722376" cy="192024"/>
          </a:xfrm>
          <a:prstGeom prst="rect">
            <a:avLst/>
          </a:prstGeom>
          <a:solidFill>
            <a:srgbClr val="45C7C1"/>
          </a:solidFill>
          <a:ln/>
        </p:spPr>
      </p:sp>
      <p:sp>
        <p:nvSpPr>
          <p:cNvPr id="35" name="Shape 31"/>
          <p:cNvSpPr/>
          <p:nvPr/>
        </p:nvSpPr>
        <p:spPr>
          <a:xfrm>
            <a:off x="3584448" y="2148840"/>
            <a:ext cx="50292" cy="50292"/>
          </a:xfrm>
          <a:prstGeom prst="rect">
            <a:avLst/>
          </a:prstGeom>
          <a:solidFill>
            <a:srgbClr val="1F2A4A"/>
          </a:solidFill>
          <a:ln/>
        </p:spPr>
      </p:sp>
      <p:sp>
        <p:nvSpPr>
          <p:cNvPr id="36" name="Shape 32"/>
          <p:cNvSpPr/>
          <p:nvPr/>
        </p:nvSpPr>
        <p:spPr>
          <a:xfrm>
            <a:off x="4357116" y="2148840"/>
            <a:ext cx="50292" cy="50292"/>
          </a:xfrm>
          <a:prstGeom prst="rect">
            <a:avLst/>
          </a:prstGeom>
          <a:solidFill>
            <a:srgbClr val="1F2A4A"/>
          </a:solidFill>
          <a:ln/>
        </p:spPr>
      </p:sp>
      <p:sp>
        <p:nvSpPr>
          <p:cNvPr id="37" name="Shape 33"/>
          <p:cNvSpPr/>
          <p:nvPr/>
        </p:nvSpPr>
        <p:spPr>
          <a:xfrm>
            <a:off x="3584448" y="2391156"/>
            <a:ext cx="50292" cy="50292"/>
          </a:xfrm>
          <a:prstGeom prst="rect">
            <a:avLst/>
          </a:prstGeom>
          <a:solidFill>
            <a:srgbClr val="1F2A4A"/>
          </a:solidFill>
          <a:ln/>
        </p:spPr>
      </p:sp>
      <p:sp>
        <p:nvSpPr>
          <p:cNvPr id="38" name="Shape 34"/>
          <p:cNvSpPr/>
          <p:nvPr/>
        </p:nvSpPr>
        <p:spPr>
          <a:xfrm>
            <a:off x="4357116" y="2391156"/>
            <a:ext cx="50292" cy="50292"/>
          </a:xfrm>
          <a:prstGeom prst="rect">
            <a:avLst/>
          </a:prstGeom>
          <a:solidFill>
            <a:srgbClr val="1F2A4A"/>
          </a:solidFill>
          <a:ln/>
        </p:spPr>
      </p:sp>
      <p:sp>
        <p:nvSpPr>
          <p:cNvPr id="39" name="Text 35"/>
          <p:cNvSpPr txBox="1"/>
          <p:nvPr/>
        </p:nvSpPr>
        <p:spPr>
          <a:xfrm>
            <a:off x="358444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12:11</a:t>
            </a:r>
            <a:endParaRPr lang="ko-KR" sz="1200" dirty="0"/>
          </a:p>
        </p:txBody>
      </p:sp>
      <p:pic>
        <p:nvPicPr>
          <p:cNvPr id="40" name="Image 2" descr="preencoded.png">    </p:cNvPr>
          <p:cNvPicPr>
            <a:picLocks noChangeAspect="1"/>
          </p:cNvPicPr>
          <p:nvPr/>
        </p:nvPicPr>
        <p:blipFill>
          <a:blip r:embed="rId3"/>
          <a:stretch>
            <a:fillRect/>
          </a:stretch>
        </p:blipFill>
        <p:spPr>
          <a:xfrm>
            <a:off x="5257800" y="2121408"/>
            <a:ext cx="384048" cy="384048"/>
          </a:xfrm>
          <a:prstGeom prst="rect">
            <a:avLst/>
          </a:prstGeom>
        </p:spPr>
      </p:pic>
      <p:sp>
        <p:nvSpPr>
          <p:cNvPr id="41" name="Text 36"/>
          <p:cNvSpPr txBox="1"/>
          <p:nvPr/>
        </p:nvSpPr>
        <p:spPr>
          <a:xfrm>
            <a:off x="358444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주문한 게 있었나?</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바빠서 일단</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링크부터 눌러요</a:t>
            </a:r>
            <a:endParaRPr lang="ko-KR" sz="1500" dirty="0"/>
          </a:p>
        </p:txBody>
      </p:sp>
      <p:pic>
        <p:nvPicPr>
          <p:cNvPr id="42" name="Image 3" descr="preencoded.png">    </p:cNvPr>
          <p:cNvPicPr>
            <a:picLocks noChangeAspect="1"/>
          </p:cNvPicPr>
          <p:nvPr/>
        </p:nvPicPr>
        <p:blipFill>
          <a:blip r:embed="rId4"/>
          <a:stretch>
            <a:fillRect/>
          </a:stretch>
        </p:blipFill>
        <p:spPr>
          <a:xfrm>
            <a:off x="5971032" y="2971800"/>
            <a:ext cx="182880" cy="182880"/>
          </a:xfrm>
          <a:prstGeom prst="rect">
            <a:avLst/>
          </a:prstGeom>
        </p:spPr>
      </p:pic>
      <p:sp>
        <p:nvSpPr>
          <p:cNvPr id="43" name="Shape 37"/>
          <p:cNvSpPr/>
          <p:nvPr/>
        </p:nvSpPr>
        <p:spPr>
          <a:xfrm>
            <a:off x="6217920" y="1965960"/>
            <a:ext cx="2514600" cy="2011680"/>
          </a:xfrm>
          <a:prstGeom prst="rect">
            <a:avLst/>
          </a:prstGeom>
          <a:solidFill>
            <a:srgbClr val="3A4E7A"/>
          </a:solidFill>
          <a:ln/>
        </p:spPr>
      </p:sp>
      <p:sp>
        <p:nvSpPr>
          <p:cNvPr id="44" name="Shape 38"/>
          <p:cNvSpPr/>
          <p:nvPr/>
        </p:nvSpPr>
        <p:spPr>
          <a:xfrm>
            <a:off x="6268212" y="2016252"/>
            <a:ext cx="2414016" cy="1911096"/>
          </a:xfrm>
          <a:prstGeom prst="rect">
            <a:avLst/>
          </a:prstGeom>
          <a:solidFill>
            <a:srgbClr val="1F2A4A"/>
          </a:solidFill>
          <a:ln/>
        </p:spPr>
      </p:sp>
      <p:sp>
        <p:nvSpPr>
          <p:cNvPr id="45" name="Shape 39"/>
          <p:cNvSpPr/>
          <p:nvPr/>
        </p:nvSpPr>
        <p:spPr>
          <a:xfrm>
            <a:off x="6217920" y="1965960"/>
            <a:ext cx="50292" cy="50292"/>
          </a:xfrm>
          <a:prstGeom prst="rect">
            <a:avLst/>
          </a:prstGeom>
          <a:solidFill>
            <a:srgbClr val="0F1426"/>
          </a:solidFill>
          <a:ln/>
        </p:spPr>
      </p:sp>
      <p:sp>
        <p:nvSpPr>
          <p:cNvPr id="46" name="Shape 40"/>
          <p:cNvSpPr/>
          <p:nvPr/>
        </p:nvSpPr>
        <p:spPr>
          <a:xfrm>
            <a:off x="8682228" y="1965960"/>
            <a:ext cx="50292" cy="50292"/>
          </a:xfrm>
          <a:prstGeom prst="rect">
            <a:avLst/>
          </a:prstGeom>
          <a:solidFill>
            <a:srgbClr val="0F1426"/>
          </a:solidFill>
          <a:ln/>
        </p:spPr>
      </p:sp>
      <p:sp>
        <p:nvSpPr>
          <p:cNvPr id="47" name="Shape 41"/>
          <p:cNvSpPr/>
          <p:nvPr/>
        </p:nvSpPr>
        <p:spPr>
          <a:xfrm>
            <a:off x="6217920" y="3927348"/>
            <a:ext cx="50292" cy="50292"/>
          </a:xfrm>
          <a:prstGeom prst="rect">
            <a:avLst/>
          </a:prstGeom>
          <a:solidFill>
            <a:srgbClr val="0F1426"/>
          </a:solidFill>
          <a:ln/>
        </p:spPr>
      </p:sp>
      <p:sp>
        <p:nvSpPr>
          <p:cNvPr id="48" name="Shape 42"/>
          <p:cNvSpPr/>
          <p:nvPr/>
        </p:nvSpPr>
        <p:spPr>
          <a:xfrm>
            <a:off x="8682228" y="3927348"/>
            <a:ext cx="50292" cy="50292"/>
          </a:xfrm>
          <a:prstGeom prst="rect">
            <a:avLst/>
          </a:prstGeom>
          <a:solidFill>
            <a:srgbClr val="0F1426"/>
          </a:solidFill>
          <a:ln/>
        </p:spPr>
      </p:sp>
      <p:sp>
        <p:nvSpPr>
          <p:cNvPr id="49" name="Shape 43"/>
          <p:cNvSpPr/>
          <p:nvPr/>
        </p:nvSpPr>
        <p:spPr>
          <a:xfrm>
            <a:off x="6419088" y="2148840"/>
            <a:ext cx="822960" cy="292608"/>
          </a:xfrm>
          <a:prstGeom prst="rect">
            <a:avLst/>
          </a:prstGeom>
          <a:solidFill>
            <a:srgbClr val="22201F"/>
          </a:solidFill>
          <a:ln/>
        </p:spPr>
      </p:sp>
      <p:sp>
        <p:nvSpPr>
          <p:cNvPr id="50" name="Shape 44"/>
          <p:cNvSpPr/>
          <p:nvPr/>
        </p:nvSpPr>
        <p:spPr>
          <a:xfrm>
            <a:off x="6469380" y="2199132"/>
            <a:ext cx="722376" cy="192024"/>
          </a:xfrm>
          <a:prstGeom prst="rect">
            <a:avLst/>
          </a:prstGeom>
          <a:solidFill>
            <a:srgbClr val="45C7C1"/>
          </a:solidFill>
          <a:ln/>
        </p:spPr>
      </p:sp>
      <p:sp>
        <p:nvSpPr>
          <p:cNvPr id="51" name="Shape 45"/>
          <p:cNvSpPr/>
          <p:nvPr/>
        </p:nvSpPr>
        <p:spPr>
          <a:xfrm>
            <a:off x="6419088" y="2148840"/>
            <a:ext cx="50292" cy="50292"/>
          </a:xfrm>
          <a:prstGeom prst="rect">
            <a:avLst/>
          </a:prstGeom>
          <a:solidFill>
            <a:srgbClr val="1F2A4A"/>
          </a:solidFill>
          <a:ln/>
        </p:spPr>
      </p:sp>
      <p:sp>
        <p:nvSpPr>
          <p:cNvPr id="52" name="Shape 46"/>
          <p:cNvSpPr/>
          <p:nvPr/>
        </p:nvSpPr>
        <p:spPr>
          <a:xfrm>
            <a:off x="7191756" y="2148840"/>
            <a:ext cx="50292" cy="50292"/>
          </a:xfrm>
          <a:prstGeom prst="rect">
            <a:avLst/>
          </a:prstGeom>
          <a:solidFill>
            <a:srgbClr val="1F2A4A"/>
          </a:solidFill>
          <a:ln/>
        </p:spPr>
      </p:sp>
      <p:sp>
        <p:nvSpPr>
          <p:cNvPr id="53" name="Shape 47"/>
          <p:cNvSpPr/>
          <p:nvPr/>
        </p:nvSpPr>
        <p:spPr>
          <a:xfrm>
            <a:off x="6419088" y="2391156"/>
            <a:ext cx="50292" cy="50292"/>
          </a:xfrm>
          <a:prstGeom prst="rect">
            <a:avLst/>
          </a:prstGeom>
          <a:solidFill>
            <a:srgbClr val="1F2A4A"/>
          </a:solidFill>
          <a:ln/>
        </p:spPr>
      </p:sp>
      <p:sp>
        <p:nvSpPr>
          <p:cNvPr id="54" name="Shape 48"/>
          <p:cNvSpPr/>
          <p:nvPr/>
        </p:nvSpPr>
        <p:spPr>
          <a:xfrm>
            <a:off x="7191756" y="2391156"/>
            <a:ext cx="50292" cy="50292"/>
          </a:xfrm>
          <a:prstGeom prst="rect">
            <a:avLst/>
          </a:prstGeom>
          <a:solidFill>
            <a:srgbClr val="1F2A4A"/>
          </a:solidFill>
          <a:ln/>
        </p:spPr>
      </p:sp>
      <p:sp>
        <p:nvSpPr>
          <p:cNvPr id="55" name="Text 49"/>
          <p:cNvSpPr txBox="1"/>
          <p:nvPr/>
        </p:nvSpPr>
        <p:spPr>
          <a:xfrm>
            <a:off x="641908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12:13</a:t>
            </a:r>
            <a:endParaRPr lang="ko-KR" sz="1200" dirty="0"/>
          </a:p>
        </p:txBody>
      </p:sp>
      <p:pic>
        <p:nvPicPr>
          <p:cNvPr id="56" name="Image 4" descr="preencoded.png">    </p:cNvPr>
          <p:cNvPicPr>
            <a:picLocks noChangeAspect="1"/>
          </p:cNvPicPr>
          <p:nvPr/>
        </p:nvPicPr>
        <p:blipFill>
          <a:blip r:embed="rId5"/>
          <a:stretch>
            <a:fillRect/>
          </a:stretch>
        </p:blipFill>
        <p:spPr>
          <a:xfrm>
            <a:off x="8092440" y="2121408"/>
            <a:ext cx="384048" cy="384048"/>
          </a:xfrm>
          <a:prstGeom prst="rect">
            <a:avLst/>
          </a:prstGeom>
        </p:spPr>
      </p:pic>
      <p:sp>
        <p:nvSpPr>
          <p:cNvPr id="57" name="Text 50"/>
          <p:cNvSpPr txBox="1"/>
          <p:nvPr/>
        </p:nvSpPr>
        <p:spPr>
          <a:xfrm>
            <a:off x="641908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열린 화면에</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이름·주소·전화번호를</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입력해요</a:t>
            </a:r>
            <a:endParaRPr lang="ko-KR" sz="1500" dirty="0"/>
          </a:p>
        </p:txBody>
      </p:sp>
      <p:pic>
        <p:nvPicPr>
          <p:cNvPr id="58" name="Image 5" descr="preencoded.png">    </p:cNvPr>
          <p:cNvPicPr>
            <a:picLocks noChangeAspect="1"/>
          </p:cNvPicPr>
          <p:nvPr/>
        </p:nvPicPr>
        <p:blipFill>
          <a:blip r:embed="rId6"/>
          <a:stretch>
            <a:fillRect/>
          </a:stretch>
        </p:blipFill>
        <p:spPr>
          <a:xfrm>
            <a:off x="8805672" y="2971800"/>
            <a:ext cx="182880" cy="182880"/>
          </a:xfrm>
          <a:prstGeom prst="rect">
            <a:avLst/>
          </a:prstGeom>
        </p:spPr>
      </p:pic>
      <p:sp>
        <p:nvSpPr>
          <p:cNvPr id="59" name="Shape 51"/>
          <p:cNvSpPr/>
          <p:nvPr/>
        </p:nvSpPr>
        <p:spPr>
          <a:xfrm>
            <a:off x="9052560" y="1965960"/>
            <a:ext cx="2514600" cy="2011680"/>
          </a:xfrm>
          <a:prstGeom prst="rect">
            <a:avLst/>
          </a:prstGeom>
          <a:solidFill>
            <a:srgbClr val="3A4E7A"/>
          </a:solidFill>
          <a:ln/>
        </p:spPr>
      </p:sp>
      <p:sp>
        <p:nvSpPr>
          <p:cNvPr id="60" name="Shape 52"/>
          <p:cNvSpPr/>
          <p:nvPr/>
        </p:nvSpPr>
        <p:spPr>
          <a:xfrm>
            <a:off x="9102852" y="2016252"/>
            <a:ext cx="2414016" cy="1911096"/>
          </a:xfrm>
          <a:prstGeom prst="rect">
            <a:avLst/>
          </a:prstGeom>
          <a:solidFill>
            <a:srgbClr val="1F2A4A"/>
          </a:solidFill>
          <a:ln/>
        </p:spPr>
      </p:sp>
      <p:sp>
        <p:nvSpPr>
          <p:cNvPr id="61" name="Shape 53"/>
          <p:cNvSpPr/>
          <p:nvPr/>
        </p:nvSpPr>
        <p:spPr>
          <a:xfrm>
            <a:off x="9052560" y="1965960"/>
            <a:ext cx="50292" cy="50292"/>
          </a:xfrm>
          <a:prstGeom prst="rect">
            <a:avLst/>
          </a:prstGeom>
          <a:solidFill>
            <a:srgbClr val="0F1426"/>
          </a:solidFill>
          <a:ln/>
        </p:spPr>
      </p:sp>
      <p:sp>
        <p:nvSpPr>
          <p:cNvPr id="62" name="Shape 54"/>
          <p:cNvSpPr/>
          <p:nvPr/>
        </p:nvSpPr>
        <p:spPr>
          <a:xfrm>
            <a:off x="11516868" y="1965960"/>
            <a:ext cx="50292" cy="50292"/>
          </a:xfrm>
          <a:prstGeom prst="rect">
            <a:avLst/>
          </a:prstGeom>
          <a:solidFill>
            <a:srgbClr val="0F1426"/>
          </a:solidFill>
          <a:ln/>
        </p:spPr>
      </p:sp>
      <p:sp>
        <p:nvSpPr>
          <p:cNvPr id="63" name="Shape 55"/>
          <p:cNvSpPr/>
          <p:nvPr/>
        </p:nvSpPr>
        <p:spPr>
          <a:xfrm>
            <a:off x="9052560" y="3927348"/>
            <a:ext cx="50292" cy="50292"/>
          </a:xfrm>
          <a:prstGeom prst="rect">
            <a:avLst/>
          </a:prstGeom>
          <a:solidFill>
            <a:srgbClr val="0F1426"/>
          </a:solidFill>
          <a:ln/>
        </p:spPr>
      </p:sp>
      <p:sp>
        <p:nvSpPr>
          <p:cNvPr id="64" name="Shape 56"/>
          <p:cNvSpPr/>
          <p:nvPr/>
        </p:nvSpPr>
        <p:spPr>
          <a:xfrm>
            <a:off x="11516868" y="3927348"/>
            <a:ext cx="50292" cy="50292"/>
          </a:xfrm>
          <a:prstGeom prst="rect">
            <a:avLst/>
          </a:prstGeom>
          <a:solidFill>
            <a:srgbClr val="0F1426"/>
          </a:solidFill>
          <a:ln/>
        </p:spPr>
      </p:sp>
      <p:sp>
        <p:nvSpPr>
          <p:cNvPr id="65" name="Shape 57"/>
          <p:cNvSpPr/>
          <p:nvPr/>
        </p:nvSpPr>
        <p:spPr>
          <a:xfrm>
            <a:off x="9253728" y="2148840"/>
            <a:ext cx="822960" cy="292608"/>
          </a:xfrm>
          <a:prstGeom prst="rect">
            <a:avLst/>
          </a:prstGeom>
          <a:solidFill>
            <a:srgbClr val="22201F"/>
          </a:solidFill>
          <a:ln/>
        </p:spPr>
      </p:sp>
      <p:sp>
        <p:nvSpPr>
          <p:cNvPr id="66" name="Shape 58"/>
          <p:cNvSpPr/>
          <p:nvPr/>
        </p:nvSpPr>
        <p:spPr>
          <a:xfrm>
            <a:off x="9304020" y="2199132"/>
            <a:ext cx="722376" cy="192024"/>
          </a:xfrm>
          <a:prstGeom prst="rect">
            <a:avLst/>
          </a:prstGeom>
          <a:solidFill>
            <a:srgbClr val="45C7C1"/>
          </a:solidFill>
          <a:ln/>
        </p:spPr>
      </p:sp>
      <p:sp>
        <p:nvSpPr>
          <p:cNvPr id="67" name="Shape 59"/>
          <p:cNvSpPr/>
          <p:nvPr/>
        </p:nvSpPr>
        <p:spPr>
          <a:xfrm>
            <a:off x="9253728" y="2148840"/>
            <a:ext cx="50292" cy="50292"/>
          </a:xfrm>
          <a:prstGeom prst="rect">
            <a:avLst/>
          </a:prstGeom>
          <a:solidFill>
            <a:srgbClr val="1F2A4A"/>
          </a:solidFill>
          <a:ln/>
        </p:spPr>
      </p:sp>
      <p:sp>
        <p:nvSpPr>
          <p:cNvPr id="68" name="Shape 60"/>
          <p:cNvSpPr/>
          <p:nvPr/>
        </p:nvSpPr>
        <p:spPr>
          <a:xfrm>
            <a:off x="10026396" y="2148840"/>
            <a:ext cx="50292" cy="50292"/>
          </a:xfrm>
          <a:prstGeom prst="rect">
            <a:avLst/>
          </a:prstGeom>
          <a:solidFill>
            <a:srgbClr val="1F2A4A"/>
          </a:solidFill>
          <a:ln/>
        </p:spPr>
      </p:sp>
      <p:sp>
        <p:nvSpPr>
          <p:cNvPr id="69" name="Shape 61"/>
          <p:cNvSpPr/>
          <p:nvPr/>
        </p:nvSpPr>
        <p:spPr>
          <a:xfrm>
            <a:off x="9253728" y="2391156"/>
            <a:ext cx="50292" cy="50292"/>
          </a:xfrm>
          <a:prstGeom prst="rect">
            <a:avLst/>
          </a:prstGeom>
          <a:solidFill>
            <a:srgbClr val="1F2A4A"/>
          </a:solidFill>
          <a:ln/>
        </p:spPr>
      </p:sp>
      <p:sp>
        <p:nvSpPr>
          <p:cNvPr id="70" name="Shape 62"/>
          <p:cNvSpPr/>
          <p:nvPr/>
        </p:nvSpPr>
        <p:spPr>
          <a:xfrm>
            <a:off x="10026396" y="2391156"/>
            <a:ext cx="50292" cy="50292"/>
          </a:xfrm>
          <a:prstGeom prst="rect">
            <a:avLst/>
          </a:prstGeom>
          <a:solidFill>
            <a:srgbClr val="1F2A4A"/>
          </a:solidFill>
          <a:ln/>
        </p:spPr>
      </p:sp>
      <p:sp>
        <p:nvSpPr>
          <p:cNvPr id="71" name="Text 63"/>
          <p:cNvSpPr txBox="1"/>
          <p:nvPr/>
        </p:nvSpPr>
        <p:spPr>
          <a:xfrm>
            <a:off x="925372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18:30</a:t>
            </a:r>
            <a:endParaRPr lang="ko-KR" sz="1200" dirty="0"/>
          </a:p>
        </p:txBody>
      </p:sp>
      <p:pic>
        <p:nvPicPr>
          <p:cNvPr id="72" name="Image 6" descr="preencoded.png">    </p:cNvPr>
          <p:cNvPicPr>
            <a:picLocks noChangeAspect="1"/>
          </p:cNvPicPr>
          <p:nvPr/>
        </p:nvPicPr>
        <p:blipFill>
          <a:blip r:embed="rId7"/>
          <a:stretch>
            <a:fillRect/>
          </a:stretch>
        </p:blipFill>
        <p:spPr>
          <a:xfrm>
            <a:off x="10927080" y="2121408"/>
            <a:ext cx="384048" cy="384048"/>
          </a:xfrm>
          <a:prstGeom prst="rect">
            <a:avLst/>
          </a:prstGeom>
        </p:spPr>
      </p:pic>
      <p:sp>
        <p:nvSpPr>
          <p:cNvPr id="73" name="Text 64"/>
          <p:cNvSpPr txBox="1"/>
          <p:nvPr/>
        </p:nvSpPr>
        <p:spPr>
          <a:xfrm>
            <a:off x="925372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쇼핑 앱을 열어 보니</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기다리는 택배가</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하나도 없었어요</a:t>
            </a:r>
            <a:endParaRPr lang="ko-KR" sz="1500" dirty="0"/>
          </a:p>
        </p:txBody>
      </p:sp>
      <p:sp>
        <p:nvSpPr>
          <p:cNvPr id="74" name="Shape 65"/>
          <p:cNvSpPr/>
          <p:nvPr/>
        </p:nvSpPr>
        <p:spPr>
          <a:xfrm>
            <a:off x="649224" y="4398264"/>
            <a:ext cx="11091672" cy="1234440"/>
          </a:xfrm>
          <a:prstGeom prst="rect">
            <a:avLst/>
          </a:prstGeom>
          <a:solidFill>
            <a:srgbClr val="0B0F1E"/>
          </a:solidFill>
          <a:ln/>
        </p:spPr>
      </p:sp>
      <p:sp>
        <p:nvSpPr>
          <p:cNvPr id="75" name="Shape 66"/>
          <p:cNvSpPr/>
          <p:nvPr/>
        </p:nvSpPr>
        <p:spPr>
          <a:xfrm>
            <a:off x="548640" y="4297680"/>
            <a:ext cx="11091672" cy="1234440"/>
          </a:xfrm>
          <a:prstGeom prst="rect">
            <a:avLst/>
          </a:prstGeom>
          <a:solidFill>
            <a:srgbClr val="B08E1C"/>
          </a:solidFill>
          <a:ln/>
        </p:spPr>
      </p:sp>
      <p:sp>
        <p:nvSpPr>
          <p:cNvPr id="76" name="Shape 67"/>
          <p:cNvSpPr/>
          <p:nvPr/>
        </p:nvSpPr>
        <p:spPr>
          <a:xfrm>
            <a:off x="598932" y="4347972"/>
            <a:ext cx="10991088" cy="1133856"/>
          </a:xfrm>
          <a:prstGeom prst="rect">
            <a:avLst/>
          </a:prstGeom>
          <a:solidFill>
            <a:srgbClr val="F2EBD9"/>
          </a:solidFill>
          <a:ln/>
        </p:spPr>
      </p:sp>
      <p:sp>
        <p:nvSpPr>
          <p:cNvPr id="77" name="Shape 68"/>
          <p:cNvSpPr/>
          <p:nvPr/>
        </p:nvSpPr>
        <p:spPr>
          <a:xfrm>
            <a:off x="548640" y="4297680"/>
            <a:ext cx="50292" cy="50292"/>
          </a:xfrm>
          <a:prstGeom prst="rect">
            <a:avLst/>
          </a:prstGeom>
          <a:solidFill>
            <a:srgbClr val="0F1426"/>
          </a:solidFill>
          <a:ln/>
        </p:spPr>
      </p:sp>
      <p:sp>
        <p:nvSpPr>
          <p:cNvPr id="78" name="Shape 69"/>
          <p:cNvSpPr/>
          <p:nvPr/>
        </p:nvSpPr>
        <p:spPr>
          <a:xfrm>
            <a:off x="11590020" y="4297680"/>
            <a:ext cx="50292" cy="50292"/>
          </a:xfrm>
          <a:prstGeom prst="rect">
            <a:avLst/>
          </a:prstGeom>
          <a:solidFill>
            <a:srgbClr val="0F1426"/>
          </a:solidFill>
          <a:ln/>
        </p:spPr>
      </p:sp>
      <p:sp>
        <p:nvSpPr>
          <p:cNvPr id="79" name="Shape 70"/>
          <p:cNvSpPr/>
          <p:nvPr/>
        </p:nvSpPr>
        <p:spPr>
          <a:xfrm>
            <a:off x="548640" y="5481828"/>
            <a:ext cx="50292" cy="50292"/>
          </a:xfrm>
          <a:prstGeom prst="rect">
            <a:avLst/>
          </a:prstGeom>
          <a:solidFill>
            <a:srgbClr val="0F1426"/>
          </a:solidFill>
          <a:ln/>
        </p:spPr>
      </p:sp>
      <p:sp>
        <p:nvSpPr>
          <p:cNvPr id="80" name="Shape 71"/>
          <p:cNvSpPr/>
          <p:nvPr/>
        </p:nvSpPr>
        <p:spPr>
          <a:xfrm>
            <a:off x="11590020" y="5481828"/>
            <a:ext cx="50292" cy="50292"/>
          </a:xfrm>
          <a:prstGeom prst="rect">
            <a:avLst/>
          </a:prstGeom>
          <a:solidFill>
            <a:srgbClr val="0F1426"/>
          </a:solidFill>
          <a:ln/>
        </p:spPr>
      </p:sp>
      <p:pic>
        <p:nvPicPr>
          <p:cNvPr id="81" name="Image 7" descr="preencoded.png">    </p:cNvPr>
          <p:cNvPicPr>
            <a:picLocks noChangeAspect="1"/>
          </p:cNvPicPr>
          <p:nvPr/>
        </p:nvPicPr>
        <p:blipFill>
          <a:blip r:embed="rId8"/>
          <a:stretch>
            <a:fillRect/>
          </a:stretch>
        </p:blipFill>
        <p:spPr>
          <a:xfrm>
            <a:off x="822960" y="4572000"/>
            <a:ext cx="548640" cy="548640"/>
          </a:xfrm>
          <a:prstGeom prst="rect">
            <a:avLst/>
          </a:prstGeom>
        </p:spPr>
      </p:pic>
      <p:sp>
        <p:nvSpPr>
          <p:cNvPr id="82" name="Text 72"/>
          <p:cNvSpPr txBox="1"/>
          <p:nvPr/>
        </p:nvSpPr>
        <p:spPr>
          <a:xfrm>
            <a:off x="1600200" y="4453128"/>
            <a:ext cx="9875520" cy="914400"/>
          </a:xfrm>
          <a:prstGeom prst="rect">
            <a:avLst/>
          </a:prstGeom>
          <a:noFill/>
          <a:ln/>
        </p:spPr>
        <p:txBody>
          <a:bodyPr wrap="square" lIns="0" tIns="0" rIns="0" bIns="0" rtlCol="0" anchor="ctr"/>
          <a:lstStyle/>
          <a:p>
            <a:pPr indent="0" marL="0">
              <a:lnSpc>
                <a:spcPct val="120000"/>
              </a:lnSpc>
              <a:buNone/>
            </a:pPr>
            <a:r>
              <a:rPr lang="ko-KR" altLang="en-US" sz="1550" dirty="0">
                <a:solidFill>
                  <a:srgbClr val="22201F"/>
                </a:solidFill>
                <a:latin typeface="맑은 고딕" pitchFamily="34" charset="0"/>
                <a:ea typeface="맑은 고딕" pitchFamily="34" charset="-122"/>
                <a:cs typeface="맑은 고딕" pitchFamily="34" charset="-120"/>
              </a:rPr>
              <a:t>링크 주소는 택배 회사의 공식 주소와 달랐고, 주문 내역에도 기다리는 택배가 없었어요.</a:t>
            </a:r>
            <a:endParaRPr lang="ko-KR" sz="1550" dirty="0"/>
          </a:p>
          <a:p>
            <a:pPr indent="0" marL="0">
              <a:lnSpc>
                <a:spcPct val="120000"/>
              </a:lnSpc>
              <a:buNone/>
            </a:pPr>
            <a:r>
              <a:rPr lang="ko-KR" altLang="en-US" sz="1550" b="1" dirty="0">
                <a:solidFill>
                  <a:srgbClr val="8E2B25"/>
                </a:solidFill>
                <a:latin typeface="맑은 고딕" pitchFamily="34" charset="0"/>
                <a:ea typeface="맑은 고딕" pitchFamily="34" charset="-122"/>
                <a:cs typeface="맑은 고딕" pitchFamily="34" charset="-120"/>
              </a:rPr>
              <a:t>→ 두 가지만 비교했어도 알아챌 수 있었는데, 이런 '비교하는 습관'을 연습할 곳이 없어요!</a:t>
            </a:r>
            <a:endParaRPr lang="ko-KR" sz="1550" dirty="0"/>
          </a:p>
        </p:txBody>
      </p:sp>
      <p:sp>
        <p:nvSpPr>
          <p:cNvPr id="83" name="Text 73"/>
          <p:cNvSpPr txBox="1"/>
          <p:nvPr/>
        </p:nvSpPr>
        <p:spPr>
          <a:xfrm>
            <a:off x="548640" y="5760720"/>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인물과 상황은 설명을 위한 가상 예시입니다. 이 장면은 게임의 첫 사건(가짜 택배 문자)으로 그대로 들어가요.</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누가, 어떻게 쓰나요?</a:t>
            </a:r>
            <a:endParaRPr lang="en-US" sz="2800" dirty="0"/>
          </a:p>
        </p:txBody>
      </p:sp>
      <p:sp>
        <p:nvSpPr>
          <p:cNvPr id="10" name="Shape 8"/>
          <p:cNvSpPr/>
          <p:nvPr/>
        </p:nvSpPr>
        <p:spPr>
          <a:xfrm>
            <a:off x="548640" y="1572768"/>
            <a:ext cx="3575304" cy="2743200"/>
          </a:xfrm>
          <a:prstGeom prst="rect">
            <a:avLst/>
          </a:prstGeom>
          <a:solidFill>
            <a:srgbClr val="3A4E7A"/>
          </a:solidFill>
          <a:ln/>
        </p:spPr>
      </p:sp>
      <p:sp>
        <p:nvSpPr>
          <p:cNvPr id="11" name="Shape 9"/>
          <p:cNvSpPr/>
          <p:nvPr/>
        </p:nvSpPr>
        <p:spPr>
          <a:xfrm>
            <a:off x="598932" y="1623060"/>
            <a:ext cx="3474720" cy="2642616"/>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4073652" y="1572768"/>
            <a:ext cx="50292" cy="50292"/>
          </a:xfrm>
          <a:prstGeom prst="rect">
            <a:avLst/>
          </a:prstGeom>
          <a:solidFill>
            <a:srgbClr val="0F1426"/>
          </a:solidFill>
          <a:ln/>
        </p:spPr>
      </p:sp>
      <p:sp>
        <p:nvSpPr>
          <p:cNvPr id="14" name="Shape 12"/>
          <p:cNvSpPr/>
          <p:nvPr/>
        </p:nvSpPr>
        <p:spPr>
          <a:xfrm>
            <a:off x="548640" y="4265676"/>
            <a:ext cx="50292" cy="50292"/>
          </a:xfrm>
          <a:prstGeom prst="rect">
            <a:avLst/>
          </a:prstGeom>
          <a:solidFill>
            <a:srgbClr val="0F1426"/>
          </a:solidFill>
          <a:ln/>
        </p:spPr>
      </p:sp>
      <p:sp>
        <p:nvSpPr>
          <p:cNvPr id="15" name="Shape 13"/>
          <p:cNvSpPr/>
          <p:nvPr/>
        </p:nvSpPr>
        <p:spPr>
          <a:xfrm>
            <a:off x="4073652" y="4265676"/>
            <a:ext cx="50292" cy="50292"/>
          </a:xfrm>
          <a:prstGeom prst="rect">
            <a:avLst/>
          </a:prstGeom>
          <a:solidFill>
            <a:srgbClr val="0F1426"/>
          </a:solidFill>
          <a:ln/>
        </p:spPr>
      </p:sp>
      <p:sp>
        <p:nvSpPr>
          <p:cNvPr id="16" name="Shape 14"/>
          <p:cNvSpPr/>
          <p:nvPr/>
        </p:nvSpPr>
        <p:spPr>
          <a:xfrm>
            <a:off x="804672" y="1783080"/>
            <a:ext cx="548640" cy="548640"/>
          </a:xfrm>
          <a:prstGeom prst="rect">
            <a:avLst/>
          </a:prstGeom>
          <a:solidFill>
            <a:srgbClr val="22201F"/>
          </a:solidFill>
          <a:ln/>
        </p:spPr>
      </p:sp>
      <p:sp>
        <p:nvSpPr>
          <p:cNvPr id="17" name="Shape 15"/>
          <p:cNvSpPr/>
          <p:nvPr/>
        </p:nvSpPr>
        <p:spPr>
          <a:xfrm>
            <a:off x="854964" y="1833372"/>
            <a:ext cx="448056" cy="448056"/>
          </a:xfrm>
          <a:prstGeom prst="rect">
            <a:avLst/>
          </a:prstGeom>
          <a:solidFill>
            <a:srgbClr val="45C7C1"/>
          </a:solidFill>
          <a:ln/>
        </p:spPr>
      </p:sp>
      <p:sp>
        <p:nvSpPr>
          <p:cNvPr id="18" name="Shape 16"/>
          <p:cNvSpPr/>
          <p:nvPr/>
        </p:nvSpPr>
        <p:spPr>
          <a:xfrm>
            <a:off x="804672" y="1783080"/>
            <a:ext cx="50292" cy="50292"/>
          </a:xfrm>
          <a:prstGeom prst="rect">
            <a:avLst/>
          </a:prstGeom>
          <a:solidFill>
            <a:srgbClr val="1F2A4A"/>
          </a:solidFill>
          <a:ln/>
        </p:spPr>
      </p:sp>
      <p:sp>
        <p:nvSpPr>
          <p:cNvPr id="19" name="Shape 17"/>
          <p:cNvSpPr/>
          <p:nvPr/>
        </p:nvSpPr>
        <p:spPr>
          <a:xfrm>
            <a:off x="1303020" y="1783080"/>
            <a:ext cx="50292" cy="50292"/>
          </a:xfrm>
          <a:prstGeom prst="rect">
            <a:avLst/>
          </a:prstGeom>
          <a:solidFill>
            <a:srgbClr val="1F2A4A"/>
          </a:solidFill>
          <a:ln/>
        </p:spPr>
      </p:sp>
      <p:sp>
        <p:nvSpPr>
          <p:cNvPr id="20" name="Shape 18"/>
          <p:cNvSpPr/>
          <p:nvPr/>
        </p:nvSpPr>
        <p:spPr>
          <a:xfrm>
            <a:off x="804672" y="2281428"/>
            <a:ext cx="50292" cy="50292"/>
          </a:xfrm>
          <a:prstGeom prst="rect">
            <a:avLst/>
          </a:prstGeom>
          <a:solidFill>
            <a:srgbClr val="1F2A4A"/>
          </a:solidFill>
          <a:ln/>
        </p:spPr>
      </p:sp>
      <p:sp>
        <p:nvSpPr>
          <p:cNvPr id="21" name="Shape 19"/>
          <p:cNvSpPr/>
          <p:nvPr/>
        </p:nvSpPr>
        <p:spPr>
          <a:xfrm>
            <a:off x="1303020" y="2281428"/>
            <a:ext cx="50292" cy="50292"/>
          </a:xfrm>
          <a:prstGeom prst="rect">
            <a:avLst/>
          </a:prstGeom>
          <a:solidFill>
            <a:srgbClr val="1F2A4A"/>
          </a:solidFill>
          <a:ln/>
        </p:spPr>
      </p:sp>
      <p:pic>
        <p:nvPicPr>
          <p:cNvPr id="22" name="Image 0" descr="preencoded.png">    </p:cNvPr>
          <p:cNvPicPr>
            <a:picLocks noChangeAspect="1"/>
          </p:cNvPicPr>
          <p:nvPr/>
        </p:nvPicPr>
        <p:blipFill>
          <a:blip r:embed="rId1"/>
          <a:stretch>
            <a:fillRect/>
          </a:stretch>
        </p:blipFill>
        <p:spPr>
          <a:xfrm>
            <a:off x="925373" y="1903781"/>
            <a:ext cx="307238" cy="307238"/>
          </a:xfrm>
          <a:prstGeom prst="rect">
            <a:avLst/>
          </a:prstGeom>
        </p:spPr>
      </p:pic>
      <p:sp>
        <p:nvSpPr>
          <p:cNvPr id="23" name="Shape 20"/>
          <p:cNvSpPr/>
          <p:nvPr/>
        </p:nvSpPr>
        <p:spPr>
          <a:xfrm>
            <a:off x="1508760" y="1901952"/>
            <a:ext cx="1600200" cy="310896"/>
          </a:xfrm>
          <a:prstGeom prst="rect">
            <a:avLst/>
          </a:prstGeom>
          <a:solidFill>
            <a:srgbClr val="22201F"/>
          </a:solidFill>
          <a:ln/>
        </p:spPr>
      </p:sp>
      <p:sp>
        <p:nvSpPr>
          <p:cNvPr id="24" name="Shape 21"/>
          <p:cNvSpPr/>
          <p:nvPr/>
        </p:nvSpPr>
        <p:spPr>
          <a:xfrm>
            <a:off x="1559052" y="1952244"/>
            <a:ext cx="1499616" cy="210312"/>
          </a:xfrm>
          <a:prstGeom prst="rect">
            <a:avLst/>
          </a:prstGeom>
          <a:solidFill>
            <a:srgbClr val="45C7C1"/>
          </a:solidFill>
          <a:ln/>
        </p:spPr>
      </p:sp>
      <p:sp>
        <p:nvSpPr>
          <p:cNvPr id="25" name="Shape 22"/>
          <p:cNvSpPr/>
          <p:nvPr/>
        </p:nvSpPr>
        <p:spPr>
          <a:xfrm>
            <a:off x="1508760" y="1901952"/>
            <a:ext cx="50292" cy="50292"/>
          </a:xfrm>
          <a:prstGeom prst="rect">
            <a:avLst/>
          </a:prstGeom>
          <a:solidFill>
            <a:srgbClr val="1F2A4A"/>
          </a:solidFill>
          <a:ln/>
        </p:spPr>
      </p:sp>
      <p:sp>
        <p:nvSpPr>
          <p:cNvPr id="26" name="Shape 23"/>
          <p:cNvSpPr/>
          <p:nvPr/>
        </p:nvSpPr>
        <p:spPr>
          <a:xfrm>
            <a:off x="3058668" y="1901952"/>
            <a:ext cx="50292" cy="50292"/>
          </a:xfrm>
          <a:prstGeom prst="rect">
            <a:avLst/>
          </a:prstGeom>
          <a:solidFill>
            <a:srgbClr val="1F2A4A"/>
          </a:solidFill>
          <a:ln/>
        </p:spPr>
      </p:sp>
      <p:sp>
        <p:nvSpPr>
          <p:cNvPr id="27" name="Shape 24"/>
          <p:cNvSpPr/>
          <p:nvPr/>
        </p:nvSpPr>
        <p:spPr>
          <a:xfrm>
            <a:off x="1508760" y="2162556"/>
            <a:ext cx="50292" cy="50292"/>
          </a:xfrm>
          <a:prstGeom prst="rect">
            <a:avLst/>
          </a:prstGeom>
          <a:solidFill>
            <a:srgbClr val="1F2A4A"/>
          </a:solidFill>
          <a:ln/>
        </p:spPr>
      </p:sp>
      <p:sp>
        <p:nvSpPr>
          <p:cNvPr id="28" name="Shape 25"/>
          <p:cNvSpPr/>
          <p:nvPr/>
        </p:nvSpPr>
        <p:spPr>
          <a:xfrm>
            <a:off x="3058668" y="2162556"/>
            <a:ext cx="50292" cy="50292"/>
          </a:xfrm>
          <a:prstGeom prst="rect">
            <a:avLst/>
          </a:prstGeom>
          <a:solidFill>
            <a:srgbClr val="1F2A4A"/>
          </a:solidFill>
          <a:ln/>
        </p:spPr>
      </p:sp>
      <p:sp>
        <p:nvSpPr>
          <p:cNvPr id="29" name="Text 26"/>
          <p:cNvSpPr txBox="1"/>
          <p:nvPr/>
        </p:nvSpPr>
        <p:spPr>
          <a:xfrm>
            <a:off x="1508760"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어린이·청소년</a:t>
            </a:r>
            <a:endParaRPr lang="ko-KR" sz="1200" dirty="0"/>
          </a:p>
        </p:txBody>
      </p:sp>
      <p:sp>
        <p:nvSpPr>
          <p:cNvPr id="30" name="Shape 27"/>
          <p:cNvSpPr/>
          <p:nvPr/>
        </p:nvSpPr>
        <p:spPr>
          <a:xfrm>
            <a:off x="804672" y="2514600"/>
            <a:ext cx="3063240" cy="914400"/>
          </a:xfrm>
          <a:prstGeom prst="rect">
            <a:avLst/>
          </a:prstGeom>
          <a:solidFill>
            <a:srgbClr val="E3D7BC"/>
          </a:solidFill>
          <a:ln/>
        </p:spPr>
      </p:sp>
      <p:sp>
        <p:nvSpPr>
          <p:cNvPr id="31" name="Shape 28"/>
          <p:cNvSpPr/>
          <p:nvPr/>
        </p:nvSpPr>
        <p:spPr>
          <a:xfrm>
            <a:off x="854964" y="2564892"/>
            <a:ext cx="2962656" cy="813816"/>
          </a:xfrm>
          <a:prstGeom prst="rect">
            <a:avLst/>
          </a:prstGeom>
          <a:solidFill>
            <a:srgbClr val="F2EBD9"/>
          </a:solidFill>
          <a:ln/>
        </p:spPr>
      </p:sp>
      <p:sp>
        <p:nvSpPr>
          <p:cNvPr id="32" name="Shape 29"/>
          <p:cNvSpPr/>
          <p:nvPr/>
        </p:nvSpPr>
        <p:spPr>
          <a:xfrm>
            <a:off x="804672" y="2514600"/>
            <a:ext cx="50292" cy="50292"/>
          </a:xfrm>
          <a:prstGeom prst="rect">
            <a:avLst/>
          </a:prstGeom>
          <a:solidFill>
            <a:srgbClr val="1F2A4A"/>
          </a:solidFill>
          <a:ln/>
        </p:spPr>
      </p:sp>
      <p:sp>
        <p:nvSpPr>
          <p:cNvPr id="33" name="Shape 30"/>
          <p:cNvSpPr/>
          <p:nvPr/>
        </p:nvSpPr>
        <p:spPr>
          <a:xfrm>
            <a:off x="3817620" y="2514600"/>
            <a:ext cx="50292" cy="50292"/>
          </a:xfrm>
          <a:prstGeom prst="rect">
            <a:avLst/>
          </a:prstGeom>
          <a:solidFill>
            <a:srgbClr val="1F2A4A"/>
          </a:solidFill>
          <a:ln/>
        </p:spPr>
      </p:sp>
      <p:sp>
        <p:nvSpPr>
          <p:cNvPr id="34" name="Shape 31"/>
          <p:cNvSpPr/>
          <p:nvPr/>
        </p:nvSpPr>
        <p:spPr>
          <a:xfrm>
            <a:off x="804672" y="3378708"/>
            <a:ext cx="50292" cy="50292"/>
          </a:xfrm>
          <a:prstGeom prst="rect">
            <a:avLst/>
          </a:prstGeom>
          <a:solidFill>
            <a:srgbClr val="1F2A4A"/>
          </a:solidFill>
          <a:ln/>
        </p:spPr>
      </p:sp>
      <p:sp>
        <p:nvSpPr>
          <p:cNvPr id="35" name="Shape 32"/>
          <p:cNvSpPr/>
          <p:nvPr/>
        </p:nvSpPr>
        <p:spPr>
          <a:xfrm>
            <a:off x="3817620" y="3378708"/>
            <a:ext cx="50292" cy="50292"/>
          </a:xfrm>
          <a:prstGeom prst="rect">
            <a:avLst/>
          </a:prstGeom>
          <a:solidFill>
            <a:srgbClr val="1F2A4A"/>
          </a:solidFill>
          <a:ln/>
        </p:spPr>
      </p:sp>
      <p:sp>
        <p:nvSpPr>
          <p:cNvPr id="36" name="Text 33"/>
          <p:cNvSpPr txBox="1"/>
          <p:nvPr/>
        </p:nvSpPr>
        <p:spPr>
          <a:xfrm>
            <a:off x="960120"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“친구가 보낸 링크,</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그냥 눌러도 될까?”</a:t>
            </a:r>
            <a:endParaRPr lang="ko-KR" sz="1400" dirty="0"/>
          </a:p>
        </p:txBody>
      </p:sp>
      <p:sp>
        <p:nvSpPr>
          <p:cNvPr id="37" name="Text 34"/>
          <p:cNvSpPr txBox="1"/>
          <p:nvPr/>
        </p:nvSpPr>
        <p:spPr>
          <a:xfrm>
            <a:off x="804672"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지민(13세)</a:t>
            </a:r>
            <a:endParaRPr lang="ko-KR" sz="1100" dirty="0"/>
          </a:p>
        </p:txBody>
      </p:sp>
      <p:sp>
        <p:nvSpPr>
          <p:cNvPr id="38" name="Text 35"/>
          <p:cNvSpPr txBox="1"/>
          <p:nvPr/>
        </p:nvSpPr>
        <p:spPr>
          <a:xfrm>
            <a:off x="804672"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짧은 사건 풀기 → 별·등급으로 성장</a:t>
            </a:r>
            <a:endParaRPr lang="ko-KR" sz="1300" dirty="0"/>
          </a:p>
        </p:txBody>
      </p:sp>
      <p:sp>
        <p:nvSpPr>
          <p:cNvPr id="39" name="Shape 36"/>
          <p:cNvSpPr/>
          <p:nvPr/>
        </p:nvSpPr>
        <p:spPr>
          <a:xfrm>
            <a:off x="4306824" y="1572768"/>
            <a:ext cx="3575304" cy="2743200"/>
          </a:xfrm>
          <a:prstGeom prst="rect">
            <a:avLst/>
          </a:prstGeom>
          <a:solidFill>
            <a:srgbClr val="3A4E7A"/>
          </a:solidFill>
          <a:ln/>
        </p:spPr>
      </p:sp>
      <p:sp>
        <p:nvSpPr>
          <p:cNvPr id="40" name="Shape 37"/>
          <p:cNvSpPr/>
          <p:nvPr/>
        </p:nvSpPr>
        <p:spPr>
          <a:xfrm>
            <a:off x="4357116" y="1623060"/>
            <a:ext cx="3474720" cy="2642616"/>
          </a:xfrm>
          <a:prstGeom prst="rect">
            <a:avLst/>
          </a:prstGeom>
          <a:solidFill>
            <a:srgbClr val="1F2A4A"/>
          </a:solidFill>
          <a:ln/>
        </p:spPr>
      </p:sp>
      <p:sp>
        <p:nvSpPr>
          <p:cNvPr id="41" name="Shape 38"/>
          <p:cNvSpPr/>
          <p:nvPr/>
        </p:nvSpPr>
        <p:spPr>
          <a:xfrm>
            <a:off x="4306824" y="1572768"/>
            <a:ext cx="50292" cy="50292"/>
          </a:xfrm>
          <a:prstGeom prst="rect">
            <a:avLst/>
          </a:prstGeom>
          <a:solidFill>
            <a:srgbClr val="0F1426"/>
          </a:solidFill>
          <a:ln/>
        </p:spPr>
      </p:sp>
      <p:sp>
        <p:nvSpPr>
          <p:cNvPr id="42" name="Shape 39"/>
          <p:cNvSpPr/>
          <p:nvPr/>
        </p:nvSpPr>
        <p:spPr>
          <a:xfrm>
            <a:off x="7831836" y="1572768"/>
            <a:ext cx="50292" cy="50292"/>
          </a:xfrm>
          <a:prstGeom prst="rect">
            <a:avLst/>
          </a:prstGeom>
          <a:solidFill>
            <a:srgbClr val="0F1426"/>
          </a:solidFill>
          <a:ln/>
        </p:spPr>
      </p:sp>
      <p:sp>
        <p:nvSpPr>
          <p:cNvPr id="43" name="Shape 40"/>
          <p:cNvSpPr/>
          <p:nvPr/>
        </p:nvSpPr>
        <p:spPr>
          <a:xfrm>
            <a:off x="4306824" y="4265676"/>
            <a:ext cx="50292" cy="50292"/>
          </a:xfrm>
          <a:prstGeom prst="rect">
            <a:avLst/>
          </a:prstGeom>
          <a:solidFill>
            <a:srgbClr val="0F1426"/>
          </a:solidFill>
          <a:ln/>
        </p:spPr>
      </p:sp>
      <p:sp>
        <p:nvSpPr>
          <p:cNvPr id="44" name="Shape 41"/>
          <p:cNvSpPr/>
          <p:nvPr/>
        </p:nvSpPr>
        <p:spPr>
          <a:xfrm>
            <a:off x="7831836" y="4265676"/>
            <a:ext cx="50292" cy="50292"/>
          </a:xfrm>
          <a:prstGeom prst="rect">
            <a:avLst/>
          </a:prstGeom>
          <a:solidFill>
            <a:srgbClr val="0F1426"/>
          </a:solidFill>
          <a:ln/>
        </p:spPr>
      </p:sp>
      <p:sp>
        <p:nvSpPr>
          <p:cNvPr id="45" name="Shape 42"/>
          <p:cNvSpPr/>
          <p:nvPr/>
        </p:nvSpPr>
        <p:spPr>
          <a:xfrm>
            <a:off x="4562856" y="1783080"/>
            <a:ext cx="548640" cy="548640"/>
          </a:xfrm>
          <a:prstGeom prst="rect">
            <a:avLst/>
          </a:prstGeom>
          <a:solidFill>
            <a:srgbClr val="22201F"/>
          </a:solidFill>
          <a:ln/>
        </p:spPr>
      </p:sp>
      <p:sp>
        <p:nvSpPr>
          <p:cNvPr id="46" name="Shape 43"/>
          <p:cNvSpPr/>
          <p:nvPr/>
        </p:nvSpPr>
        <p:spPr>
          <a:xfrm>
            <a:off x="4613148" y="1833372"/>
            <a:ext cx="448056" cy="448056"/>
          </a:xfrm>
          <a:prstGeom prst="rect">
            <a:avLst/>
          </a:prstGeom>
          <a:solidFill>
            <a:srgbClr val="F7D84A"/>
          </a:solidFill>
          <a:ln/>
        </p:spPr>
      </p:sp>
      <p:sp>
        <p:nvSpPr>
          <p:cNvPr id="47" name="Shape 44"/>
          <p:cNvSpPr/>
          <p:nvPr/>
        </p:nvSpPr>
        <p:spPr>
          <a:xfrm>
            <a:off x="4562856" y="1783080"/>
            <a:ext cx="50292" cy="50292"/>
          </a:xfrm>
          <a:prstGeom prst="rect">
            <a:avLst/>
          </a:prstGeom>
          <a:solidFill>
            <a:srgbClr val="1F2A4A"/>
          </a:solidFill>
          <a:ln/>
        </p:spPr>
      </p:sp>
      <p:sp>
        <p:nvSpPr>
          <p:cNvPr id="48" name="Shape 45"/>
          <p:cNvSpPr/>
          <p:nvPr/>
        </p:nvSpPr>
        <p:spPr>
          <a:xfrm>
            <a:off x="5061204" y="1783080"/>
            <a:ext cx="50292" cy="50292"/>
          </a:xfrm>
          <a:prstGeom prst="rect">
            <a:avLst/>
          </a:prstGeom>
          <a:solidFill>
            <a:srgbClr val="1F2A4A"/>
          </a:solidFill>
          <a:ln/>
        </p:spPr>
      </p:sp>
      <p:sp>
        <p:nvSpPr>
          <p:cNvPr id="49" name="Shape 46"/>
          <p:cNvSpPr/>
          <p:nvPr/>
        </p:nvSpPr>
        <p:spPr>
          <a:xfrm>
            <a:off x="4562856" y="2281428"/>
            <a:ext cx="50292" cy="50292"/>
          </a:xfrm>
          <a:prstGeom prst="rect">
            <a:avLst/>
          </a:prstGeom>
          <a:solidFill>
            <a:srgbClr val="1F2A4A"/>
          </a:solidFill>
          <a:ln/>
        </p:spPr>
      </p:sp>
      <p:sp>
        <p:nvSpPr>
          <p:cNvPr id="50" name="Shape 47"/>
          <p:cNvSpPr/>
          <p:nvPr/>
        </p:nvSpPr>
        <p:spPr>
          <a:xfrm>
            <a:off x="5061204" y="2281428"/>
            <a:ext cx="50292" cy="50292"/>
          </a:xfrm>
          <a:prstGeom prst="rect">
            <a:avLst/>
          </a:prstGeom>
          <a:solidFill>
            <a:srgbClr val="1F2A4A"/>
          </a:solidFill>
          <a:ln/>
        </p:spPr>
      </p:sp>
      <p:pic>
        <p:nvPicPr>
          <p:cNvPr id="51" name="Image 1" descr="preencoded.png">    </p:cNvPr>
          <p:cNvPicPr>
            <a:picLocks noChangeAspect="1"/>
          </p:cNvPicPr>
          <p:nvPr/>
        </p:nvPicPr>
        <p:blipFill>
          <a:blip r:embed="rId2"/>
          <a:stretch>
            <a:fillRect/>
          </a:stretch>
        </p:blipFill>
        <p:spPr>
          <a:xfrm>
            <a:off x="4683557" y="1903781"/>
            <a:ext cx="307238" cy="307238"/>
          </a:xfrm>
          <a:prstGeom prst="rect">
            <a:avLst/>
          </a:prstGeom>
        </p:spPr>
      </p:pic>
      <p:sp>
        <p:nvSpPr>
          <p:cNvPr id="52" name="Shape 48"/>
          <p:cNvSpPr/>
          <p:nvPr/>
        </p:nvSpPr>
        <p:spPr>
          <a:xfrm>
            <a:off x="5266944" y="1901952"/>
            <a:ext cx="1600200" cy="310896"/>
          </a:xfrm>
          <a:prstGeom prst="rect">
            <a:avLst/>
          </a:prstGeom>
          <a:solidFill>
            <a:srgbClr val="22201F"/>
          </a:solidFill>
          <a:ln/>
        </p:spPr>
      </p:sp>
      <p:sp>
        <p:nvSpPr>
          <p:cNvPr id="53" name="Shape 49"/>
          <p:cNvSpPr/>
          <p:nvPr/>
        </p:nvSpPr>
        <p:spPr>
          <a:xfrm>
            <a:off x="5317236" y="1952244"/>
            <a:ext cx="1499616" cy="210312"/>
          </a:xfrm>
          <a:prstGeom prst="rect">
            <a:avLst/>
          </a:prstGeom>
          <a:solidFill>
            <a:srgbClr val="F7D84A"/>
          </a:solidFill>
          <a:ln/>
        </p:spPr>
      </p:sp>
      <p:sp>
        <p:nvSpPr>
          <p:cNvPr id="54" name="Shape 50"/>
          <p:cNvSpPr/>
          <p:nvPr/>
        </p:nvSpPr>
        <p:spPr>
          <a:xfrm>
            <a:off x="5266944" y="1901952"/>
            <a:ext cx="50292" cy="50292"/>
          </a:xfrm>
          <a:prstGeom prst="rect">
            <a:avLst/>
          </a:prstGeom>
          <a:solidFill>
            <a:srgbClr val="1F2A4A"/>
          </a:solidFill>
          <a:ln/>
        </p:spPr>
      </p:sp>
      <p:sp>
        <p:nvSpPr>
          <p:cNvPr id="55" name="Shape 51"/>
          <p:cNvSpPr/>
          <p:nvPr/>
        </p:nvSpPr>
        <p:spPr>
          <a:xfrm>
            <a:off x="6816852" y="1901952"/>
            <a:ext cx="50292" cy="50292"/>
          </a:xfrm>
          <a:prstGeom prst="rect">
            <a:avLst/>
          </a:prstGeom>
          <a:solidFill>
            <a:srgbClr val="1F2A4A"/>
          </a:solidFill>
          <a:ln/>
        </p:spPr>
      </p:sp>
      <p:sp>
        <p:nvSpPr>
          <p:cNvPr id="56" name="Shape 52"/>
          <p:cNvSpPr/>
          <p:nvPr/>
        </p:nvSpPr>
        <p:spPr>
          <a:xfrm>
            <a:off x="5266944" y="2162556"/>
            <a:ext cx="50292" cy="50292"/>
          </a:xfrm>
          <a:prstGeom prst="rect">
            <a:avLst/>
          </a:prstGeom>
          <a:solidFill>
            <a:srgbClr val="1F2A4A"/>
          </a:solidFill>
          <a:ln/>
        </p:spPr>
      </p:sp>
      <p:sp>
        <p:nvSpPr>
          <p:cNvPr id="57" name="Shape 53"/>
          <p:cNvSpPr/>
          <p:nvPr/>
        </p:nvSpPr>
        <p:spPr>
          <a:xfrm>
            <a:off x="6816852" y="2162556"/>
            <a:ext cx="50292" cy="50292"/>
          </a:xfrm>
          <a:prstGeom prst="rect">
            <a:avLst/>
          </a:prstGeom>
          <a:solidFill>
            <a:srgbClr val="1F2A4A"/>
          </a:solidFill>
          <a:ln/>
        </p:spPr>
      </p:sp>
      <p:sp>
        <p:nvSpPr>
          <p:cNvPr id="58" name="Text 54"/>
          <p:cNvSpPr txBox="1"/>
          <p:nvPr/>
        </p:nvSpPr>
        <p:spPr>
          <a:xfrm>
            <a:off x="5266944"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어른·어르신</a:t>
            </a:r>
            <a:endParaRPr lang="ko-KR" sz="1200" dirty="0"/>
          </a:p>
        </p:txBody>
      </p:sp>
      <p:sp>
        <p:nvSpPr>
          <p:cNvPr id="59" name="Shape 55"/>
          <p:cNvSpPr/>
          <p:nvPr/>
        </p:nvSpPr>
        <p:spPr>
          <a:xfrm>
            <a:off x="4562856" y="2514600"/>
            <a:ext cx="3063240" cy="914400"/>
          </a:xfrm>
          <a:prstGeom prst="rect">
            <a:avLst/>
          </a:prstGeom>
          <a:solidFill>
            <a:srgbClr val="E3D7BC"/>
          </a:solidFill>
          <a:ln/>
        </p:spPr>
      </p:sp>
      <p:sp>
        <p:nvSpPr>
          <p:cNvPr id="60" name="Shape 56"/>
          <p:cNvSpPr/>
          <p:nvPr/>
        </p:nvSpPr>
        <p:spPr>
          <a:xfrm>
            <a:off x="4613148" y="2564892"/>
            <a:ext cx="2962656" cy="813816"/>
          </a:xfrm>
          <a:prstGeom prst="rect">
            <a:avLst/>
          </a:prstGeom>
          <a:solidFill>
            <a:srgbClr val="F2EBD9"/>
          </a:solidFill>
          <a:ln/>
        </p:spPr>
      </p:sp>
      <p:sp>
        <p:nvSpPr>
          <p:cNvPr id="61" name="Shape 57"/>
          <p:cNvSpPr/>
          <p:nvPr/>
        </p:nvSpPr>
        <p:spPr>
          <a:xfrm>
            <a:off x="4562856" y="2514600"/>
            <a:ext cx="50292" cy="50292"/>
          </a:xfrm>
          <a:prstGeom prst="rect">
            <a:avLst/>
          </a:prstGeom>
          <a:solidFill>
            <a:srgbClr val="1F2A4A"/>
          </a:solidFill>
          <a:ln/>
        </p:spPr>
      </p:sp>
      <p:sp>
        <p:nvSpPr>
          <p:cNvPr id="62" name="Shape 58"/>
          <p:cNvSpPr/>
          <p:nvPr/>
        </p:nvSpPr>
        <p:spPr>
          <a:xfrm>
            <a:off x="7575804" y="2514600"/>
            <a:ext cx="50292" cy="50292"/>
          </a:xfrm>
          <a:prstGeom prst="rect">
            <a:avLst/>
          </a:prstGeom>
          <a:solidFill>
            <a:srgbClr val="1F2A4A"/>
          </a:solidFill>
          <a:ln/>
        </p:spPr>
      </p:sp>
      <p:sp>
        <p:nvSpPr>
          <p:cNvPr id="63" name="Shape 59"/>
          <p:cNvSpPr/>
          <p:nvPr/>
        </p:nvSpPr>
        <p:spPr>
          <a:xfrm>
            <a:off x="4562856" y="3378708"/>
            <a:ext cx="50292" cy="50292"/>
          </a:xfrm>
          <a:prstGeom prst="rect">
            <a:avLst/>
          </a:prstGeom>
          <a:solidFill>
            <a:srgbClr val="1F2A4A"/>
          </a:solidFill>
          <a:ln/>
        </p:spPr>
      </p:sp>
      <p:sp>
        <p:nvSpPr>
          <p:cNvPr id="64" name="Shape 60"/>
          <p:cNvSpPr/>
          <p:nvPr/>
        </p:nvSpPr>
        <p:spPr>
          <a:xfrm>
            <a:off x="7575804" y="3378708"/>
            <a:ext cx="50292" cy="50292"/>
          </a:xfrm>
          <a:prstGeom prst="rect">
            <a:avLst/>
          </a:prstGeom>
          <a:solidFill>
            <a:srgbClr val="1F2A4A"/>
          </a:solidFill>
          <a:ln/>
        </p:spPr>
      </p:sp>
      <p:sp>
        <p:nvSpPr>
          <p:cNvPr id="65" name="Text 61"/>
          <p:cNvSpPr txBox="1"/>
          <p:nvPr/>
        </p:nvSpPr>
        <p:spPr>
          <a:xfrm>
            <a:off x="4718304"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“손주라는 메시지,</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어떻게 확인하지?”</a:t>
            </a:r>
            <a:endParaRPr lang="ko-KR" sz="1400" dirty="0"/>
          </a:p>
        </p:txBody>
      </p:sp>
      <p:sp>
        <p:nvSpPr>
          <p:cNvPr id="66" name="Text 62"/>
          <p:cNvSpPr txBox="1"/>
          <p:nvPr/>
        </p:nvSpPr>
        <p:spPr>
          <a:xfrm>
            <a:off x="4562856"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박영순(68세)</a:t>
            </a:r>
            <a:endParaRPr lang="ko-KR" sz="1100" dirty="0"/>
          </a:p>
        </p:txBody>
      </p:sp>
      <p:sp>
        <p:nvSpPr>
          <p:cNvPr id="67" name="Text 63"/>
          <p:cNvSpPr txBox="1"/>
          <p:nvPr/>
        </p:nvSpPr>
        <p:spPr>
          <a:xfrm>
            <a:off x="4562856"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큰 글자·차근차근 모드로 손주와 함께</a:t>
            </a:r>
            <a:endParaRPr lang="ko-KR" sz="1300" dirty="0"/>
          </a:p>
        </p:txBody>
      </p:sp>
      <p:sp>
        <p:nvSpPr>
          <p:cNvPr id="68" name="Shape 64"/>
          <p:cNvSpPr/>
          <p:nvPr/>
        </p:nvSpPr>
        <p:spPr>
          <a:xfrm>
            <a:off x="8065008" y="1572768"/>
            <a:ext cx="3575304" cy="2743200"/>
          </a:xfrm>
          <a:prstGeom prst="rect">
            <a:avLst/>
          </a:prstGeom>
          <a:solidFill>
            <a:srgbClr val="3A4E7A"/>
          </a:solidFill>
          <a:ln/>
        </p:spPr>
      </p:sp>
      <p:sp>
        <p:nvSpPr>
          <p:cNvPr id="69" name="Shape 65"/>
          <p:cNvSpPr/>
          <p:nvPr/>
        </p:nvSpPr>
        <p:spPr>
          <a:xfrm>
            <a:off x="8115300" y="1623060"/>
            <a:ext cx="3474720" cy="2642616"/>
          </a:xfrm>
          <a:prstGeom prst="rect">
            <a:avLst/>
          </a:prstGeom>
          <a:solidFill>
            <a:srgbClr val="1F2A4A"/>
          </a:solidFill>
          <a:ln/>
        </p:spPr>
      </p:sp>
      <p:sp>
        <p:nvSpPr>
          <p:cNvPr id="70" name="Shape 66"/>
          <p:cNvSpPr/>
          <p:nvPr/>
        </p:nvSpPr>
        <p:spPr>
          <a:xfrm>
            <a:off x="8065008" y="1572768"/>
            <a:ext cx="50292" cy="50292"/>
          </a:xfrm>
          <a:prstGeom prst="rect">
            <a:avLst/>
          </a:prstGeom>
          <a:solidFill>
            <a:srgbClr val="0F1426"/>
          </a:solidFill>
          <a:ln/>
        </p:spPr>
      </p:sp>
      <p:sp>
        <p:nvSpPr>
          <p:cNvPr id="71" name="Shape 67"/>
          <p:cNvSpPr/>
          <p:nvPr/>
        </p:nvSpPr>
        <p:spPr>
          <a:xfrm>
            <a:off x="11590020" y="1572768"/>
            <a:ext cx="50292" cy="50292"/>
          </a:xfrm>
          <a:prstGeom prst="rect">
            <a:avLst/>
          </a:prstGeom>
          <a:solidFill>
            <a:srgbClr val="0F1426"/>
          </a:solidFill>
          <a:ln/>
        </p:spPr>
      </p:sp>
      <p:sp>
        <p:nvSpPr>
          <p:cNvPr id="72" name="Shape 68"/>
          <p:cNvSpPr/>
          <p:nvPr/>
        </p:nvSpPr>
        <p:spPr>
          <a:xfrm>
            <a:off x="8065008" y="4265676"/>
            <a:ext cx="50292" cy="50292"/>
          </a:xfrm>
          <a:prstGeom prst="rect">
            <a:avLst/>
          </a:prstGeom>
          <a:solidFill>
            <a:srgbClr val="0F1426"/>
          </a:solidFill>
          <a:ln/>
        </p:spPr>
      </p:sp>
      <p:sp>
        <p:nvSpPr>
          <p:cNvPr id="73" name="Shape 69"/>
          <p:cNvSpPr/>
          <p:nvPr/>
        </p:nvSpPr>
        <p:spPr>
          <a:xfrm>
            <a:off x="11590020" y="4265676"/>
            <a:ext cx="50292" cy="50292"/>
          </a:xfrm>
          <a:prstGeom prst="rect">
            <a:avLst/>
          </a:prstGeom>
          <a:solidFill>
            <a:srgbClr val="0F1426"/>
          </a:solidFill>
          <a:ln/>
        </p:spPr>
      </p:sp>
      <p:sp>
        <p:nvSpPr>
          <p:cNvPr id="74" name="Shape 70"/>
          <p:cNvSpPr/>
          <p:nvPr/>
        </p:nvSpPr>
        <p:spPr>
          <a:xfrm>
            <a:off x="8321040" y="1783080"/>
            <a:ext cx="548640" cy="548640"/>
          </a:xfrm>
          <a:prstGeom prst="rect">
            <a:avLst/>
          </a:prstGeom>
          <a:solidFill>
            <a:srgbClr val="22201F"/>
          </a:solidFill>
          <a:ln/>
        </p:spPr>
      </p:sp>
      <p:sp>
        <p:nvSpPr>
          <p:cNvPr id="75" name="Shape 71"/>
          <p:cNvSpPr/>
          <p:nvPr/>
        </p:nvSpPr>
        <p:spPr>
          <a:xfrm>
            <a:off x="8371332" y="1833372"/>
            <a:ext cx="448056" cy="448056"/>
          </a:xfrm>
          <a:prstGeom prst="rect">
            <a:avLst/>
          </a:prstGeom>
          <a:solidFill>
            <a:srgbClr val="3FBF6F"/>
          </a:solidFill>
          <a:ln/>
        </p:spPr>
      </p:sp>
      <p:sp>
        <p:nvSpPr>
          <p:cNvPr id="76" name="Shape 72"/>
          <p:cNvSpPr/>
          <p:nvPr/>
        </p:nvSpPr>
        <p:spPr>
          <a:xfrm>
            <a:off x="8321040" y="1783080"/>
            <a:ext cx="50292" cy="50292"/>
          </a:xfrm>
          <a:prstGeom prst="rect">
            <a:avLst/>
          </a:prstGeom>
          <a:solidFill>
            <a:srgbClr val="1F2A4A"/>
          </a:solidFill>
          <a:ln/>
        </p:spPr>
      </p:sp>
      <p:sp>
        <p:nvSpPr>
          <p:cNvPr id="77" name="Shape 73"/>
          <p:cNvSpPr/>
          <p:nvPr/>
        </p:nvSpPr>
        <p:spPr>
          <a:xfrm>
            <a:off x="8819388" y="1783080"/>
            <a:ext cx="50292" cy="50292"/>
          </a:xfrm>
          <a:prstGeom prst="rect">
            <a:avLst/>
          </a:prstGeom>
          <a:solidFill>
            <a:srgbClr val="1F2A4A"/>
          </a:solidFill>
          <a:ln/>
        </p:spPr>
      </p:sp>
      <p:sp>
        <p:nvSpPr>
          <p:cNvPr id="78" name="Shape 74"/>
          <p:cNvSpPr/>
          <p:nvPr/>
        </p:nvSpPr>
        <p:spPr>
          <a:xfrm>
            <a:off x="8321040" y="2281428"/>
            <a:ext cx="50292" cy="50292"/>
          </a:xfrm>
          <a:prstGeom prst="rect">
            <a:avLst/>
          </a:prstGeom>
          <a:solidFill>
            <a:srgbClr val="1F2A4A"/>
          </a:solidFill>
          <a:ln/>
        </p:spPr>
      </p:sp>
      <p:sp>
        <p:nvSpPr>
          <p:cNvPr id="79" name="Shape 75"/>
          <p:cNvSpPr/>
          <p:nvPr/>
        </p:nvSpPr>
        <p:spPr>
          <a:xfrm>
            <a:off x="8819388" y="2281428"/>
            <a:ext cx="50292" cy="50292"/>
          </a:xfrm>
          <a:prstGeom prst="rect">
            <a:avLst/>
          </a:prstGeom>
          <a:solidFill>
            <a:srgbClr val="1F2A4A"/>
          </a:solidFill>
          <a:ln/>
        </p:spPr>
      </p:sp>
      <p:pic>
        <p:nvPicPr>
          <p:cNvPr id="80" name="Image 2" descr="preencoded.png">    </p:cNvPr>
          <p:cNvPicPr>
            <a:picLocks noChangeAspect="1"/>
          </p:cNvPicPr>
          <p:nvPr/>
        </p:nvPicPr>
        <p:blipFill>
          <a:blip r:embed="rId3"/>
          <a:stretch>
            <a:fillRect/>
          </a:stretch>
        </p:blipFill>
        <p:spPr>
          <a:xfrm>
            <a:off x="8441741" y="1903781"/>
            <a:ext cx="307238" cy="307238"/>
          </a:xfrm>
          <a:prstGeom prst="rect">
            <a:avLst/>
          </a:prstGeom>
        </p:spPr>
      </p:pic>
      <p:sp>
        <p:nvSpPr>
          <p:cNvPr id="81" name="Shape 76"/>
          <p:cNvSpPr/>
          <p:nvPr/>
        </p:nvSpPr>
        <p:spPr>
          <a:xfrm>
            <a:off x="9025128" y="1901952"/>
            <a:ext cx="1600200" cy="310896"/>
          </a:xfrm>
          <a:prstGeom prst="rect">
            <a:avLst/>
          </a:prstGeom>
          <a:solidFill>
            <a:srgbClr val="22201F"/>
          </a:solidFill>
          <a:ln/>
        </p:spPr>
      </p:sp>
      <p:sp>
        <p:nvSpPr>
          <p:cNvPr id="82" name="Shape 77"/>
          <p:cNvSpPr/>
          <p:nvPr/>
        </p:nvSpPr>
        <p:spPr>
          <a:xfrm>
            <a:off x="9075420" y="1952244"/>
            <a:ext cx="1499616" cy="210312"/>
          </a:xfrm>
          <a:prstGeom prst="rect">
            <a:avLst/>
          </a:prstGeom>
          <a:solidFill>
            <a:srgbClr val="3FBF6F"/>
          </a:solidFill>
          <a:ln/>
        </p:spPr>
      </p:sp>
      <p:sp>
        <p:nvSpPr>
          <p:cNvPr id="83" name="Shape 78"/>
          <p:cNvSpPr/>
          <p:nvPr/>
        </p:nvSpPr>
        <p:spPr>
          <a:xfrm>
            <a:off x="9025128" y="1901952"/>
            <a:ext cx="50292" cy="50292"/>
          </a:xfrm>
          <a:prstGeom prst="rect">
            <a:avLst/>
          </a:prstGeom>
          <a:solidFill>
            <a:srgbClr val="1F2A4A"/>
          </a:solidFill>
          <a:ln/>
        </p:spPr>
      </p:sp>
      <p:sp>
        <p:nvSpPr>
          <p:cNvPr id="84" name="Shape 79"/>
          <p:cNvSpPr/>
          <p:nvPr/>
        </p:nvSpPr>
        <p:spPr>
          <a:xfrm>
            <a:off x="10575036" y="1901952"/>
            <a:ext cx="50292" cy="50292"/>
          </a:xfrm>
          <a:prstGeom prst="rect">
            <a:avLst/>
          </a:prstGeom>
          <a:solidFill>
            <a:srgbClr val="1F2A4A"/>
          </a:solidFill>
          <a:ln/>
        </p:spPr>
      </p:sp>
      <p:sp>
        <p:nvSpPr>
          <p:cNvPr id="85" name="Shape 80"/>
          <p:cNvSpPr/>
          <p:nvPr/>
        </p:nvSpPr>
        <p:spPr>
          <a:xfrm>
            <a:off x="9025128" y="2162556"/>
            <a:ext cx="50292" cy="50292"/>
          </a:xfrm>
          <a:prstGeom prst="rect">
            <a:avLst/>
          </a:prstGeom>
          <a:solidFill>
            <a:srgbClr val="1F2A4A"/>
          </a:solidFill>
          <a:ln/>
        </p:spPr>
      </p:sp>
      <p:sp>
        <p:nvSpPr>
          <p:cNvPr id="86" name="Shape 81"/>
          <p:cNvSpPr/>
          <p:nvPr/>
        </p:nvSpPr>
        <p:spPr>
          <a:xfrm>
            <a:off x="10575036" y="2162556"/>
            <a:ext cx="50292" cy="50292"/>
          </a:xfrm>
          <a:prstGeom prst="rect">
            <a:avLst/>
          </a:prstGeom>
          <a:solidFill>
            <a:srgbClr val="1F2A4A"/>
          </a:solidFill>
          <a:ln/>
        </p:spPr>
      </p:sp>
      <p:sp>
        <p:nvSpPr>
          <p:cNvPr id="87" name="Text 82"/>
          <p:cNvSpPr txBox="1"/>
          <p:nvPr/>
        </p:nvSpPr>
        <p:spPr>
          <a:xfrm>
            <a:off x="9025128"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교사·사서</a:t>
            </a:r>
            <a:endParaRPr lang="ko-KR" sz="1200" dirty="0"/>
          </a:p>
        </p:txBody>
      </p:sp>
      <p:sp>
        <p:nvSpPr>
          <p:cNvPr id="88" name="Shape 83"/>
          <p:cNvSpPr/>
          <p:nvPr/>
        </p:nvSpPr>
        <p:spPr>
          <a:xfrm>
            <a:off x="8321040" y="2514600"/>
            <a:ext cx="3063240" cy="914400"/>
          </a:xfrm>
          <a:prstGeom prst="rect">
            <a:avLst/>
          </a:prstGeom>
          <a:solidFill>
            <a:srgbClr val="E3D7BC"/>
          </a:solidFill>
          <a:ln/>
        </p:spPr>
      </p:sp>
      <p:sp>
        <p:nvSpPr>
          <p:cNvPr id="89" name="Shape 84"/>
          <p:cNvSpPr/>
          <p:nvPr/>
        </p:nvSpPr>
        <p:spPr>
          <a:xfrm>
            <a:off x="8371332" y="2564892"/>
            <a:ext cx="2962656" cy="813816"/>
          </a:xfrm>
          <a:prstGeom prst="rect">
            <a:avLst/>
          </a:prstGeom>
          <a:solidFill>
            <a:srgbClr val="F2EBD9"/>
          </a:solidFill>
          <a:ln/>
        </p:spPr>
      </p:sp>
      <p:sp>
        <p:nvSpPr>
          <p:cNvPr id="90" name="Shape 85"/>
          <p:cNvSpPr/>
          <p:nvPr/>
        </p:nvSpPr>
        <p:spPr>
          <a:xfrm>
            <a:off x="8321040" y="2514600"/>
            <a:ext cx="50292" cy="50292"/>
          </a:xfrm>
          <a:prstGeom prst="rect">
            <a:avLst/>
          </a:prstGeom>
          <a:solidFill>
            <a:srgbClr val="1F2A4A"/>
          </a:solidFill>
          <a:ln/>
        </p:spPr>
      </p:sp>
      <p:sp>
        <p:nvSpPr>
          <p:cNvPr id="91" name="Shape 86"/>
          <p:cNvSpPr/>
          <p:nvPr/>
        </p:nvSpPr>
        <p:spPr>
          <a:xfrm>
            <a:off x="11333988" y="2514600"/>
            <a:ext cx="50292" cy="50292"/>
          </a:xfrm>
          <a:prstGeom prst="rect">
            <a:avLst/>
          </a:prstGeom>
          <a:solidFill>
            <a:srgbClr val="1F2A4A"/>
          </a:solidFill>
          <a:ln/>
        </p:spPr>
      </p:sp>
      <p:sp>
        <p:nvSpPr>
          <p:cNvPr id="92" name="Shape 87"/>
          <p:cNvSpPr/>
          <p:nvPr/>
        </p:nvSpPr>
        <p:spPr>
          <a:xfrm>
            <a:off x="8321040" y="3378708"/>
            <a:ext cx="50292" cy="50292"/>
          </a:xfrm>
          <a:prstGeom prst="rect">
            <a:avLst/>
          </a:prstGeom>
          <a:solidFill>
            <a:srgbClr val="1F2A4A"/>
          </a:solidFill>
          <a:ln/>
        </p:spPr>
      </p:sp>
      <p:sp>
        <p:nvSpPr>
          <p:cNvPr id="93" name="Shape 88"/>
          <p:cNvSpPr/>
          <p:nvPr/>
        </p:nvSpPr>
        <p:spPr>
          <a:xfrm>
            <a:off x="11333988" y="3378708"/>
            <a:ext cx="50292" cy="50292"/>
          </a:xfrm>
          <a:prstGeom prst="rect">
            <a:avLst/>
          </a:prstGeom>
          <a:solidFill>
            <a:srgbClr val="1F2A4A"/>
          </a:solidFill>
          <a:ln/>
        </p:spPr>
      </p:sp>
      <p:sp>
        <p:nvSpPr>
          <p:cNvPr id="94" name="Text 89"/>
          <p:cNvSpPr txBox="1"/>
          <p:nvPr/>
        </p:nvSpPr>
        <p:spPr>
          <a:xfrm>
            <a:off x="8476488"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“광고 없는 교육 자료가</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필요해요”</a:t>
            </a:r>
            <a:endParaRPr lang="ko-KR" sz="1400" dirty="0"/>
          </a:p>
        </p:txBody>
      </p:sp>
      <p:sp>
        <p:nvSpPr>
          <p:cNvPr id="95" name="Text 90"/>
          <p:cNvSpPr txBox="1"/>
          <p:nvPr/>
        </p:nvSpPr>
        <p:spPr>
          <a:xfrm>
            <a:off x="8321040"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오 사서</a:t>
            </a:r>
            <a:endParaRPr lang="ko-KR" sz="1100" dirty="0"/>
          </a:p>
        </p:txBody>
      </p:sp>
      <p:sp>
        <p:nvSpPr>
          <p:cNvPr id="96" name="Text 91"/>
          <p:cNvSpPr txBox="1"/>
          <p:nvPr/>
        </p:nvSpPr>
        <p:spPr>
          <a:xfrm>
            <a:off x="8321040"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수업 1회에 브리핑·1~2일·해설 토론</a:t>
            </a:r>
            <a:endParaRPr lang="ko-KR" sz="1300" dirty="0"/>
          </a:p>
        </p:txBody>
      </p:sp>
      <p:sp>
        <p:nvSpPr>
          <p:cNvPr id="97" name="Text 92"/>
          <p:cNvSpPr txBox="1"/>
          <p:nvPr/>
        </p:nvSpPr>
        <p:spPr>
          <a:xfrm>
            <a:off x="548640" y="4526280"/>
            <a:ext cx="5486400" cy="274320"/>
          </a:xfrm>
          <a:prstGeom prst="rect">
            <a:avLst/>
          </a:prstGeom>
          <a:noFill/>
          <a:ln/>
        </p:spPr>
        <p:txBody>
          <a:bodyPr wrap="square" lIns="0" tIns="0" rIns="0" bIns="0" rtlCol="0" anchor="t"/>
          <a:lstStyle/>
          <a:p>
            <a:pPr indent="0" marL="0">
              <a:buNone/>
            </a:pPr>
            <a:r>
              <a:rPr lang="ko-KR" altLang="en-US" sz="1300" dirty="0">
                <a:solidFill>
                  <a:srgbClr val="FFFFFF"/>
                </a:solidFill>
                <a:latin typeface="Galmuri11" pitchFamily="34" charset="0"/>
                <a:ea typeface="Galmuri11" pitchFamily="34" charset="-122"/>
                <a:cs typeface="Galmuri11" pitchFamily="34" charset="-120"/>
              </a:rPr>
              <a:t>이렇게 진행돼요 (하루 = 1 Day)</a:t>
            </a:r>
            <a:endParaRPr lang="ko-KR" sz="1300" dirty="0"/>
          </a:p>
        </p:txBody>
      </p:sp>
      <p:sp>
        <p:nvSpPr>
          <p:cNvPr id="98" name="Shape 93"/>
          <p:cNvSpPr/>
          <p:nvPr/>
        </p:nvSpPr>
        <p:spPr>
          <a:xfrm>
            <a:off x="649224" y="5020056"/>
            <a:ext cx="1920240" cy="868680"/>
          </a:xfrm>
          <a:prstGeom prst="rect">
            <a:avLst/>
          </a:prstGeom>
          <a:solidFill>
            <a:srgbClr val="0B0F1E"/>
          </a:solidFill>
          <a:ln/>
        </p:spPr>
      </p:sp>
      <p:sp>
        <p:nvSpPr>
          <p:cNvPr id="99" name="Shape 94"/>
          <p:cNvSpPr/>
          <p:nvPr/>
        </p:nvSpPr>
        <p:spPr>
          <a:xfrm>
            <a:off x="548640" y="4919472"/>
            <a:ext cx="1920240" cy="868680"/>
          </a:xfrm>
          <a:prstGeom prst="rect">
            <a:avLst/>
          </a:prstGeom>
          <a:solidFill>
            <a:srgbClr val="22201F"/>
          </a:solidFill>
          <a:ln/>
        </p:spPr>
      </p:sp>
      <p:sp>
        <p:nvSpPr>
          <p:cNvPr id="100" name="Shape 95"/>
          <p:cNvSpPr/>
          <p:nvPr/>
        </p:nvSpPr>
        <p:spPr>
          <a:xfrm>
            <a:off x="598932" y="4969764"/>
            <a:ext cx="1819656" cy="768096"/>
          </a:xfrm>
          <a:prstGeom prst="rect">
            <a:avLst/>
          </a:prstGeom>
          <a:solidFill>
            <a:srgbClr val="3A4E7A"/>
          </a:solidFill>
          <a:ln/>
        </p:spPr>
      </p:sp>
      <p:sp>
        <p:nvSpPr>
          <p:cNvPr id="101" name="Shape 96"/>
          <p:cNvSpPr/>
          <p:nvPr/>
        </p:nvSpPr>
        <p:spPr>
          <a:xfrm>
            <a:off x="548640" y="4919472"/>
            <a:ext cx="50292" cy="50292"/>
          </a:xfrm>
          <a:prstGeom prst="rect">
            <a:avLst/>
          </a:prstGeom>
          <a:solidFill>
            <a:srgbClr val="0F1426"/>
          </a:solidFill>
          <a:ln/>
        </p:spPr>
      </p:sp>
      <p:sp>
        <p:nvSpPr>
          <p:cNvPr id="102" name="Shape 97"/>
          <p:cNvSpPr/>
          <p:nvPr/>
        </p:nvSpPr>
        <p:spPr>
          <a:xfrm>
            <a:off x="2418588" y="4919472"/>
            <a:ext cx="50292" cy="50292"/>
          </a:xfrm>
          <a:prstGeom prst="rect">
            <a:avLst/>
          </a:prstGeom>
          <a:solidFill>
            <a:srgbClr val="0F1426"/>
          </a:solidFill>
          <a:ln/>
        </p:spPr>
      </p:sp>
      <p:sp>
        <p:nvSpPr>
          <p:cNvPr id="103" name="Shape 98"/>
          <p:cNvSpPr/>
          <p:nvPr/>
        </p:nvSpPr>
        <p:spPr>
          <a:xfrm>
            <a:off x="548640" y="5737860"/>
            <a:ext cx="50292" cy="50292"/>
          </a:xfrm>
          <a:prstGeom prst="rect">
            <a:avLst/>
          </a:prstGeom>
          <a:solidFill>
            <a:srgbClr val="0F1426"/>
          </a:solidFill>
          <a:ln/>
        </p:spPr>
      </p:sp>
      <p:sp>
        <p:nvSpPr>
          <p:cNvPr id="104" name="Shape 99"/>
          <p:cNvSpPr/>
          <p:nvPr/>
        </p:nvSpPr>
        <p:spPr>
          <a:xfrm>
            <a:off x="2418588" y="5737860"/>
            <a:ext cx="50292" cy="50292"/>
          </a:xfrm>
          <a:prstGeom prst="rect">
            <a:avLst/>
          </a:prstGeom>
          <a:solidFill>
            <a:srgbClr val="0F1426"/>
          </a:solidFill>
          <a:ln/>
        </p:spPr>
      </p:sp>
      <p:sp>
        <p:nvSpPr>
          <p:cNvPr id="105" name="Text 100"/>
          <p:cNvSpPr txBox="1"/>
          <p:nvPr/>
        </p:nvSpPr>
        <p:spPr>
          <a:xfrm>
            <a:off x="685800" y="4983480"/>
            <a:ext cx="169164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아침 브리핑</a:t>
            </a:r>
            <a:endParaRPr lang="ko-KR" sz="1400" dirty="0"/>
          </a:p>
        </p:txBody>
      </p:sp>
      <p:sp>
        <p:nvSpPr>
          <p:cNvPr id="106" name="Text 101"/>
          <p:cNvSpPr txBox="1"/>
          <p:nvPr/>
        </p:nvSpPr>
        <p:spPr>
          <a:xfrm>
            <a:off x="685800" y="5321808"/>
            <a:ext cx="1737360" cy="347472"/>
          </a:xfrm>
          <a:prstGeom prst="rect">
            <a:avLst/>
          </a:prstGeom>
          <a:noFill/>
          <a:ln/>
        </p:spPr>
        <p:txBody>
          <a:bodyPr wrap="square" lIns="0" tIns="0" rIns="0" bIns="0" rtlCol="0" anchor="ctr"/>
          <a:lstStyle/>
          <a:p>
            <a:pPr indent="0" marL="0">
              <a:buNone/>
            </a:pPr>
            <a:r>
              <a:rPr lang="ko-KR" altLang="en-US" sz="1150" dirty="0">
                <a:solidFill>
                  <a:srgbClr val="FFFFFF"/>
                </a:solidFill>
                <a:latin typeface="맑은 고딕" pitchFamily="34" charset="0"/>
                <a:ea typeface="맑은 고딕" pitchFamily="34" charset="-122"/>
                <a:cs typeface="맑은 고딕" pitchFamily="34" charset="-120"/>
              </a:rPr>
              <a:t>오늘의 조건 배우기</a:t>
            </a:r>
            <a:endParaRPr lang="ko-KR" sz="1150" dirty="0"/>
          </a:p>
        </p:txBody>
      </p:sp>
      <p:sp>
        <p:nvSpPr>
          <p:cNvPr id="107" name="Shape 102"/>
          <p:cNvSpPr/>
          <p:nvPr/>
        </p:nvSpPr>
        <p:spPr>
          <a:xfrm>
            <a:off x="2505456" y="5349240"/>
            <a:ext cx="274320" cy="0"/>
          </a:xfrm>
          <a:prstGeom prst="line">
            <a:avLst/>
          </a:prstGeom>
          <a:noFill/>
          <a:ln w="22225">
            <a:solidFill>
              <a:srgbClr val="7F9CC9"/>
            </a:solidFill>
            <a:prstDash val="solid"/>
            <a:tailEnd type="triangle"/>
          </a:ln>
        </p:spPr>
      </p:sp>
      <p:sp>
        <p:nvSpPr>
          <p:cNvPr id="108" name="Shape 103"/>
          <p:cNvSpPr/>
          <p:nvPr/>
        </p:nvSpPr>
        <p:spPr>
          <a:xfrm>
            <a:off x="2916936" y="5020056"/>
            <a:ext cx="1920240" cy="868680"/>
          </a:xfrm>
          <a:prstGeom prst="rect">
            <a:avLst/>
          </a:prstGeom>
          <a:solidFill>
            <a:srgbClr val="0B0F1E"/>
          </a:solidFill>
          <a:ln/>
        </p:spPr>
      </p:sp>
      <p:sp>
        <p:nvSpPr>
          <p:cNvPr id="109" name="Shape 104"/>
          <p:cNvSpPr/>
          <p:nvPr/>
        </p:nvSpPr>
        <p:spPr>
          <a:xfrm>
            <a:off x="2816352" y="4919472"/>
            <a:ext cx="1920240" cy="868680"/>
          </a:xfrm>
          <a:prstGeom prst="rect">
            <a:avLst/>
          </a:prstGeom>
          <a:solidFill>
            <a:srgbClr val="22201F"/>
          </a:solidFill>
          <a:ln/>
        </p:spPr>
      </p:sp>
      <p:sp>
        <p:nvSpPr>
          <p:cNvPr id="110" name="Shape 105"/>
          <p:cNvSpPr/>
          <p:nvPr/>
        </p:nvSpPr>
        <p:spPr>
          <a:xfrm>
            <a:off x="2866644" y="4969764"/>
            <a:ext cx="1819656" cy="768096"/>
          </a:xfrm>
          <a:prstGeom prst="rect">
            <a:avLst/>
          </a:prstGeom>
          <a:solidFill>
            <a:srgbClr val="45C7C1"/>
          </a:solidFill>
          <a:ln/>
        </p:spPr>
      </p:sp>
      <p:sp>
        <p:nvSpPr>
          <p:cNvPr id="111" name="Shape 106"/>
          <p:cNvSpPr/>
          <p:nvPr/>
        </p:nvSpPr>
        <p:spPr>
          <a:xfrm>
            <a:off x="2816352" y="4919472"/>
            <a:ext cx="50292" cy="50292"/>
          </a:xfrm>
          <a:prstGeom prst="rect">
            <a:avLst/>
          </a:prstGeom>
          <a:solidFill>
            <a:srgbClr val="0F1426"/>
          </a:solidFill>
          <a:ln/>
        </p:spPr>
      </p:sp>
      <p:sp>
        <p:nvSpPr>
          <p:cNvPr id="112" name="Shape 107"/>
          <p:cNvSpPr/>
          <p:nvPr/>
        </p:nvSpPr>
        <p:spPr>
          <a:xfrm>
            <a:off x="4686300" y="4919472"/>
            <a:ext cx="50292" cy="50292"/>
          </a:xfrm>
          <a:prstGeom prst="rect">
            <a:avLst/>
          </a:prstGeom>
          <a:solidFill>
            <a:srgbClr val="0F1426"/>
          </a:solidFill>
          <a:ln/>
        </p:spPr>
      </p:sp>
      <p:sp>
        <p:nvSpPr>
          <p:cNvPr id="113" name="Shape 108"/>
          <p:cNvSpPr/>
          <p:nvPr/>
        </p:nvSpPr>
        <p:spPr>
          <a:xfrm>
            <a:off x="2816352" y="5737860"/>
            <a:ext cx="50292" cy="50292"/>
          </a:xfrm>
          <a:prstGeom prst="rect">
            <a:avLst/>
          </a:prstGeom>
          <a:solidFill>
            <a:srgbClr val="0F1426"/>
          </a:solidFill>
          <a:ln/>
        </p:spPr>
      </p:sp>
      <p:sp>
        <p:nvSpPr>
          <p:cNvPr id="114" name="Shape 109"/>
          <p:cNvSpPr/>
          <p:nvPr/>
        </p:nvSpPr>
        <p:spPr>
          <a:xfrm>
            <a:off x="4686300" y="5737860"/>
            <a:ext cx="50292" cy="50292"/>
          </a:xfrm>
          <a:prstGeom prst="rect">
            <a:avLst/>
          </a:prstGeom>
          <a:solidFill>
            <a:srgbClr val="0F1426"/>
          </a:solidFill>
          <a:ln/>
        </p:spPr>
      </p:sp>
      <p:sp>
        <p:nvSpPr>
          <p:cNvPr id="115" name="Text 110"/>
          <p:cNvSpPr txBox="1"/>
          <p:nvPr/>
        </p:nvSpPr>
        <p:spPr>
          <a:xfrm>
            <a:off x="2953512"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서류 대조</a:t>
            </a:r>
            <a:endParaRPr lang="ko-KR" sz="1400" dirty="0"/>
          </a:p>
        </p:txBody>
      </p:sp>
      <p:sp>
        <p:nvSpPr>
          <p:cNvPr id="116" name="Text 111"/>
          <p:cNvSpPr txBox="1"/>
          <p:nvPr/>
        </p:nvSpPr>
        <p:spPr>
          <a:xfrm>
            <a:off x="2953512"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단서·의심 깃발</a:t>
            </a:r>
            <a:endParaRPr lang="ko-KR" sz="1150" dirty="0"/>
          </a:p>
        </p:txBody>
      </p:sp>
      <p:sp>
        <p:nvSpPr>
          <p:cNvPr id="117" name="Shape 112"/>
          <p:cNvSpPr/>
          <p:nvPr/>
        </p:nvSpPr>
        <p:spPr>
          <a:xfrm>
            <a:off x="4773168" y="5349240"/>
            <a:ext cx="274320" cy="0"/>
          </a:xfrm>
          <a:prstGeom prst="line">
            <a:avLst/>
          </a:prstGeom>
          <a:noFill/>
          <a:ln w="22225">
            <a:solidFill>
              <a:srgbClr val="7F9CC9"/>
            </a:solidFill>
            <a:prstDash val="solid"/>
            <a:tailEnd type="triangle"/>
          </a:ln>
        </p:spPr>
      </p:sp>
      <p:sp>
        <p:nvSpPr>
          <p:cNvPr id="118" name="Shape 113"/>
          <p:cNvSpPr/>
          <p:nvPr/>
        </p:nvSpPr>
        <p:spPr>
          <a:xfrm>
            <a:off x="5184648" y="5020056"/>
            <a:ext cx="1920240" cy="868680"/>
          </a:xfrm>
          <a:prstGeom prst="rect">
            <a:avLst/>
          </a:prstGeom>
          <a:solidFill>
            <a:srgbClr val="0B0F1E"/>
          </a:solidFill>
          <a:ln/>
        </p:spPr>
      </p:sp>
      <p:sp>
        <p:nvSpPr>
          <p:cNvPr id="119" name="Shape 114"/>
          <p:cNvSpPr/>
          <p:nvPr/>
        </p:nvSpPr>
        <p:spPr>
          <a:xfrm>
            <a:off x="5084064" y="4919472"/>
            <a:ext cx="1920240" cy="868680"/>
          </a:xfrm>
          <a:prstGeom prst="rect">
            <a:avLst/>
          </a:prstGeom>
          <a:solidFill>
            <a:srgbClr val="22201F"/>
          </a:solidFill>
          <a:ln/>
        </p:spPr>
      </p:sp>
      <p:sp>
        <p:nvSpPr>
          <p:cNvPr id="120" name="Shape 115"/>
          <p:cNvSpPr/>
          <p:nvPr/>
        </p:nvSpPr>
        <p:spPr>
          <a:xfrm>
            <a:off x="5134356" y="4969764"/>
            <a:ext cx="1819656" cy="768096"/>
          </a:xfrm>
          <a:prstGeom prst="rect">
            <a:avLst/>
          </a:prstGeom>
          <a:solidFill>
            <a:srgbClr val="F7D84A"/>
          </a:solidFill>
          <a:ln/>
        </p:spPr>
      </p:sp>
      <p:sp>
        <p:nvSpPr>
          <p:cNvPr id="121" name="Shape 116"/>
          <p:cNvSpPr/>
          <p:nvPr/>
        </p:nvSpPr>
        <p:spPr>
          <a:xfrm>
            <a:off x="5084064" y="4919472"/>
            <a:ext cx="50292" cy="50292"/>
          </a:xfrm>
          <a:prstGeom prst="rect">
            <a:avLst/>
          </a:prstGeom>
          <a:solidFill>
            <a:srgbClr val="0F1426"/>
          </a:solidFill>
          <a:ln/>
        </p:spPr>
      </p:sp>
      <p:sp>
        <p:nvSpPr>
          <p:cNvPr id="122" name="Shape 117"/>
          <p:cNvSpPr/>
          <p:nvPr/>
        </p:nvSpPr>
        <p:spPr>
          <a:xfrm>
            <a:off x="6954012" y="4919472"/>
            <a:ext cx="50292" cy="50292"/>
          </a:xfrm>
          <a:prstGeom prst="rect">
            <a:avLst/>
          </a:prstGeom>
          <a:solidFill>
            <a:srgbClr val="0F1426"/>
          </a:solidFill>
          <a:ln/>
        </p:spPr>
      </p:sp>
      <p:sp>
        <p:nvSpPr>
          <p:cNvPr id="123" name="Shape 118"/>
          <p:cNvSpPr/>
          <p:nvPr/>
        </p:nvSpPr>
        <p:spPr>
          <a:xfrm>
            <a:off x="5084064" y="5737860"/>
            <a:ext cx="50292" cy="50292"/>
          </a:xfrm>
          <a:prstGeom prst="rect">
            <a:avLst/>
          </a:prstGeom>
          <a:solidFill>
            <a:srgbClr val="0F1426"/>
          </a:solidFill>
          <a:ln/>
        </p:spPr>
      </p:sp>
      <p:sp>
        <p:nvSpPr>
          <p:cNvPr id="124" name="Shape 119"/>
          <p:cNvSpPr/>
          <p:nvPr/>
        </p:nvSpPr>
        <p:spPr>
          <a:xfrm>
            <a:off x="6954012" y="5737860"/>
            <a:ext cx="50292" cy="50292"/>
          </a:xfrm>
          <a:prstGeom prst="rect">
            <a:avLst/>
          </a:prstGeom>
          <a:solidFill>
            <a:srgbClr val="0F1426"/>
          </a:solidFill>
          <a:ln/>
        </p:spPr>
      </p:sp>
      <p:sp>
        <p:nvSpPr>
          <p:cNvPr id="125" name="Text 120"/>
          <p:cNvSpPr txBox="1"/>
          <p:nvPr/>
        </p:nvSpPr>
        <p:spPr>
          <a:xfrm>
            <a:off x="5221224"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판정</a:t>
            </a:r>
            <a:endParaRPr lang="ko-KR" sz="1400" dirty="0"/>
          </a:p>
        </p:txBody>
      </p:sp>
      <p:sp>
        <p:nvSpPr>
          <p:cNvPr id="126" name="Text 121"/>
          <p:cNvSpPr txBox="1"/>
          <p:nvPr/>
        </p:nvSpPr>
        <p:spPr>
          <a:xfrm>
            <a:off x="5221224"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승인·거부·추가 확인</a:t>
            </a:r>
            <a:endParaRPr lang="ko-KR" sz="1150" dirty="0"/>
          </a:p>
        </p:txBody>
      </p:sp>
      <p:sp>
        <p:nvSpPr>
          <p:cNvPr id="127" name="Shape 122"/>
          <p:cNvSpPr/>
          <p:nvPr/>
        </p:nvSpPr>
        <p:spPr>
          <a:xfrm>
            <a:off x="7040880" y="5349240"/>
            <a:ext cx="274320" cy="0"/>
          </a:xfrm>
          <a:prstGeom prst="line">
            <a:avLst/>
          </a:prstGeom>
          <a:noFill/>
          <a:ln w="22225">
            <a:solidFill>
              <a:srgbClr val="7F9CC9"/>
            </a:solidFill>
            <a:prstDash val="solid"/>
            <a:tailEnd type="triangle"/>
          </a:ln>
        </p:spPr>
      </p:sp>
      <p:sp>
        <p:nvSpPr>
          <p:cNvPr id="128" name="Shape 123"/>
          <p:cNvSpPr/>
          <p:nvPr/>
        </p:nvSpPr>
        <p:spPr>
          <a:xfrm>
            <a:off x="7452360" y="5020056"/>
            <a:ext cx="1920240" cy="868680"/>
          </a:xfrm>
          <a:prstGeom prst="rect">
            <a:avLst/>
          </a:prstGeom>
          <a:solidFill>
            <a:srgbClr val="0B0F1E"/>
          </a:solidFill>
          <a:ln/>
        </p:spPr>
      </p:sp>
      <p:sp>
        <p:nvSpPr>
          <p:cNvPr id="129" name="Shape 124"/>
          <p:cNvSpPr/>
          <p:nvPr/>
        </p:nvSpPr>
        <p:spPr>
          <a:xfrm>
            <a:off x="7351776" y="4919472"/>
            <a:ext cx="1920240" cy="868680"/>
          </a:xfrm>
          <a:prstGeom prst="rect">
            <a:avLst/>
          </a:prstGeom>
          <a:solidFill>
            <a:srgbClr val="22201F"/>
          </a:solidFill>
          <a:ln/>
        </p:spPr>
      </p:sp>
      <p:sp>
        <p:nvSpPr>
          <p:cNvPr id="130" name="Shape 125"/>
          <p:cNvSpPr/>
          <p:nvPr/>
        </p:nvSpPr>
        <p:spPr>
          <a:xfrm>
            <a:off x="7402068" y="4969764"/>
            <a:ext cx="1819656" cy="768096"/>
          </a:xfrm>
          <a:prstGeom prst="rect">
            <a:avLst/>
          </a:prstGeom>
          <a:solidFill>
            <a:srgbClr val="3FBF6F"/>
          </a:solidFill>
          <a:ln/>
        </p:spPr>
      </p:sp>
      <p:sp>
        <p:nvSpPr>
          <p:cNvPr id="131" name="Shape 126"/>
          <p:cNvSpPr/>
          <p:nvPr/>
        </p:nvSpPr>
        <p:spPr>
          <a:xfrm>
            <a:off x="7351776" y="4919472"/>
            <a:ext cx="50292" cy="50292"/>
          </a:xfrm>
          <a:prstGeom prst="rect">
            <a:avLst/>
          </a:prstGeom>
          <a:solidFill>
            <a:srgbClr val="0F1426"/>
          </a:solidFill>
          <a:ln/>
        </p:spPr>
      </p:sp>
      <p:sp>
        <p:nvSpPr>
          <p:cNvPr id="132" name="Shape 127"/>
          <p:cNvSpPr/>
          <p:nvPr/>
        </p:nvSpPr>
        <p:spPr>
          <a:xfrm>
            <a:off x="9221724" y="4919472"/>
            <a:ext cx="50292" cy="50292"/>
          </a:xfrm>
          <a:prstGeom prst="rect">
            <a:avLst/>
          </a:prstGeom>
          <a:solidFill>
            <a:srgbClr val="0F1426"/>
          </a:solidFill>
          <a:ln/>
        </p:spPr>
      </p:sp>
      <p:sp>
        <p:nvSpPr>
          <p:cNvPr id="133" name="Shape 128"/>
          <p:cNvSpPr/>
          <p:nvPr/>
        </p:nvSpPr>
        <p:spPr>
          <a:xfrm>
            <a:off x="7351776" y="5737860"/>
            <a:ext cx="50292" cy="50292"/>
          </a:xfrm>
          <a:prstGeom prst="rect">
            <a:avLst/>
          </a:prstGeom>
          <a:solidFill>
            <a:srgbClr val="0F1426"/>
          </a:solidFill>
          <a:ln/>
        </p:spPr>
      </p:sp>
      <p:sp>
        <p:nvSpPr>
          <p:cNvPr id="134" name="Shape 129"/>
          <p:cNvSpPr/>
          <p:nvPr/>
        </p:nvSpPr>
        <p:spPr>
          <a:xfrm>
            <a:off x="9221724" y="5737860"/>
            <a:ext cx="50292" cy="50292"/>
          </a:xfrm>
          <a:prstGeom prst="rect">
            <a:avLst/>
          </a:prstGeom>
          <a:solidFill>
            <a:srgbClr val="0F1426"/>
          </a:solidFill>
          <a:ln/>
        </p:spPr>
      </p:sp>
      <p:sp>
        <p:nvSpPr>
          <p:cNvPr id="135" name="Text 130"/>
          <p:cNvSpPr txBox="1"/>
          <p:nvPr/>
        </p:nvSpPr>
        <p:spPr>
          <a:xfrm>
            <a:off x="7488936"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근무 결과</a:t>
            </a:r>
            <a:endParaRPr lang="ko-KR" sz="1400" dirty="0"/>
          </a:p>
        </p:txBody>
      </p:sp>
      <p:sp>
        <p:nvSpPr>
          <p:cNvPr id="136" name="Text 131"/>
          <p:cNvSpPr txBox="1"/>
          <p:nvPr/>
        </p:nvSpPr>
        <p:spPr>
          <a:xfrm>
            <a:off x="7488936"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정답·해설 한꺼번에</a:t>
            </a:r>
            <a:endParaRPr lang="ko-KR" sz="1150" dirty="0"/>
          </a:p>
        </p:txBody>
      </p:sp>
      <p:sp>
        <p:nvSpPr>
          <p:cNvPr id="137" name="Shape 132"/>
          <p:cNvSpPr/>
          <p:nvPr/>
        </p:nvSpPr>
        <p:spPr>
          <a:xfrm>
            <a:off x="9308592" y="5349240"/>
            <a:ext cx="274320" cy="0"/>
          </a:xfrm>
          <a:prstGeom prst="line">
            <a:avLst/>
          </a:prstGeom>
          <a:noFill/>
          <a:ln w="22225">
            <a:solidFill>
              <a:srgbClr val="7F9CC9"/>
            </a:solidFill>
            <a:prstDash val="solid"/>
            <a:tailEnd type="triangle"/>
          </a:ln>
        </p:spPr>
      </p:sp>
      <p:sp>
        <p:nvSpPr>
          <p:cNvPr id="138" name="Shape 133"/>
          <p:cNvSpPr/>
          <p:nvPr/>
        </p:nvSpPr>
        <p:spPr>
          <a:xfrm>
            <a:off x="9720072" y="5020056"/>
            <a:ext cx="1920240" cy="868680"/>
          </a:xfrm>
          <a:prstGeom prst="rect">
            <a:avLst/>
          </a:prstGeom>
          <a:solidFill>
            <a:srgbClr val="0B0F1E"/>
          </a:solidFill>
          <a:ln/>
        </p:spPr>
      </p:sp>
      <p:sp>
        <p:nvSpPr>
          <p:cNvPr id="139" name="Shape 134"/>
          <p:cNvSpPr/>
          <p:nvPr/>
        </p:nvSpPr>
        <p:spPr>
          <a:xfrm>
            <a:off x="9619488" y="4919472"/>
            <a:ext cx="1920240" cy="868680"/>
          </a:xfrm>
          <a:prstGeom prst="rect">
            <a:avLst/>
          </a:prstGeom>
          <a:solidFill>
            <a:srgbClr val="22201F"/>
          </a:solidFill>
          <a:ln/>
        </p:spPr>
      </p:sp>
      <p:sp>
        <p:nvSpPr>
          <p:cNvPr id="140" name="Shape 135"/>
          <p:cNvSpPr/>
          <p:nvPr/>
        </p:nvSpPr>
        <p:spPr>
          <a:xfrm>
            <a:off x="9669780" y="4969764"/>
            <a:ext cx="1819656" cy="768096"/>
          </a:xfrm>
          <a:prstGeom prst="rect">
            <a:avLst/>
          </a:prstGeom>
          <a:solidFill>
            <a:srgbClr val="E0503C"/>
          </a:solidFill>
          <a:ln/>
        </p:spPr>
      </p:sp>
      <p:sp>
        <p:nvSpPr>
          <p:cNvPr id="141" name="Shape 136"/>
          <p:cNvSpPr/>
          <p:nvPr/>
        </p:nvSpPr>
        <p:spPr>
          <a:xfrm>
            <a:off x="9619488" y="4919472"/>
            <a:ext cx="50292" cy="50292"/>
          </a:xfrm>
          <a:prstGeom prst="rect">
            <a:avLst/>
          </a:prstGeom>
          <a:solidFill>
            <a:srgbClr val="0F1426"/>
          </a:solidFill>
          <a:ln/>
        </p:spPr>
      </p:sp>
      <p:sp>
        <p:nvSpPr>
          <p:cNvPr id="142" name="Shape 137"/>
          <p:cNvSpPr/>
          <p:nvPr/>
        </p:nvSpPr>
        <p:spPr>
          <a:xfrm>
            <a:off x="11489436" y="4919472"/>
            <a:ext cx="50292" cy="50292"/>
          </a:xfrm>
          <a:prstGeom prst="rect">
            <a:avLst/>
          </a:prstGeom>
          <a:solidFill>
            <a:srgbClr val="0F1426"/>
          </a:solidFill>
          <a:ln/>
        </p:spPr>
      </p:sp>
      <p:sp>
        <p:nvSpPr>
          <p:cNvPr id="143" name="Shape 138"/>
          <p:cNvSpPr/>
          <p:nvPr/>
        </p:nvSpPr>
        <p:spPr>
          <a:xfrm>
            <a:off x="9619488" y="5737860"/>
            <a:ext cx="50292" cy="50292"/>
          </a:xfrm>
          <a:prstGeom prst="rect">
            <a:avLst/>
          </a:prstGeom>
          <a:solidFill>
            <a:srgbClr val="0F1426"/>
          </a:solidFill>
          <a:ln/>
        </p:spPr>
      </p:sp>
      <p:sp>
        <p:nvSpPr>
          <p:cNvPr id="144" name="Shape 139"/>
          <p:cNvSpPr/>
          <p:nvPr/>
        </p:nvSpPr>
        <p:spPr>
          <a:xfrm>
            <a:off x="11489436" y="5737860"/>
            <a:ext cx="50292" cy="50292"/>
          </a:xfrm>
          <a:prstGeom prst="rect">
            <a:avLst/>
          </a:prstGeom>
          <a:solidFill>
            <a:srgbClr val="0F1426"/>
          </a:solidFill>
          <a:ln/>
        </p:spPr>
      </p:sp>
      <p:sp>
        <p:nvSpPr>
          <p:cNvPr id="145" name="Text 140"/>
          <p:cNvSpPr txBox="1"/>
          <p:nvPr/>
        </p:nvSpPr>
        <p:spPr>
          <a:xfrm>
            <a:off x="9756648" y="4983480"/>
            <a:ext cx="169164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다음 Day</a:t>
            </a:r>
            <a:endParaRPr lang="ko-KR" sz="1400" dirty="0"/>
          </a:p>
        </p:txBody>
      </p:sp>
      <p:sp>
        <p:nvSpPr>
          <p:cNvPr id="146" name="Text 141"/>
          <p:cNvSpPr txBox="1"/>
          <p:nvPr/>
        </p:nvSpPr>
        <p:spPr>
          <a:xfrm>
            <a:off x="9756648" y="5321808"/>
            <a:ext cx="1737360" cy="347472"/>
          </a:xfrm>
          <a:prstGeom prst="rect">
            <a:avLst/>
          </a:prstGeom>
          <a:noFill/>
          <a:ln/>
        </p:spPr>
        <p:txBody>
          <a:bodyPr wrap="square" lIns="0" tIns="0" rIns="0" bIns="0" rtlCol="0" anchor="ctr"/>
          <a:lstStyle/>
          <a:p>
            <a:pPr indent="0" marL="0">
              <a:buNone/>
            </a:pPr>
            <a:r>
              <a:rPr lang="ko-KR" altLang="en-US" sz="1150" dirty="0">
                <a:solidFill>
                  <a:srgbClr val="FFFFFF"/>
                </a:solidFill>
                <a:latin typeface="맑은 고딕" pitchFamily="34" charset="0"/>
                <a:ea typeface="맑은 고딕" pitchFamily="34" charset="-122"/>
                <a:cs typeface="맑은 고딕" pitchFamily="34" charset="-120"/>
              </a:rPr>
              <a:t>실패하면 처음부터</a:t>
            </a:r>
            <a:endParaRPr lang="ko-KR" sz="1150" dirty="0"/>
          </a:p>
        </p:txBody>
      </p:sp>
      <p:sp>
        <p:nvSpPr>
          <p:cNvPr id="147" name="Text 142"/>
          <p:cNvSpPr txBox="1"/>
          <p:nvPr/>
        </p:nvSpPr>
        <p:spPr>
          <a:xfrm>
            <a:off x="548640" y="5989320"/>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교사·사서용 관리 화면이나 참여자 정보 수집은 만들지 않아요. 대신 활용 가이드 문서를 따로 둬요.</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02  핵심 기능</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꼭 만들 핵심 기능 5가지</a:t>
            </a:r>
            <a:endParaRPr lang="en-US" sz="2800" dirty="0"/>
          </a:p>
        </p:txBody>
      </p:sp>
      <p:sp>
        <p:nvSpPr>
          <p:cNvPr id="10" name="Shape 8"/>
          <p:cNvSpPr/>
          <p:nvPr/>
        </p:nvSpPr>
        <p:spPr>
          <a:xfrm>
            <a:off x="548640" y="1572768"/>
            <a:ext cx="2103120" cy="3429000"/>
          </a:xfrm>
          <a:prstGeom prst="rect">
            <a:avLst/>
          </a:prstGeom>
          <a:solidFill>
            <a:srgbClr val="3A4E7A"/>
          </a:solidFill>
          <a:ln/>
        </p:spPr>
      </p:sp>
      <p:sp>
        <p:nvSpPr>
          <p:cNvPr id="11" name="Shape 9"/>
          <p:cNvSpPr/>
          <p:nvPr/>
        </p:nvSpPr>
        <p:spPr>
          <a:xfrm>
            <a:off x="598932" y="1623060"/>
            <a:ext cx="2002536" cy="3328416"/>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2601468" y="1572768"/>
            <a:ext cx="50292" cy="50292"/>
          </a:xfrm>
          <a:prstGeom prst="rect">
            <a:avLst/>
          </a:prstGeom>
          <a:solidFill>
            <a:srgbClr val="0F1426"/>
          </a:solidFill>
          <a:ln/>
        </p:spPr>
      </p:sp>
      <p:sp>
        <p:nvSpPr>
          <p:cNvPr id="14" name="Shape 12"/>
          <p:cNvSpPr/>
          <p:nvPr/>
        </p:nvSpPr>
        <p:spPr>
          <a:xfrm>
            <a:off x="548640" y="4951476"/>
            <a:ext cx="50292" cy="50292"/>
          </a:xfrm>
          <a:prstGeom prst="rect">
            <a:avLst/>
          </a:prstGeom>
          <a:solidFill>
            <a:srgbClr val="0F1426"/>
          </a:solidFill>
          <a:ln/>
        </p:spPr>
      </p:sp>
      <p:sp>
        <p:nvSpPr>
          <p:cNvPr id="15" name="Shape 13"/>
          <p:cNvSpPr/>
          <p:nvPr/>
        </p:nvSpPr>
        <p:spPr>
          <a:xfrm>
            <a:off x="2601468" y="4951476"/>
            <a:ext cx="50292" cy="50292"/>
          </a:xfrm>
          <a:prstGeom prst="rect">
            <a:avLst/>
          </a:prstGeom>
          <a:solidFill>
            <a:srgbClr val="0F1426"/>
          </a:solidFill>
          <a:ln/>
        </p:spPr>
      </p:sp>
      <p:sp>
        <p:nvSpPr>
          <p:cNvPr id="16" name="Shape 14"/>
          <p:cNvSpPr/>
          <p:nvPr/>
        </p:nvSpPr>
        <p:spPr>
          <a:xfrm>
            <a:off x="731520" y="1755648"/>
            <a:ext cx="502920" cy="274320"/>
          </a:xfrm>
          <a:prstGeom prst="rect">
            <a:avLst/>
          </a:prstGeom>
          <a:solidFill>
            <a:srgbClr val="22201F"/>
          </a:solidFill>
          <a:ln/>
        </p:spPr>
      </p:sp>
      <p:sp>
        <p:nvSpPr>
          <p:cNvPr id="17" name="Shape 15"/>
          <p:cNvSpPr/>
          <p:nvPr/>
        </p:nvSpPr>
        <p:spPr>
          <a:xfrm>
            <a:off x="781812" y="1805940"/>
            <a:ext cx="402336" cy="173736"/>
          </a:xfrm>
          <a:prstGeom prst="rect">
            <a:avLst/>
          </a:prstGeom>
          <a:solidFill>
            <a:srgbClr val="F7D84A"/>
          </a:solidFill>
          <a:ln/>
        </p:spPr>
      </p:sp>
      <p:sp>
        <p:nvSpPr>
          <p:cNvPr id="18" name="Shape 16"/>
          <p:cNvSpPr/>
          <p:nvPr/>
        </p:nvSpPr>
        <p:spPr>
          <a:xfrm>
            <a:off x="731520" y="1755648"/>
            <a:ext cx="50292" cy="50292"/>
          </a:xfrm>
          <a:prstGeom prst="rect">
            <a:avLst/>
          </a:prstGeom>
          <a:solidFill>
            <a:srgbClr val="1F2A4A"/>
          </a:solidFill>
          <a:ln/>
        </p:spPr>
      </p:sp>
      <p:sp>
        <p:nvSpPr>
          <p:cNvPr id="19" name="Shape 17"/>
          <p:cNvSpPr/>
          <p:nvPr/>
        </p:nvSpPr>
        <p:spPr>
          <a:xfrm>
            <a:off x="1184148" y="1755648"/>
            <a:ext cx="50292" cy="50292"/>
          </a:xfrm>
          <a:prstGeom prst="rect">
            <a:avLst/>
          </a:prstGeom>
          <a:solidFill>
            <a:srgbClr val="1F2A4A"/>
          </a:solidFill>
          <a:ln/>
        </p:spPr>
      </p:sp>
      <p:sp>
        <p:nvSpPr>
          <p:cNvPr id="20" name="Shape 18"/>
          <p:cNvSpPr/>
          <p:nvPr/>
        </p:nvSpPr>
        <p:spPr>
          <a:xfrm>
            <a:off x="731520" y="1979676"/>
            <a:ext cx="50292" cy="50292"/>
          </a:xfrm>
          <a:prstGeom prst="rect">
            <a:avLst/>
          </a:prstGeom>
          <a:solidFill>
            <a:srgbClr val="1F2A4A"/>
          </a:solidFill>
          <a:ln/>
        </p:spPr>
      </p:sp>
      <p:sp>
        <p:nvSpPr>
          <p:cNvPr id="21" name="Shape 19"/>
          <p:cNvSpPr/>
          <p:nvPr/>
        </p:nvSpPr>
        <p:spPr>
          <a:xfrm>
            <a:off x="1184148" y="1979676"/>
            <a:ext cx="50292" cy="50292"/>
          </a:xfrm>
          <a:prstGeom prst="rect">
            <a:avLst/>
          </a:prstGeom>
          <a:solidFill>
            <a:srgbClr val="1F2A4A"/>
          </a:solidFill>
          <a:ln/>
        </p:spPr>
      </p:sp>
      <p:sp>
        <p:nvSpPr>
          <p:cNvPr id="22" name="Text 20"/>
          <p:cNvSpPr txBox="1"/>
          <p:nvPr/>
        </p:nvSpPr>
        <p:spPr>
          <a:xfrm>
            <a:off x="731520"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F1</a:t>
            </a:r>
            <a:endParaRPr lang="ko-KR" sz="1100" dirty="0"/>
          </a:p>
        </p:txBody>
      </p:sp>
      <p:sp>
        <p:nvSpPr>
          <p:cNvPr id="23" name="Shape 21"/>
          <p:cNvSpPr/>
          <p:nvPr/>
        </p:nvSpPr>
        <p:spPr>
          <a:xfrm>
            <a:off x="1234440" y="2194560"/>
            <a:ext cx="731520" cy="731520"/>
          </a:xfrm>
          <a:prstGeom prst="rect">
            <a:avLst/>
          </a:prstGeom>
          <a:solidFill>
            <a:srgbClr val="22201F"/>
          </a:solidFill>
          <a:ln/>
        </p:spPr>
      </p:sp>
      <p:sp>
        <p:nvSpPr>
          <p:cNvPr id="24" name="Shape 22"/>
          <p:cNvSpPr/>
          <p:nvPr/>
        </p:nvSpPr>
        <p:spPr>
          <a:xfrm>
            <a:off x="1284732" y="2244852"/>
            <a:ext cx="630936" cy="630936"/>
          </a:xfrm>
          <a:prstGeom prst="rect">
            <a:avLst/>
          </a:prstGeom>
          <a:solidFill>
            <a:srgbClr val="45C7C1"/>
          </a:solidFill>
          <a:ln/>
        </p:spPr>
      </p:sp>
      <p:sp>
        <p:nvSpPr>
          <p:cNvPr id="25" name="Shape 23"/>
          <p:cNvSpPr/>
          <p:nvPr/>
        </p:nvSpPr>
        <p:spPr>
          <a:xfrm>
            <a:off x="1234440" y="2194560"/>
            <a:ext cx="50292" cy="50292"/>
          </a:xfrm>
          <a:prstGeom prst="rect">
            <a:avLst/>
          </a:prstGeom>
          <a:solidFill>
            <a:srgbClr val="1F2A4A"/>
          </a:solidFill>
          <a:ln/>
        </p:spPr>
      </p:sp>
      <p:sp>
        <p:nvSpPr>
          <p:cNvPr id="26" name="Shape 24"/>
          <p:cNvSpPr/>
          <p:nvPr/>
        </p:nvSpPr>
        <p:spPr>
          <a:xfrm>
            <a:off x="1915668" y="2194560"/>
            <a:ext cx="50292" cy="50292"/>
          </a:xfrm>
          <a:prstGeom prst="rect">
            <a:avLst/>
          </a:prstGeom>
          <a:solidFill>
            <a:srgbClr val="1F2A4A"/>
          </a:solidFill>
          <a:ln/>
        </p:spPr>
      </p:sp>
      <p:sp>
        <p:nvSpPr>
          <p:cNvPr id="27" name="Shape 25"/>
          <p:cNvSpPr/>
          <p:nvPr/>
        </p:nvSpPr>
        <p:spPr>
          <a:xfrm>
            <a:off x="1234440" y="2875788"/>
            <a:ext cx="50292" cy="50292"/>
          </a:xfrm>
          <a:prstGeom prst="rect">
            <a:avLst/>
          </a:prstGeom>
          <a:solidFill>
            <a:srgbClr val="1F2A4A"/>
          </a:solidFill>
          <a:ln/>
        </p:spPr>
      </p:sp>
      <p:sp>
        <p:nvSpPr>
          <p:cNvPr id="28" name="Shape 26"/>
          <p:cNvSpPr/>
          <p:nvPr/>
        </p:nvSpPr>
        <p:spPr>
          <a:xfrm>
            <a:off x="1915668" y="2875788"/>
            <a:ext cx="50292" cy="50292"/>
          </a:xfrm>
          <a:prstGeom prst="rect">
            <a:avLst/>
          </a:prstGeom>
          <a:solidFill>
            <a:srgbClr val="1F2A4A"/>
          </a:solidFill>
          <a:ln/>
        </p:spPr>
      </p:sp>
      <p:pic>
        <p:nvPicPr>
          <p:cNvPr id="29" name="Image 0" descr="preencoded.png">    </p:cNvPr>
          <p:cNvPicPr>
            <a:picLocks noChangeAspect="1"/>
          </p:cNvPicPr>
          <p:nvPr/>
        </p:nvPicPr>
        <p:blipFill>
          <a:blip r:embed="rId1"/>
          <a:stretch>
            <a:fillRect/>
          </a:stretch>
        </p:blipFill>
        <p:spPr>
          <a:xfrm>
            <a:off x="1395374" y="2355494"/>
            <a:ext cx="409651" cy="409651"/>
          </a:xfrm>
          <a:prstGeom prst="rect">
            <a:avLst/>
          </a:prstGeom>
        </p:spPr>
      </p:pic>
      <p:sp>
        <p:nvSpPr>
          <p:cNvPr id="30" name="Text 27"/>
          <p:cNvSpPr txBox="1"/>
          <p:nvPr/>
        </p:nvSpPr>
        <p:spPr>
          <a:xfrm>
            <a:off x="658368"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오늘의 업무 조건</a:t>
            </a:r>
            <a:endParaRPr lang="ko-KR" sz="1450" dirty="0"/>
          </a:p>
        </p:txBody>
      </p:sp>
      <p:sp>
        <p:nvSpPr>
          <p:cNvPr id="31" name="Text 28"/>
          <p:cNvSpPr txBox="1"/>
          <p:nvPr/>
        </p:nvSpPr>
        <p:spPr>
          <a:xfrm>
            <a:off x="658368"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아침마다 규칙 카드와</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좋은 예·주의 예로 배우기</a:t>
            </a:r>
            <a:endParaRPr lang="ko-KR" sz="1150" dirty="0"/>
          </a:p>
        </p:txBody>
      </p:sp>
      <p:sp>
        <p:nvSpPr>
          <p:cNvPr id="32" name="Text 29"/>
          <p:cNvSpPr txBox="1"/>
          <p:nvPr/>
        </p:nvSpPr>
        <p:spPr>
          <a:xfrm>
            <a:off x="658368"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2 · 3</a:t>
            </a:r>
            <a:endParaRPr lang="ko-KR" sz="1200" dirty="0"/>
          </a:p>
        </p:txBody>
      </p:sp>
      <p:sp>
        <p:nvSpPr>
          <p:cNvPr id="33" name="Shape 30"/>
          <p:cNvSpPr/>
          <p:nvPr/>
        </p:nvSpPr>
        <p:spPr>
          <a:xfrm>
            <a:off x="2802636" y="1572768"/>
            <a:ext cx="2103120" cy="3429000"/>
          </a:xfrm>
          <a:prstGeom prst="rect">
            <a:avLst/>
          </a:prstGeom>
          <a:solidFill>
            <a:srgbClr val="3A4E7A"/>
          </a:solidFill>
          <a:ln/>
        </p:spPr>
      </p:sp>
      <p:sp>
        <p:nvSpPr>
          <p:cNvPr id="34" name="Shape 31"/>
          <p:cNvSpPr/>
          <p:nvPr/>
        </p:nvSpPr>
        <p:spPr>
          <a:xfrm>
            <a:off x="2852928" y="1623060"/>
            <a:ext cx="2002536" cy="3328416"/>
          </a:xfrm>
          <a:prstGeom prst="rect">
            <a:avLst/>
          </a:prstGeom>
          <a:solidFill>
            <a:srgbClr val="1F2A4A"/>
          </a:solidFill>
          <a:ln/>
        </p:spPr>
      </p:sp>
      <p:sp>
        <p:nvSpPr>
          <p:cNvPr id="35" name="Shape 32"/>
          <p:cNvSpPr/>
          <p:nvPr/>
        </p:nvSpPr>
        <p:spPr>
          <a:xfrm>
            <a:off x="2802636" y="1572768"/>
            <a:ext cx="50292" cy="50292"/>
          </a:xfrm>
          <a:prstGeom prst="rect">
            <a:avLst/>
          </a:prstGeom>
          <a:solidFill>
            <a:srgbClr val="0F1426"/>
          </a:solidFill>
          <a:ln/>
        </p:spPr>
      </p:sp>
      <p:sp>
        <p:nvSpPr>
          <p:cNvPr id="36" name="Shape 33"/>
          <p:cNvSpPr/>
          <p:nvPr/>
        </p:nvSpPr>
        <p:spPr>
          <a:xfrm>
            <a:off x="4855464" y="1572768"/>
            <a:ext cx="50292" cy="50292"/>
          </a:xfrm>
          <a:prstGeom prst="rect">
            <a:avLst/>
          </a:prstGeom>
          <a:solidFill>
            <a:srgbClr val="0F1426"/>
          </a:solidFill>
          <a:ln/>
        </p:spPr>
      </p:sp>
      <p:sp>
        <p:nvSpPr>
          <p:cNvPr id="37" name="Shape 34"/>
          <p:cNvSpPr/>
          <p:nvPr/>
        </p:nvSpPr>
        <p:spPr>
          <a:xfrm>
            <a:off x="2802636" y="4951476"/>
            <a:ext cx="50292" cy="50292"/>
          </a:xfrm>
          <a:prstGeom prst="rect">
            <a:avLst/>
          </a:prstGeom>
          <a:solidFill>
            <a:srgbClr val="0F1426"/>
          </a:solidFill>
          <a:ln/>
        </p:spPr>
      </p:sp>
      <p:sp>
        <p:nvSpPr>
          <p:cNvPr id="38" name="Shape 35"/>
          <p:cNvSpPr/>
          <p:nvPr/>
        </p:nvSpPr>
        <p:spPr>
          <a:xfrm>
            <a:off x="4855464" y="4951476"/>
            <a:ext cx="50292" cy="50292"/>
          </a:xfrm>
          <a:prstGeom prst="rect">
            <a:avLst/>
          </a:prstGeom>
          <a:solidFill>
            <a:srgbClr val="0F1426"/>
          </a:solidFill>
          <a:ln/>
        </p:spPr>
      </p:sp>
      <p:sp>
        <p:nvSpPr>
          <p:cNvPr id="39" name="Shape 36"/>
          <p:cNvSpPr/>
          <p:nvPr/>
        </p:nvSpPr>
        <p:spPr>
          <a:xfrm>
            <a:off x="2985516" y="1755648"/>
            <a:ext cx="502920" cy="274320"/>
          </a:xfrm>
          <a:prstGeom prst="rect">
            <a:avLst/>
          </a:prstGeom>
          <a:solidFill>
            <a:srgbClr val="22201F"/>
          </a:solidFill>
          <a:ln/>
        </p:spPr>
      </p:sp>
      <p:sp>
        <p:nvSpPr>
          <p:cNvPr id="40" name="Shape 37"/>
          <p:cNvSpPr/>
          <p:nvPr/>
        </p:nvSpPr>
        <p:spPr>
          <a:xfrm>
            <a:off x="3035808" y="1805940"/>
            <a:ext cx="402336" cy="173736"/>
          </a:xfrm>
          <a:prstGeom prst="rect">
            <a:avLst/>
          </a:prstGeom>
          <a:solidFill>
            <a:srgbClr val="F7D84A"/>
          </a:solidFill>
          <a:ln/>
        </p:spPr>
      </p:sp>
      <p:sp>
        <p:nvSpPr>
          <p:cNvPr id="41" name="Shape 38"/>
          <p:cNvSpPr/>
          <p:nvPr/>
        </p:nvSpPr>
        <p:spPr>
          <a:xfrm>
            <a:off x="2985516" y="1755648"/>
            <a:ext cx="50292" cy="50292"/>
          </a:xfrm>
          <a:prstGeom prst="rect">
            <a:avLst/>
          </a:prstGeom>
          <a:solidFill>
            <a:srgbClr val="1F2A4A"/>
          </a:solidFill>
          <a:ln/>
        </p:spPr>
      </p:sp>
      <p:sp>
        <p:nvSpPr>
          <p:cNvPr id="42" name="Shape 39"/>
          <p:cNvSpPr/>
          <p:nvPr/>
        </p:nvSpPr>
        <p:spPr>
          <a:xfrm>
            <a:off x="3438144" y="1755648"/>
            <a:ext cx="50292" cy="50292"/>
          </a:xfrm>
          <a:prstGeom prst="rect">
            <a:avLst/>
          </a:prstGeom>
          <a:solidFill>
            <a:srgbClr val="1F2A4A"/>
          </a:solidFill>
          <a:ln/>
        </p:spPr>
      </p:sp>
      <p:sp>
        <p:nvSpPr>
          <p:cNvPr id="43" name="Shape 40"/>
          <p:cNvSpPr/>
          <p:nvPr/>
        </p:nvSpPr>
        <p:spPr>
          <a:xfrm>
            <a:off x="2985516" y="1979676"/>
            <a:ext cx="50292" cy="50292"/>
          </a:xfrm>
          <a:prstGeom prst="rect">
            <a:avLst/>
          </a:prstGeom>
          <a:solidFill>
            <a:srgbClr val="1F2A4A"/>
          </a:solidFill>
          <a:ln/>
        </p:spPr>
      </p:sp>
      <p:sp>
        <p:nvSpPr>
          <p:cNvPr id="44" name="Shape 41"/>
          <p:cNvSpPr/>
          <p:nvPr/>
        </p:nvSpPr>
        <p:spPr>
          <a:xfrm>
            <a:off x="3438144" y="1979676"/>
            <a:ext cx="50292" cy="50292"/>
          </a:xfrm>
          <a:prstGeom prst="rect">
            <a:avLst/>
          </a:prstGeom>
          <a:solidFill>
            <a:srgbClr val="1F2A4A"/>
          </a:solidFill>
          <a:ln/>
        </p:spPr>
      </p:sp>
      <p:sp>
        <p:nvSpPr>
          <p:cNvPr id="45" name="Text 42"/>
          <p:cNvSpPr txBox="1"/>
          <p:nvPr/>
        </p:nvSpPr>
        <p:spPr>
          <a:xfrm>
            <a:off x="2985516"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F2</a:t>
            </a:r>
            <a:endParaRPr lang="ko-KR" sz="1100" dirty="0"/>
          </a:p>
        </p:txBody>
      </p:sp>
      <p:sp>
        <p:nvSpPr>
          <p:cNvPr id="46" name="Shape 43"/>
          <p:cNvSpPr/>
          <p:nvPr/>
        </p:nvSpPr>
        <p:spPr>
          <a:xfrm>
            <a:off x="3488436" y="2194560"/>
            <a:ext cx="731520" cy="731520"/>
          </a:xfrm>
          <a:prstGeom prst="rect">
            <a:avLst/>
          </a:prstGeom>
          <a:solidFill>
            <a:srgbClr val="22201F"/>
          </a:solidFill>
          <a:ln/>
        </p:spPr>
      </p:sp>
      <p:sp>
        <p:nvSpPr>
          <p:cNvPr id="47" name="Shape 44"/>
          <p:cNvSpPr/>
          <p:nvPr/>
        </p:nvSpPr>
        <p:spPr>
          <a:xfrm>
            <a:off x="3538728" y="2244852"/>
            <a:ext cx="630936" cy="630936"/>
          </a:xfrm>
          <a:prstGeom prst="rect">
            <a:avLst/>
          </a:prstGeom>
          <a:solidFill>
            <a:srgbClr val="45C7C1"/>
          </a:solidFill>
          <a:ln/>
        </p:spPr>
      </p:sp>
      <p:sp>
        <p:nvSpPr>
          <p:cNvPr id="48" name="Shape 45"/>
          <p:cNvSpPr/>
          <p:nvPr/>
        </p:nvSpPr>
        <p:spPr>
          <a:xfrm>
            <a:off x="3488436" y="2194560"/>
            <a:ext cx="50292" cy="50292"/>
          </a:xfrm>
          <a:prstGeom prst="rect">
            <a:avLst/>
          </a:prstGeom>
          <a:solidFill>
            <a:srgbClr val="1F2A4A"/>
          </a:solidFill>
          <a:ln/>
        </p:spPr>
      </p:sp>
      <p:sp>
        <p:nvSpPr>
          <p:cNvPr id="49" name="Shape 46"/>
          <p:cNvSpPr/>
          <p:nvPr/>
        </p:nvSpPr>
        <p:spPr>
          <a:xfrm>
            <a:off x="4169664" y="2194560"/>
            <a:ext cx="50292" cy="50292"/>
          </a:xfrm>
          <a:prstGeom prst="rect">
            <a:avLst/>
          </a:prstGeom>
          <a:solidFill>
            <a:srgbClr val="1F2A4A"/>
          </a:solidFill>
          <a:ln/>
        </p:spPr>
      </p:sp>
      <p:sp>
        <p:nvSpPr>
          <p:cNvPr id="50" name="Shape 47"/>
          <p:cNvSpPr/>
          <p:nvPr/>
        </p:nvSpPr>
        <p:spPr>
          <a:xfrm>
            <a:off x="3488436" y="2875788"/>
            <a:ext cx="50292" cy="50292"/>
          </a:xfrm>
          <a:prstGeom prst="rect">
            <a:avLst/>
          </a:prstGeom>
          <a:solidFill>
            <a:srgbClr val="1F2A4A"/>
          </a:solidFill>
          <a:ln/>
        </p:spPr>
      </p:sp>
      <p:sp>
        <p:nvSpPr>
          <p:cNvPr id="51" name="Shape 48"/>
          <p:cNvSpPr/>
          <p:nvPr/>
        </p:nvSpPr>
        <p:spPr>
          <a:xfrm>
            <a:off x="4169664" y="2875788"/>
            <a:ext cx="50292" cy="50292"/>
          </a:xfrm>
          <a:prstGeom prst="rect">
            <a:avLst/>
          </a:prstGeom>
          <a:solidFill>
            <a:srgbClr val="1F2A4A"/>
          </a:solidFill>
          <a:ln/>
        </p:spPr>
      </p:sp>
      <p:pic>
        <p:nvPicPr>
          <p:cNvPr id="52" name="Image 1" descr="preencoded.png">    </p:cNvPr>
          <p:cNvPicPr>
            <a:picLocks noChangeAspect="1"/>
          </p:cNvPicPr>
          <p:nvPr/>
        </p:nvPicPr>
        <p:blipFill>
          <a:blip r:embed="rId2"/>
          <a:stretch>
            <a:fillRect/>
          </a:stretch>
        </p:blipFill>
        <p:spPr>
          <a:xfrm>
            <a:off x="3649370" y="2355494"/>
            <a:ext cx="409651" cy="409651"/>
          </a:xfrm>
          <a:prstGeom prst="rect">
            <a:avLst/>
          </a:prstGeom>
        </p:spPr>
      </p:pic>
      <p:sp>
        <p:nvSpPr>
          <p:cNvPr id="53" name="Text 49"/>
          <p:cNvSpPr txBox="1"/>
          <p:nvPr/>
        </p:nvSpPr>
        <p:spPr>
          <a:xfrm>
            <a:off x="2912364"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서류 대조와 단서</a:t>
            </a:r>
            <a:endParaRPr lang="ko-KR" sz="1450" dirty="0"/>
          </a:p>
        </p:txBody>
      </p:sp>
      <p:sp>
        <p:nvSpPr>
          <p:cNvPr id="54" name="Text 50"/>
          <p:cNvSpPr txBox="1"/>
          <p:nvPr/>
        </p:nvSpPr>
        <p:spPr>
          <a:xfrm>
            <a:off x="2912364"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두 정보를 눌러 비교하고</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의심 깃발로 표시하기</a:t>
            </a:r>
            <a:endParaRPr lang="ko-KR" sz="1150" dirty="0"/>
          </a:p>
        </p:txBody>
      </p:sp>
      <p:sp>
        <p:nvSpPr>
          <p:cNvPr id="55" name="Text 51"/>
          <p:cNvSpPr txBox="1"/>
          <p:nvPr/>
        </p:nvSpPr>
        <p:spPr>
          <a:xfrm>
            <a:off x="2912364"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3 · 4</a:t>
            </a:r>
            <a:endParaRPr lang="ko-KR" sz="1200" dirty="0"/>
          </a:p>
        </p:txBody>
      </p:sp>
      <p:sp>
        <p:nvSpPr>
          <p:cNvPr id="56" name="Shape 52"/>
          <p:cNvSpPr/>
          <p:nvPr/>
        </p:nvSpPr>
        <p:spPr>
          <a:xfrm>
            <a:off x="5056632" y="1572768"/>
            <a:ext cx="2103120" cy="3429000"/>
          </a:xfrm>
          <a:prstGeom prst="rect">
            <a:avLst/>
          </a:prstGeom>
          <a:solidFill>
            <a:srgbClr val="3A4E7A"/>
          </a:solidFill>
          <a:ln/>
        </p:spPr>
      </p:sp>
      <p:sp>
        <p:nvSpPr>
          <p:cNvPr id="57" name="Shape 53"/>
          <p:cNvSpPr/>
          <p:nvPr/>
        </p:nvSpPr>
        <p:spPr>
          <a:xfrm>
            <a:off x="5106924" y="1623060"/>
            <a:ext cx="2002536" cy="3328416"/>
          </a:xfrm>
          <a:prstGeom prst="rect">
            <a:avLst/>
          </a:prstGeom>
          <a:solidFill>
            <a:srgbClr val="1F2A4A"/>
          </a:solidFill>
          <a:ln/>
        </p:spPr>
      </p:sp>
      <p:sp>
        <p:nvSpPr>
          <p:cNvPr id="58" name="Shape 54"/>
          <p:cNvSpPr/>
          <p:nvPr/>
        </p:nvSpPr>
        <p:spPr>
          <a:xfrm>
            <a:off x="5056632" y="1572768"/>
            <a:ext cx="50292" cy="50292"/>
          </a:xfrm>
          <a:prstGeom prst="rect">
            <a:avLst/>
          </a:prstGeom>
          <a:solidFill>
            <a:srgbClr val="0F1426"/>
          </a:solidFill>
          <a:ln/>
        </p:spPr>
      </p:sp>
      <p:sp>
        <p:nvSpPr>
          <p:cNvPr id="59" name="Shape 55"/>
          <p:cNvSpPr/>
          <p:nvPr/>
        </p:nvSpPr>
        <p:spPr>
          <a:xfrm>
            <a:off x="7109460" y="1572768"/>
            <a:ext cx="50292" cy="50292"/>
          </a:xfrm>
          <a:prstGeom prst="rect">
            <a:avLst/>
          </a:prstGeom>
          <a:solidFill>
            <a:srgbClr val="0F1426"/>
          </a:solidFill>
          <a:ln/>
        </p:spPr>
      </p:sp>
      <p:sp>
        <p:nvSpPr>
          <p:cNvPr id="60" name="Shape 56"/>
          <p:cNvSpPr/>
          <p:nvPr/>
        </p:nvSpPr>
        <p:spPr>
          <a:xfrm>
            <a:off x="5056632" y="4951476"/>
            <a:ext cx="50292" cy="50292"/>
          </a:xfrm>
          <a:prstGeom prst="rect">
            <a:avLst/>
          </a:prstGeom>
          <a:solidFill>
            <a:srgbClr val="0F1426"/>
          </a:solidFill>
          <a:ln/>
        </p:spPr>
      </p:sp>
      <p:sp>
        <p:nvSpPr>
          <p:cNvPr id="61" name="Shape 57"/>
          <p:cNvSpPr/>
          <p:nvPr/>
        </p:nvSpPr>
        <p:spPr>
          <a:xfrm>
            <a:off x="7109460" y="4951476"/>
            <a:ext cx="50292" cy="50292"/>
          </a:xfrm>
          <a:prstGeom prst="rect">
            <a:avLst/>
          </a:prstGeom>
          <a:solidFill>
            <a:srgbClr val="0F1426"/>
          </a:solidFill>
          <a:ln/>
        </p:spPr>
      </p:sp>
      <p:sp>
        <p:nvSpPr>
          <p:cNvPr id="62" name="Shape 58"/>
          <p:cNvSpPr/>
          <p:nvPr/>
        </p:nvSpPr>
        <p:spPr>
          <a:xfrm>
            <a:off x="5239512" y="1755648"/>
            <a:ext cx="502920" cy="274320"/>
          </a:xfrm>
          <a:prstGeom prst="rect">
            <a:avLst/>
          </a:prstGeom>
          <a:solidFill>
            <a:srgbClr val="22201F"/>
          </a:solidFill>
          <a:ln/>
        </p:spPr>
      </p:sp>
      <p:sp>
        <p:nvSpPr>
          <p:cNvPr id="63" name="Shape 59"/>
          <p:cNvSpPr/>
          <p:nvPr/>
        </p:nvSpPr>
        <p:spPr>
          <a:xfrm>
            <a:off x="5289804" y="1805940"/>
            <a:ext cx="402336" cy="173736"/>
          </a:xfrm>
          <a:prstGeom prst="rect">
            <a:avLst/>
          </a:prstGeom>
          <a:solidFill>
            <a:srgbClr val="F7D84A"/>
          </a:solidFill>
          <a:ln/>
        </p:spPr>
      </p:sp>
      <p:sp>
        <p:nvSpPr>
          <p:cNvPr id="64" name="Shape 60"/>
          <p:cNvSpPr/>
          <p:nvPr/>
        </p:nvSpPr>
        <p:spPr>
          <a:xfrm>
            <a:off x="5239512" y="1755648"/>
            <a:ext cx="50292" cy="50292"/>
          </a:xfrm>
          <a:prstGeom prst="rect">
            <a:avLst/>
          </a:prstGeom>
          <a:solidFill>
            <a:srgbClr val="1F2A4A"/>
          </a:solidFill>
          <a:ln/>
        </p:spPr>
      </p:sp>
      <p:sp>
        <p:nvSpPr>
          <p:cNvPr id="65" name="Shape 61"/>
          <p:cNvSpPr/>
          <p:nvPr/>
        </p:nvSpPr>
        <p:spPr>
          <a:xfrm>
            <a:off x="5692140" y="1755648"/>
            <a:ext cx="50292" cy="50292"/>
          </a:xfrm>
          <a:prstGeom prst="rect">
            <a:avLst/>
          </a:prstGeom>
          <a:solidFill>
            <a:srgbClr val="1F2A4A"/>
          </a:solidFill>
          <a:ln/>
        </p:spPr>
      </p:sp>
      <p:sp>
        <p:nvSpPr>
          <p:cNvPr id="66" name="Shape 62"/>
          <p:cNvSpPr/>
          <p:nvPr/>
        </p:nvSpPr>
        <p:spPr>
          <a:xfrm>
            <a:off x="5239512" y="1979676"/>
            <a:ext cx="50292" cy="50292"/>
          </a:xfrm>
          <a:prstGeom prst="rect">
            <a:avLst/>
          </a:prstGeom>
          <a:solidFill>
            <a:srgbClr val="1F2A4A"/>
          </a:solidFill>
          <a:ln/>
        </p:spPr>
      </p:sp>
      <p:sp>
        <p:nvSpPr>
          <p:cNvPr id="67" name="Shape 63"/>
          <p:cNvSpPr/>
          <p:nvPr/>
        </p:nvSpPr>
        <p:spPr>
          <a:xfrm>
            <a:off x="5692140" y="1979676"/>
            <a:ext cx="50292" cy="50292"/>
          </a:xfrm>
          <a:prstGeom prst="rect">
            <a:avLst/>
          </a:prstGeom>
          <a:solidFill>
            <a:srgbClr val="1F2A4A"/>
          </a:solidFill>
          <a:ln/>
        </p:spPr>
      </p:sp>
      <p:sp>
        <p:nvSpPr>
          <p:cNvPr id="68" name="Text 64"/>
          <p:cNvSpPr txBox="1"/>
          <p:nvPr/>
        </p:nvSpPr>
        <p:spPr>
          <a:xfrm>
            <a:off x="5239512"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F3</a:t>
            </a:r>
            <a:endParaRPr lang="ko-KR" sz="1100" dirty="0"/>
          </a:p>
        </p:txBody>
      </p:sp>
      <p:sp>
        <p:nvSpPr>
          <p:cNvPr id="69" name="Shape 65"/>
          <p:cNvSpPr/>
          <p:nvPr/>
        </p:nvSpPr>
        <p:spPr>
          <a:xfrm>
            <a:off x="5742432" y="2194560"/>
            <a:ext cx="731520" cy="731520"/>
          </a:xfrm>
          <a:prstGeom prst="rect">
            <a:avLst/>
          </a:prstGeom>
          <a:solidFill>
            <a:srgbClr val="22201F"/>
          </a:solidFill>
          <a:ln/>
        </p:spPr>
      </p:sp>
      <p:sp>
        <p:nvSpPr>
          <p:cNvPr id="70" name="Shape 66"/>
          <p:cNvSpPr/>
          <p:nvPr/>
        </p:nvSpPr>
        <p:spPr>
          <a:xfrm>
            <a:off x="5792724" y="2244852"/>
            <a:ext cx="630936" cy="630936"/>
          </a:xfrm>
          <a:prstGeom prst="rect">
            <a:avLst/>
          </a:prstGeom>
          <a:solidFill>
            <a:srgbClr val="45C7C1"/>
          </a:solidFill>
          <a:ln/>
        </p:spPr>
      </p:sp>
      <p:sp>
        <p:nvSpPr>
          <p:cNvPr id="71" name="Shape 67"/>
          <p:cNvSpPr/>
          <p:nvPr/>
        </p:nvSpPr>
        <p:spPr>
          <a:xfrm>
            <a:off x="5742432" y="2194560"/>
            <a:ext cx="50292" cy="50292"/>
          </a:xfrm>
          <a:prstGeom prst="rect">
            <a:avLst/>
          </a:prstGeom>
          <a:solidFill>
            <a:srgbClr val="1F2A4A"/>
          </a:solidFill>
          <a:ln/>
        </p:spPr>
      </p:sp>
      <p:sp>
        <p:nvSpPr>
          <p:cNvPr id="72" name="Shape 68"/>
          <p:cNvSpPr/>
          <p:nvPr/>
        </p:nvSpPr>
        <p:spPr>
          <a:xfrm>
            <a:off x="6423660" y="2194560"/>
            <a:ext cx="50292" cy="50292"/>
          </a:xfrm>
          <a:prstGeom prst="rect">
            <a:avLst/>
          </a:prstGeom>
          <a:solidFill>
            <a:srgbClr val="1F2A4A"/>
          </a:solidFill>
          <a:ln/>
        </p:spPr>
      </p:sp>
      <p:sp>
        <p:nvSpPr>
          <p:cNvPr id="73" name="Shape 69"/>
          <p:cNvSpPr/>
          <p:nvPr/>
        </p:nvSpPr>
        <p:spPr>
          <a:xfrm>
            <a:off x="5742432" y="2875788"/>
            <a:ext cx="50292" cy="50292"/>
          </a:xfrm>
          <a:prstGeom prst="rect">
            <a:avLst/>
          </a:prstGeom>
          <a:solidFill>
            <a:srgbClr val="1F2A4A"/>
          </a:solidFill>
          <a:ln/>
        </p:spPr>
      </p:sp>
      <p:sp>
        <p:nvSpPr>
          <p:cNvPr id="74" name="Shape 70"/>
          <p:cNvSpPr/>
          <p:nvPr/>
        </p:nvSpPr>
        <p:spPr>
          <a:xfrm>
            <a:off x="6423660" y="2875788"/>
            <a:ext cx="50292" cy="50292"/>
          </a:xfrm>
          <a:prstGeom prst="rect">
            <a:avLst/>
          </a:prstGeom>
          <a:solidFill>
            <a:srgbClr val="1F2A4A"/>
          </a:solidFill>
          <a:ln/>
        </p:spPr>
      </p:sp>
      <p:pic>
        <p:nvPicPr>
          <p:cNvPr id="75" name="Image 2" descr="preencoded.png">    </p:cNvPr>
          <p:cNvPicPr>
            <a:picLocks noChangeAspect="1"/>
          </p:cNvPicPr>
          <p:nvPr/>
        </p:nvPicPr>
        <p:blipFill>
          <a:blip r:embed="rId3"/>
          <a:stretch>
            <a:fillRect/>
          </a:stretch>
        </p:blipFill>
        <p:spPr>
          <a:xfrm>
            <a:off x="5903366" y="2355494"/>
            <a:ext cx="409651" cy="409651"/>
          </a:xfrm>
          <a:prstGeom prst="rect">
            <a:avLst/>
          </a:prstGeom>
        </p:spPr>
      </p:pic>
      <p:sp>
        <p:nvSpPr>
          <p:cNvPr id="76" name="Text 71"/>
          <p:cNvSpPr txBox="1"/>
          <p:nvPr/>
        </p:nvSpPr>
        <p:spPr>
          <a:xfrm>
            <a:off x="5166360"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조사 도구</a:t>
            </a:r>
            <a:endParaRPr lang="ko-KR" sz="1450" dirty="0"/>
          </a:p>
        </p:txBody>
      </p:sp>
      <p:sp>
        <p:nvSpPr>
          <p:cNvPr id="77" name="Text 72"/>
          <p:cNvSpPr txBox="1"/>
          <p:nvPr/>
        </p:nvSpPr>
        <p:spPr>
          <a:xfrm>
            <a:off x="5166360"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내 기록·자료 조회·</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파일 정보(확장자) 보기</a:t>
            </a:r>
            <a:endParaRPr lang="ko-KR" sz="1150" dirty="0"/>
          </a:p>
        </p:txBody>
      </p:sp>
      <p:sp>
        <p:nvSpPr>
          <p:cNvPr id="78" name="Text 73"/>
          <p:cNvSpPr txBox="1"/>
          <p:nvPr/>
        </p:nvSpPr>
        <p:spPr>
          <a:xfrm>
            <a:off x="5166360"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5 · 6</a:t>
            </a:r>
            <a:endParaRPr lang="ko-KR" sz="1200" dirty="0"/>
          </a:p>
        </p:txBody>
      </p:sp>
      <p:sp>
        <p:nvSpPr>
          <p:cNvPr id="79" name="Shape 74"/>
          <p:cNvSpPr/>
          <p:nvPr/>
        </p:nvSpPr>
        <p:spPr>
          <a:xfrm>
            <a:off x="7310628" y="1572768"/>
            <a:ext cx="2103120" cy="3429000"/>
          </a:xfrm>
          <a:prstGeom prst="rect">
            <a:avLst/>
          </a:prstGeom>
          <a:solidFill>
            <a:srgbClr val="3A4E7A"/>
          </a:solidFill>
          <a:ln/>
        </p:spPr>
      </p:sp>
      <p:sp>
        <p:nvSpPr>
          <p:cNvPr id="80" name="Shape 75"/>
          <p:cNvSpPr/>
          <p:nvPr/>
        </p:nvSpPr>
        <p:spPr>
          <a:xfrm>
            <a:off x="7360920" y="1623060"/>
            <a:ext cx="2002536" cy="3328416"/>
          </a:xfrm>
          <a:prstGeom prst="rect">
            <a:avLst/>
          </a:prstGeom>
          <a:solidFill>
            <a:srgbClr val="1F2A4A"/>
          </a:solidFill>
          <a:ln/>
        </p:spPr>
      </p:sp>
      <p:sp>
        <p:nvSpPr>
          <p:cNvPr id="81" name="Shape 76"/>
          <p:cNvSpPr/>
          <p:nvPr/>
        </p:nvSpPr>
        <p:spPr>
          <a:xfrm>
            <a:off x="7310628" y="1572768"/>
            <a:ext cx="50292" cy="50292"/>
          </a:xfrm>
          <a:prstGeom prst="rect">
            <a:avLst/>
          </a:prstGeom>
          <a:solidFill>
            <a:srgbClr val="0F1426"/>
          </a:solidFill>
          <a:ln/>
        </p:spPr>
      </p:sp>
      <p:sp>
        <p:nvSpPr>
          <p:cNvPr id="82" name="Shape 77"/>
          <p:cNvSpPr/>
          <p:nvPr/>
        </p:nvSpPr>
        <p:spPr>
          <a:xfrm>
            <a:off x="9363456" y="1572768"/>
            <a:ext cx="50292" cy="50292"/>
          </a:xfrm>
          <a:prstGeom prst="rect">
            <a:avLst/>
          </a:prstGeom>
          <a:solidFill>
            <a:srgbClr val="0F1426"/>
          </a:solidFill>
          <a:ln/>
        </p:spPr>
      </p:sp>
      <p:sp>
        <p:nvSpPr>
          <p:cNvPr id="83" name="Shape 78"/>
          <p:cNvSpPr/>
          <p:nvPr/>
        </p:nvSpPr>
        <p:spPr>
          <a:xfrm>
            <a:off x="7310628" y="4951476"/>
            <a:ext cx="50292" cy="50292"/>
          </a:xfrm>
          <a:prstGeom prst="rect">
            <a:avLst/>
          </a:prstGeom>
          <a:solidFill>
            <a:srgbClr val="0F1426"/>
          </a:solidFill>
          <a:ln/>
        </p:spPr>
      </p:sp>
      <p:sp>
        <p:nvSpPr>
          <p:cNvPr id="84" name="Shape 79"/>
          <p:cNvSpPr/>
          <p:nvPr/>
        </p:nvSpPr>
        <p:spPr>
          <a:xfrm>
            <a:off x="9363456" y="4951476"/>
            <a:ext cx="50292" cy="50292"/>
          </a:xfrm>
          <a:prstGeom prst="rect">
            <a:avLst/>
          </a:prstGeom>
          <a:solidFill>
            <a:srgbClr val="0F1426"/>
          </a:solidFill>
          <a:ln/>
        </p:spPr>
      </p:sp>
      <p:sp>
        <p:nvSpPr>
          <p:cNvPr id="85" name="Shape 80"/>
          <p:cNvSpPr/>
          <p:nvPr/>
        </p:nvSpPr>
        <p:spPr>
          <a:xfrm>
            <a:off x="7493508" y="1755648"/>
            <a:ext cx="502920" cy="274320"/>
          </a:xfrm>
          <a:prstGeom prst="rect">
            <a:avLst/>
          </a:prstGeom>
          <a:solidFill>
            <a:srgbClr val="22201F"/>
          </a:solidFill>
          <a:ln/>
        </p:spPr>
      </p:sp>
      <p:sp>
        <p:nvSpPr>
          <p:cNvPr id="86" name="Shape 81"/>
          <p:cNvSpPr/>
          <p:nvPr/>
        </p:nvSpPr>
        <p:spPr>
          <a:xfrm>
            <a:off x="7543800" y="1805940"/>
            <a:ext cx="402336" cy="173736"/>
          </a:xfrm>
          <a:prstGeom prst="rect">
            <a:avLst/>
          </a:prstGeom>
          <a:solidFill>
            <a:srgbClr val="F7D84A"/>
          </a:solidFill>
          <a:ln/>
        </p:spPr>
      </p:sp>
      <p:sp>
        <p:nvSpPr>
          <p:cNvPr id="87" name="Shape 82"/>
          <p:cNvSpPr/>
          <p:nvPr/>
        </p:nvSpPr>
        <p:spPr>
          <a:xfrm>
            <a:off x="7493508" y="1755648"/>
            <a:ext cx="50292" cy="50292"/>
          </a:xfrm>
          <a:prstGeom prst="rect">
            <a:avLst/>
          </a:prstGeom>
          <a:solidFill>
            <a:srgbClr val="1F2A4A"/>
          </a:solidFill>
          <a:ln/>
        </p:spPr>
      </p:sp>
      <p:sp>
        <p:nvSpPr>
          <p:cNvPr id="88" name="Shape 83"/>
          <p:cNvSpPr/>
          <p:nvPr/>
        </p:nvSpPr>
        <p:spPr>
          <a:xfrm>
            <a:off x="7946136" y="1755648"/>
            <a:ext cx="50292" cy="50292"/>
          </a:xfrm>
          <a:prstGeom prst="rect">
            <a:avLst/>
          </a:prstGeom>
          <a:solidFill>
            <a:srgbClr val="1F2A4A"/>
          </a:solidFill>
          <a:ln/>
        </p:spPr>
      </p:sp>
      <p:sp>
        <p:nvSpPr>
          <p:cNvPr id="89" name="Shape 84"/>
          <p:cNvSpPr/>
          <p:nvPr/>
        </p:nvSpPr>
        <p:spPr>
          <a:xfrm>
            <a:off x="7493508" y="1979676"/>
            <a:ext cx="50292" cy="50292"/>
          </a:xfrm>
          <a:prstGeom prst="rect">
            <a:avLst/>
          </a:prstGeom>
          <a:solidFill>
            <a:srgbClr val="1F2A4A"/>
          </a:solidFill>
          <a:ln/>
        </p:spPr>
      </p:sp>
      <p:sp>
        <p:nvSpPr>
          <p:cNvPr id="90" name="Shape 85"/>
          <p:cNvSpPr/>
          <p:nvPr/>
        </p:nvSpPr>
        <p:spPr>
          <a:xfrm>
            <a:off x="7946136" y="1979676"/>
            <a:ext cx="50292" cy="50292"/>
          </a:xfrm>
          <a:prstGeom prst="rect">
            <a:avLst/>
          </a:prstGeom>
          <a:solidFill>
            <a:srgbClr val="1F2A4A"/>
          </a:solidFill>
          <a:ln/>
        </p:spPr>
      </p:sp>
      <p:sp>
        <p:nvSpPr>
          <p:cNvPr id="91" name="Text 86"/>
          <p:cNvSpPr txBox="1"/>
          <p:nvPr/>
        </p:nvSpPr>
        <p:spPr>
          <a:xfrm>
            <a:off x="7493508"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F4</a:t>
            </a:r>
            <a:endParaRPr lang="ko-KR" sz="1100" dirty="0"/>
          </a:p>
        </p:txBody>
      </p:sp>
      <p:sp>
        <p:nvSpPr>
          <p:cNvPr id="92" name="Shape 87"/>
          <p:cNvSpPr/>
          <p:nvPr/>
        </p:nvSpPr>
        <p:spPr>
          <a:xfrm>
            <a:off x="7996428" y="2194560"/>
            <a:ext cx="731520" cy="731520"/>
          </a:xfrm>
          <a:prstGeom prst="rect">
            <a:avLst/>
          </a:prstGeom>
          <a:solidFill>
            <a:srgbClr val="22201F"/>
          </a:solidFill>
          <a:ln/>
        </p:spPr>
      </p:sp>
      <p:sp>
        <p:nvSpPr>
          <p:cNvPr id="93" name="Shape 88"/>
          <p:cNvSpPr/>
          <p:nvPr/>
        </p:nvSpPr>
        <p:spPr>
          <a:xfrm>
            <a:off x="8046720" y="2244852"/>
            <a:ext cx="630936" cy="630936"/>
          </a:xfrm>
          <a:prstGeom prst="rect">
            <a:avLst/>
          </a:prstGeom>
          <a:solidFill>
            <a:srgbClr val="45C7C1"/>
          </a:solidFill>
          <a:ln/>
        </p:spPr>
      </p:sp>
      <p:sp>
        <p:nvSpPr>
          <p:cNvPr id="94" name="Shape 89"/>
          <p:cNvSpPr/>
          <p:nvPr/>
        </p:nvSpPr>
        <p:spPr>
          <a:xfrm>
            <a:off x="7996428" y="2194560"/>
            <a:ext cx="50292" cy="50292"/>
          </a:xfrm>
          <a:prstGeom prst="rect">
            <a:avLst/>
          </a:prstGeom>
          <a:solidFill>
            <a:srgbClr val="1F2A4A"/>
          </a:solidFill>
          <a:ln/>
        </p:spPr>
      </p:sp>
      <p:sp>
        <p:nvSpPr>
          <p:cNvPr id="95" name="Shape 90"/>
          <p:cNvSpPr/>
          <p:nvPr/>
        </p:nvSpPr>
        <p:spPr>
          <a:xfrm>
            <a:off x="8677656" y="2194560"/>
            <a:ext cx="50292" cy="50292"/>
          </a:xfrm>
          <a:prstGeom prst="rect">
            <a:avLst/>
          </a:prstGeom>
          <a:solidFill>
            <a:srgbClr val="1F2A4A"/>
          </a:solidFill>
          <a:ln/>
        </p:spPr>
      </p:sp>
      <p:sp>
        <p:nvSpPr>
          <p:cNvPr id="96" name="Shape 91"/>
          <p:cNvSpPr/>
          <p:nvPr/>
        </p:nvSpPr>
        <p:spPr>
          <a:xfrm>
            <a:off x="7996428" y="2875788"/>
            <a:ext cx="50292" cy="50292"/>
          </a:xfrm>
          <a:prstGeom prst="rect">
            <a:avLst/>
          </a:prstGeom>
          <a:solidFill>
            <a:srgbClr val="1F2A4A"/>
          </a:solidFill>
          <a:ln/>
        </p:spPr>
      </p:sp>
      <p:sp>
        <p:nvSpPr>
          <p:cNvPr id="97" name="Shape 92"/>
          <p:cNvSpPr/>
          <p:nvPr/>
        </p:nvSpPr>
        <p:spPr>
          <a:xfrm>
            <a:off x="8677656" y="2875788"/>
            <a:ext cx="50292" cy="50292"/>
          </a:xfrm>
          <a:prstGeom prst="rect">
            <a:avLst/>
          </a:prstGeom>
          <a:solidFill>
            <a:srgbClr val="1F2A4A"/>
          </a:solidFill>
          <a:ln/>
        </p:spPr>
      </p:sp>
      <p:pic>
        <p:nvPicPr>
          <p:cNvPr id="98" name="Image 3" descr="preencoded.png">    </p:cNvPr>
          <p:cNvPicPr>
            <a:picLocks noChangeAspect="1"/>
          </p:cNvPicPr>
          <p:nvPr/>
        </p:nvPicPr>
        <p:blipFill>
          <a:blip r:embed="rId4"/>
          <a:stretch>
            <a:fillRect/>
          </a:stretch>
        </p:blipFill>
        <p:spPr>
          <a:xfrm>
            <a:off x="8157362" y="2355494"/>
            <a:ext cx="409651" cy="409651"/>
          </a:xfrm>
          <a:prstGeom prst="rect">
            <a:avLst/>
          </a:prstGeom>
        </p:spPr>
      </p:pic>
      <p:sp>
        <p:nvSpPr>
          <p:cNvPr id="99" name="Text 93"/>
          <p:cNvSpPr txBox="1"/>
          <p:nvPr/>
        </p:nvSpPr>
        <p:spPr>
          <a:xfrm>
            <a:off x="7420356"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판정과 처리</a:t>
            </a:r>
            <a:endParaRPr lang="ko-KR" sz="1450" dirty="0"/>
          </a:p>
        </p:txBody>
      </p:sp>
      <p:sp>
        <p:nvSpPr>
          <p:cNvPr id="100" name="Text 94"/>
          <p:cNvSpPr txBox="1"/>
          <p:nvPr/>
        </p:nvSpPr>
        <p:spPr>
          <a:xfrm>
            <a:off x="7420356"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승인·거부·추가 확인,</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근거와 신고까지 고르기</a:t>
            </a:r>
            <a:endParaRPr lang="ko-KR" sz="1150" dirty="0"/>
          </a:p>
        </p:txBody>
      </p:sp>
      <p:sp>
        <p:nvSpPr>
          <p:cNvPr id="101" name="Text 95"/>
          <p:cNvSpPr txBox="1"/>
          <p:nvPr/>
        </p:nvSpPr>
        <p:spPr>
          <a:xfrm>
            <a:off x="7420356"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7 · 8</a:t>
            </a:r>
            <a:endParaRPr lang="ko-KR" sz="1200" dirty="0"/>
          </a:p>
        </p:txBody>
      </p:sp>
      <p:sp>
        <p:nvSpPr>
          <p:cNvPr id="102" name="Shape 96"/>
          <p:cNvSpPr/>
          <p:nvPr/>
        </p:nvSpPr>
        <p:spPr>
          <a:xfrm>
            <a:off x="9564624" y="1572768"/>
            <a:ext cx="2103120" cy="3429000"/>
          </a:xfrm>
          <a:prstGeom prst="rect">
            <a:avLst/>
          </a:prstGeom>
          <a:solidFill>
            <a:srgbClr val="3A4E7A"/>
          </a:solidFill>
          <a:ln/>
        </p:spPr>
      </p:sp>
      <p:sp>
        <p:nvSpPr>
          <p:cNvPr id="103" name="Shape 97"/>
          <p:cNvSpPr/>
          <p:nvPr/>
        </p:nvSpPr>
        <p:spPr>
          <a:xfrm>
            <a:off x="9614916" y="1623060"/>
            <a:ext cx="2002536" cy="3328416"/>
          </a:xfrm>
          <a:prstGeom prst="rect">
            <a:avLst/>
          </a:prstGeom>
          <a:solidFill>
            <a:srgbClr val="1F2A4A"/>
          </a:solidFill>
          <a:ln/>
        </p:spPr>
      </p:sp>
      <p:sp>
        <p:nvSpPr>
          <p:cNvPr id="104" name="Shape 98"/>
          <p:cNvSpPr/>
          <p:nvPr/>
        </p:nvSpPr>
        <p:spPr>
          <a:xfrm>
            <a:off x="9564624" y="1572768"/>
            <a:ext cx="50292" cy="50292"/>
          </a:xfrm>
          <a:prstGeom prst="rect">
            <a:avLst/>
          </a:prstGeom>
          <a:solidFill>
            <a:srgbClr val="0F1426"/>
          </a:solidFill>
          <a:ln/>
        </p:spPr>
      </p:sp>
      <p:sp>
        <p:nvSpPr>
          <p:cNvPr id="105" name="Shape 99"/>
          <p:cNvSpPr/>
          <p:nvPr/>
        </p:nvSpPr>
        <p:spPr>
          <a:xfrm>
            <a:off x="11617452" y="1572768"/>
            <a:ext cx="50292" cy="50292"/>
          </a:xfrm>
          <a:prstGeom prst="rect">
            <a:avLst/>
          </a:prstGeom>
          <a:solidFill>
            <a:srgbClr val="0F1426"/>
          </a:solidFill>
          <a:ln/>
        </p:spPr>
      </p:sp>
      <p:sp>
        <p:nvSpPr>
          <p:cNvPr id="106" name="Shape 100"/>
          <p:cNvSpPr/>
          <p:nvPr/>
        </p:nvSpPr>
        <p:spPr>
          <a:xfrm>
            <a:off x="9564624" y="4951476"/>
            <a:ext cx="50292" cy="50292"/>
          </a:xfrm>
          <a:prstGeom prst="rect">
            <a:avLst/>
          </a:prstGeom>
          <a:solidFill>
            <a:srgbClr val="0F1426"/>
          </a:solidFill>
          <a:ln/>
        </p:spPr>
      </p:sp>
      <p:sp>
        <p:nvSpPr>
          <p:cNvPr id="107" name="Shape 101"/>
          <p:cNvSpPr/>
          <p:nvPr/>
        </p:nvSpPr>
        <p:spPr>
          <a:xfrm>
            <a:off x="11617452" y="4951476"/>
            <a:ext cx="50292" cy="50292"/>
          </a:xfrm>
          <a:prstGeom prst="rect">
            <a:avLst/>
          </a:prstGeom>
          <a:solidFill>
            <a:srgbClr val="0F1426"/>
          </a:solidFill>
          <a:ln/>
        </p:spPr>
      </p:sp>
      <p:sp>
        <p:nvSpPr>
          <p:cNvPr id="108" name="Shape 102"/>
          <p:cNvSpPr/>
          <p:nvPr/>
        </p:nvSpPr>
        <p:spPr>
          <a:xfrm>
            <a:off x="9747504" y="1755648"/>
            <a:ext cx="502920" cy="274320"/>
          </a:xfrm>
          <a:prstGeom prst="rect">
            <a:avLst/>
          </a:prstGeom>
          <a:solidFill>
            <a:srgbClr val="22201F"/>
          </a:solidFill>
          <a:ln/>
        </p:spPr>
      </p:sp>
      <p:sp>
        <p:nvSpPr>
          <p:cNvPr id="109" name="Shape 103"/>
          <p:cNvSpPr/>
          <p:nvPr/>
        </p:nvSpPr>
        <p:spPr>
          <a:xfrm>
            <a:off x="9797796" y="1805940"/>
            <a:ext cx="402336" cy="173736"/>
          </a:xfrm>
          <a:prstGeom prst="rect">
            <a:avLst/>
          </a:prstGeom>
          <a:solidFill>
            <a:srgbClr val="3FBF6F"/>
          </a:solidFill>
          <a:ln/>
        </p:spPr>
      </p:sp>
      <p:sp>
        <p:nvSpPr>
          <p:cNvPr id="110" name="Shape 104"/>
          <p:cNvSpPr/>
          <p:nvPr/>
        </p:nvSpPr>
        <p:spPr>
          <a:xfrm>
            <a:off x="9747504" y="1755648"/>
            <a:ext cx="50292" cy="50292"/>
          </a:xfrm>
          <a:prstGeom prst="rect">
            <a:avLst/>
          </a:prstGeom>
          <a:solidFill>
            <a:srgbClr val="1F2A4A"/>
          </a:solidFill>
          <a:ln/>
        </p:spPr>
      </p:sp>
      <p:sp>
        <p:nvSpPr>
          <p:cNvPr id="111" name="Shape 105"/>
          <p:cNvSpPr/>
          <p:nvPr/>
        </p:nvSpPr>
        <p:spPr>
          <a:xfrm>
            <a:off x="10200132" y="1755648"/>
            <a:ext cx="50292" cy="50292"/>
          </a:xfrm>
          <a:prstGeom prst="rect">
            <a:avLst/>
          </a:prstGeom>
          <a:solidFill>
            <a:srgbClr val="1F2A4A"/>
          </a:solidFill>
          <a:ln/>
        </p:spPr>
      </p:sp>
      <p:sp>
        <p:nvSpPr>
          <p:cNvPr id="112" name="Shape 106"/>
          <p:cNvSpPr/>
          <p:nvPr/>
        </p:nvSpPr>
        <p:spPr>
          <a:xfrm>
            <a:off x="9747504" y="1979676"/>
            <a:ext cx="50292" cy="50292"/>
          </a:xfrm>
          <a:prstGeom prst="rect">
            <a:avLst/>
          </a:prstGeom>
          <a:solidFill>
            <a:srgbClr val="1F2A4A"/>
          </a:solidFill>
          <a:ln/>
        </p:spPr>
      </p:sp>
      <p:sp>
        <p:nvSpPr>
          <p:cNvPr id="113" name="Shape 107"/>
          <p:cNvSpPr/>
          <p:nvPr/>
        </p:nvSpPr>
        <p:spPr>
          <a:xfrm>
            <a:off x="10200132" y="1979676"/>
            <a:ext cx="50292" cy="50292"/>
          </a:xfrm>
          <a:prstGeom prst="rect">
            <a:avLst/>
          </a:prstGeom>
          <a:solidFill>
            <a:srgbClr val="1F2A4A"/>
          </a:solidFill>
          <a:ln/>
        </p:spPr>
      </p:sp>
      <p:sp>
        <p:nvSpPr>
          <p:cNvPr id="114" name="Text 108"/>
          <p:cNvSpPr txBox="1"/>
          <p:nvPr/>
        </p:nvSpPr>
        <p:spPr>
          <a:xfrm>
            <a:off x="9747504"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F5</a:t>
            </a:r>
            <a:endParaRPr lang="ko-KR" sz="1100" dirty="0"/>
          </a:p>
        </p:txBody>
      </p:sp>
      <p:sp>
        <p:nvSpPr>
          <p:cNvPr id="115" name="Shape 109"/>
          <p:cNvSpPr/>
          <p:nvPr/>
        </p:nvSpPr>
        <p:spPr>
          <a:xfrm>
            <a:off x="10250424" y="2194560"/>
            <a:ext cx="731520" cy="731520"/>
          </a:xfrm>
          <a:prstGeom prst="rect">
            <a:avLst/>
          </a:prstGeom>
          <a:solidFill>
            <a:srgbClr val="22201F"/>
          </a:solidFill>
          <a:ln/>
        </p:spPr>
      </p:sp>
      <p:sp>
        <p:nvSpPr>
          <p:cNvPr id="116" name="Shape 110"/>
          <p:cNvSpPr/>
          <p:nvPr/>
        </p:nvSpPr>
        <p:spPr>
          <a:xfrm>
            <a:off x="10300716" y="2244852"/>
            <a:ext cx="630936" cy="630936"/>
          </a:xfrm>
          <a:prstGeom prst="rect">
            <a:avLst/>
          </a:prstGeom>
          <a:solidFill>
            <a:srgbClr val="45C7C1"/>
          </a:solidFill>
          <a:ln/>
        </p:spPr>
      </p:sp>
      <p:sp>
        <p:nvSpPr>
          <p:cNvPr id="117" name="Shape 111"/>
          <p:cNvSpPr/>
          <p:nvPr/>
        </p:nvSpPr>
        <p:spPr>
          <a:xfrm>
            <a:off x="10250424" y="2194560"/>
            <a:ext cx="50292" cy="50292"/>
          </a:xfrm>
          <a:prstGeom prst="rect">
            <a:avLst/>
          </a:prstGeom>
          <a:solidFill>
            <a:srgbClr val="1F2A4A"/>
          </a:solidFill>
          <a:ln/>
        </p:spPr>
      </p:sp>
      <p:sp>
        <p:nvSpPr>
          <p:cNvPr id="118" name="Shape 112"/>
          <p:cNvSpPr/>
          <p:nvPr/>
        </p:nvSpPr>
        <p:spPr>
          <a:xfrm>
            <a:off x="10931652" y="2194560"/>
            <a:ext cx="50292" cy="50292"/>
          </a:xfrm>
          <a:prstGeom prst="rect">
            <a:avLst/>
          </a:prstGeom>
          <a:solidFill>
            <a:srgbClr val="1F2A4A"/>
          </a:solidFill>
          <a:ln/>
        </p:spPr>
      </p:sp>
      <p:sp>
        <p:nvSpPr>
          <p:cNvPr id="119" name="Shape 113"/>
          <p:cNvSpPr/>
          <p:nvPr/>
        </p:nvSpPr>
        <p:spPr>
          <a:xfrm>
            <a:off x="10250424" y="2875788"/>
            <a:ext cx="50292" cy="50292"/>
          </a:xfrm>
          <a:prstGeom prst="rect">
            <a:avLst/>
          </a:prstGeom>
          <a:solidFill>
            <a:srgbClr val="1F2A4A"/>
          </a:solidFill>
          <a:ln/>
        </p:spPr>
      </p:sp>
      <p:sp>
        <p:nvSpPr>
          <p:cNvPr id="120" name="Shape 114"/>
          <p:cNvSpPr/>
          <p:nvPr/>
        </p:nvSpPr>
        <p:spPr>
          <a:xfrm>
            <a:off x="10931652" y="2875788"/>
            <a:ext cx="50292" cy="50292"/>
          </a:xfrm>
          <a:prstGeom prst="rect">
            <a:avLst/>
          </a:prstGeom>
          <a:solidFill>
            <a:srgbClr val="1F2A4A"/>
          </a:solidFill>
          <a:ln/>
        </p:spPr>
      </p:sp>
      <p:pic>
        <p:nvPicPr>
          <p:cNvPr id="121" name="Image 4" descr="preencoded.png">    </p:cNvPr>
          <p:cNvPicPr>
            <a:picLocks noChangeAspect="1"/>
          </p:cNvPicPr>
          <p:nvPr/>
        </p:nvPicPr>
        <p:blipFill>
          <a:blip r:embed="rId5"/>
          <a:stretch>
            <a:fillRect/>
          </a:stretch>
        </p:blipFill>
        <p:spPr>
          <a:xfrm>
            <a:off x="10411358" y="2355494"/>
            <a:ext cx="409651" cy="409651"/>
          </a:xfrm>
          <a:prstGeom prst="rect">
            <a:avLst/>
          </a:prstGeom>
        </p:spPr>
      </p:pic>
      <p:sp>
        <p:nvSpPr>
          <p:cNvPr id="122" name="Text 115"/>
          <p:cNvSpPr txBox="1"/>
          <p:nvPr/>
        </p:nvSpPr>
        <p:spPr>
          <a:xfrm>
            <a:off x="9674352"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결과 공개와 다시 하기</a:t>
            </a:r>
            <a:endParaRPr lang="ko-KR" sz="1450" dirty="0"/>
          </a:p>
        </p:txBody>
      </p:sp>
      <p:sp>
        <p:nvSpPr>
          <p:cNvPr id="123" name="Text 116"/>
          <p:cNvSpPr txBox="1"/>
          <p:nvPr/>
        </p:nvSpPr>
        <p:spPr>
          <a:xfrm>
            <a:off x="9674352"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정답·해설은 근무 끝에,</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실패하면 처음부터</a:t>
            </a:r>
            <a:endParaRPr lang="ko-KR" sz="1150" dirty="0"/>
          </a:p>
        </p:txBody>
      </p:sp>
      <p:sp>
        <p:nvSpPr>
          <p:cNvPr id="124" name="Text 117"/>
          <p:cNvSpPr txBox="1"/>
          <p:nvPr/>
        </p:nvSpPr>
        <p:spPr>
          <a:xfrm>
            <a:off x="9674352"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9 · 10</a:t>
            </a:r>
            <a:endParaRPr lang="ko-KR" sz="1200" dirty="0"/>
          </a:p>
        </p:txBody>
      </p:sp>
      <p:sp>
        <p:nvSpPr>
          <p:cNvPr id="125" name="Text 118"/>
          <p:cNvSpPr txBox="1"/>
          <p:nvPr/>
        </p:nvSpPr>
        <p:spPr>
          <a:xfrm>
            <a:off x="548640" y="5285232"/>
            <a:ext cx="5486400" cy="274320"/>
          </a:xfrm>
          <a:prstGeom prst="rect">
            <a:avLst/>
          </a:prstGeom>
          <a:noFill/>
          <a:ln/>
        </p:spPr>
        <p:txBody>
          <a:bodyPr wrap="square" lIns="0" tIns="0" rIns="0" bIns="0" rtlCol="0" anchor="t"/>
          <a:lstStyle/>
          <a:p>
            <a:pPr indent="0" marL="0">
              <a:buNone/>
            </a:pPr>
            <a:r>
              <a:rPr lang="ko-KR" altLang="en-US" sz="1300" dirty="0">
                <a:solidFill>
                  <a:srgbClr val="FFFFFF"/>
                </a:solidFill>
                <a:latin typeface="Galmuri11" pitchFamily="34" charset="0"/>
                <a:ea typeface="Galmuri11" pitchFamily="34" charset="-122"/>
                <a:cs typeface="Galmuri11" pitchFamily="34" charset="-120"/>
              </a:rPr>
              <a:t>시간 여유가 있으면 추가할 기능</a:t>
            </a:r>
            <a:endParaRPr lang="ko-KR" sz="1300" dirty="0"/>
          </a:p>
        </p:txBody>
      </p:sp>
      <p:sp>
        <p:nvSpPr>
          <p:cNvPr id="126" name="Shape 119"/>
          <p:cNvSpPr/>
          <p:nvPr/>
        </p:nvSpPr>
        <p:spPr>
          <a:xfrm>
            <a:off x="548640" y="5687568"/>
            <a:ext cx="2560320" cy="402336"/>
          </a:xfrm>
          <a:prstGeom prst="rect">
            <a:avLst/>
          </a:prstGeom>
          <a:solidFill>
            <a:srgbClr val="3A4E7A"/>
          </a:solidFill>
          <a:ln/>
        </p:spPr>
      </p:sp>
      <p:sp>
        <p:nvSpPr>
          <p:cNvPr id="127" name="Shape 120"/>
          <p:cNvSpPr/>
          <p:nvPr/>
        </p:nvSpPr>
        <p:spPr>
          <a:xfrm>
            <a:off x="598932" y="5737860"/>
            <a:ext cx="2459736" cy="301752"/>
          </a:xfrm>
          <a:prstGeom prst="rect">
            <a:avLst/>
          </a:prstGeom>
          <a:solidFill>
            <a:srgbClr val="151C33"/>
          </a:solidFill>
          <a:ln/>
        </p:spPr>
      </p:sp>
      <p:sp>
        <p:nvSpPr>
          <p:cNvPr id="128" name="Shape 121"/>
          <p:cNvSpPr/>
          <p:nvPr/>
        </p:nvSpPr>
        <p:spPr>
          <a:xfrm>
            <a:off x="548640" y="5687568"/>
            <a:ext cx="50292" cy="50292"/>
          </a:xfrm>
          <a:prstGeom prst="rect">
            <a:avLst/>
          </a:prstGeom>
          <a:solidFill>
            <a:srgbClr val="0F1426"/>
          </a:solidFill>
          <a:ln/>
        </p:spPr>
      </p:sp>
      <p:sp>
        <p:nvSpPr>
          <p:cNvPr id="129" name="Shape 122"/>
          <p:cNvSpPr/>
          <p:nvPr/>
        </p:nvSpPr>
        <p:spPr>
          <a:xfrm>
            <a:off x="3058668" y="5687568"/>
            <a:ext cx="50292" cy="50292"/>
          </a:xfrm>
          <a:prstGeom prst="rect">
            <a:avLst/>
          </a:prstGeom>
          <a:solidFill>
            <a:srgbClr val="0F1426"/>
          </a:solidFill>
          <a:ln/>
        </p:spPr>
      </p:sp>
      <p:sp>
        <p:nvSpPr>
          <p:cNvPr id="130" name="Shape 123"/>
          <p:cNvSpPr/>
          <p:nvPr/>
        </p:nvSpPr>
        <p:spPr>
          <a:xfrm>
            <a:off x="548640" y="6039612"/>
            <a:ext cx="50292" cy="50292"/>
          </a:xfrm>
          <a:prstGeom prst="rect">
            <a:avLst/>
          </a:prstGeom>
          <a:solidFill>
            <a:srgbClr val="0F1426"/>
          </a:solidFill>
          <a:ln/>
        </p:spPr>
      </p:sp>
      <p:sp>
        <p:nvSpPr>
          <p:cNvPr id="131" name="Shape 124"/>
          <p:cNvSpPr/>
          <p:nvPr/>
        </p:nvSpPr>
        <p:spPr>
          <a:xfrm>
            <a:off x="3058668" y="6039612"/>
            <a:ext cx="50292" cy="50292"/>
          </a:xfrm>
          <a:prstGeom prst="rect">
            <a:avLst/>
          </a:prstGeom>
          <a:solidFill>
            <a:srgbClr val="0F1426"/>
          </a:solidFill>
          <a:ln/>
        </p:spPr>
      </p:sp>
      <p:sp>
        <p:nvSpPr>
          <p:cNvPr id="132" name="Text 125"/>
          <p:cNvSpPr txBox="1"/>
          <p:nvPr/>
        </p:nvSpPr>
        <p:spPr>
          <a:xfrm>
            <a:off x="5486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보안 사전·복습 노트</a:t>
            </a:r>
            <a:endParaRPr lang="ko-KR" sz="1200" dirty="0"/>
          </a:p>
        </p:txBody>
      </p:sp>
      <p:sp>
        <p:nvSpPr>
          <p:cNvPr id="133" name="Shape 126"/>
          <p:cNvSpPr/>
          <p:nvPr/>
        </p:nvSpPr>
        <p:spPr>
          <a:xfrm>
            <a:off x="3291840" y="5687568"/>
            <a:ext cx="2560320" cy="402336"/>
          </a:xfrm>
          <a:prstGeom prst="rect">
            <a:avLst/>
          </a:prstGeom>
          <a:solidFill>
            <a:srgbClr val="3A4E7A"/>
          </a:solidFill>
          <a:ln/>
        </p:spPr>
      </p:sp>
      <p:sp>
        <p:nvSpPr>
          <p:cNvPr id="134" name="Shape 127"/>
          <p:cNvSpPr/>
          <p:nvPr/>
        </p:nvSpPr>
        <p:spPr>
          <a:xfrm>
            <a:off x="3342132" y="5737860"/>
            <a:ext cx="2459736" cy="301752"/>
          </a:xfrm>
          <a:prstGeom prst="rect">
            <a:avLst/>
          </a:prstGeom>
          <a:solidFill>
            <a:srgbClr val="151C33"/>
          </a:solidFill>
          <a:ln/>
        </p:spPr>
      </p:sp>
      <p:sp>
        <p:nvSpPr>
          <p:cNvPr id="135" name="Shape 128"/>
          <p:cNvSpPr/>
          <p:nvPr/>
        </p:nvSpPr>
        <p:spPr>
          <a:xfrm>
            <a:off x="3291840" y="5687568"/>
            <a:ext cx="50292" cy="50292"/>
          </a:xfrm>
          <a:prstGeom prst="rect">
            <a:avLst/>
          </a:prstGeom>
          <a:solidFill>
            <a:srgbClr val="0F1426"/>
          </a:solidFill>
          <a:ln/>
        </p:spPr>
      </p:sp>
      <p:sp>
        <p:nvSpPr>
          <p:cNvPr id="136" name="Shape 129"/>
          <p:cNvSpPr/>
          <p:nvPr/>
        </p:nvSpPr>
        <p:spPr>
          <a:xfrm>
            <a:off x="5801868" y="5687568"/>
            <a:ext cx="50292" cy="50292"/>
          </a:xfrm>
          <a:prstGeom prst="rect">
            <a:avLst/>
          </a:prstGeom>
          <a:solidFill>
            <a:srgbClr val="0F1426"/>
          </a:solidFill>
          <a:ln/>
        </p:spPr>
      </p:sp>
      <p:sp>
        <p:nvSpPr>
          <p:cNvPr id="137" name="Shape 130"/>
          <p:cNvSpPr/>
          <p:nvPr/>
        </p:nvSpPr>
        <p:spPr>
          <a:xfrm>
            <a:off x="3291840" y="6039612"/>
            <a:ext cx="50292" cy="50292"/>
          </a:xfrm>
          <a:prstGeom prst="rect">
            <a:avLst/>
          </a:prstGeom>
          <a:solidFill>
            <a:srgbClr val="0F1426"/>
          </a:solidFill>
          <a:ln/>
        </p:spPr>
      </p:sp>
      <p:sp>
        <p:nvSpPr>
          <p:cNvPr id="138" name="Shape 131"/>
          <p:cNvSpPr/>
          <p:nvPr/>
        </p:nvSpPr>
        <p:spPr>
          <a:xfrm>
            <a:off x="5801868" y="6039612"/>
            <a:ext cx="50292" cy="50292"/>
          </a:xfrm>
          <a:prstGeom prst="rect">
            <a:avLst/>
          </a:prstGeom>
          <a:solidFill>
            <a:srgbClr val="0F1426"/>
          </a:solidFill>
          <a:ln/>
        </p:spPr>
      </p:sp>
      <p:sp>
        <p:nvSpPr>
          <p:cNvPr id="139" name="Text 132"/>
          <p:cNvSpPr txBox="1"/>
          <p:nvPr/>
        </p:nvSpPr>
        <p:spPr>
          <a:xfrm>
            <a:off x="32918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밝은 화면(모던 테마)</a:t>
            </a:r>
            <a:endParaRPr lang="ko-KR" sz="1200" dirty="0"/>
          </a:p>
        </p:txBody>
      </p:sp>
      <p:sp>
        <p:nvSpPr>
          <p:cNvPr id="140" name="Shape 133"/>
          <p:cNvSpPr/>
          <p:nvPr/>
        </p:nvSpPr>
        <p:spPr>
          <a:xfrm>
            <a:off x="6035040" y="5687568"/>
            <a:ext cx="2560320" cy="402336"/>
          </a:xfrm>
          <a:prstGeom prst="rect">
            <a:avLst/>
          </a:prstGeom>
          <a:solidFill>
            <a:srgbClr val="3A4E7A"/>
          </a:solidFill>
          <a:ln/>
        </p:spPr>
      </p:sp>
      <p:sp>
        <p:nvSpPr>
          <p:cNvPr id="141" name="Shape 134"/>
          <p:cNvSpPr/>
          <p:nvPr/>
        </p:nvSpPr>
        <p:spPr>
          <a:xfrm>
            <a:off x="6085332" y="5737860"/>
            <a:ext cx="2459736" cy="301752"/>
          </a:xfrm>
          <a:prstGeom prst="rect">
            <a:avLst/>
          </a:prstGeom>
          <a:solidFill>
            <a:srgbClr val="151C33"/>
          </a:solidFill>
          <a:ln/>
        </p:spPr>
      </p:sp>
      <p:sp>
        <p:nvSpPr>
          <p:cNvPr id="142" name="Shape 135"/>
          <p:cNvSpPr/>
          <p:nvPr/>
        </p:nvSpPr>
        <p:spPr>
          <a:xfrm>
            <a:off x="6035040" y="5687568"/>
            <a:ext cx="50292" cy="50292"/>
          </a:xfrm>
          <a:prstGeom prst="rect">
            <a:avLst/>
          </a:prstGeom>
          <a:solidFill>
            <a:srgbClr val="0F1426"/>
          </a:solidFill>
          <a:ln/>
        </p:spPr>
      </p:sp>
      <p:sp>
        <p:nvSpPr>
          <p:cNvPr id="143" name="Shape 136"/>
          <p:cNvSpPr/>
          <p:nvPr/>
        </p:nvSpPr>
        <p:spPr>
          <a:xfrm>
            <a:off x="8545068" y="5687568"/>
            <a:ext cx="50292" cy="50292"/>
          </a:xfrm>
          <a:prstGeom prst="rect">
            <a:avLst/>
          </a:prstGeom>
          <a:solidFill>
            <a:srgbClr val="0F1426"/>
          </a:solidFill>
          <a:ln/>
        </p:spPr>
      </p:sp>
      <p:sp>
        <p:nvSpPr>
          <p:cNvPr id="144" name="Shape 137"/>
          <p:cNvSpPr/>
          <p:nvPr/>
        </p:nvSpPr>
        <p:spPr>
          <a:xfrm>
            <a:off x="6035040" y="6039612"/>
            <a:ext cx="50292" cy="50292"/>
          </a:xfrm>
          <a:prstGeom prst="rect">
            <a:avLst/>
          </a:prstGeom>
          <a:solidFill>
            <a:srgbClr val="0F1426"/>
          </a:solidFill>
          <a:ln/>
        </p:spPr>
      </p:sp>
      <p:sp>
        <p:nvSpPr>
          <p:cNvPr id="145" name="Shape 138"/>
          <p:cNvSpPr/>
          <p:nvPr/>
        </p:nvSpPr>
        <p:spPr>
          <a:xfrm>
            <a:off x="8545068" y="6039612"/>
            <a:ext cx="50292" cy="50292"/>
          </a:xfrm>
          <a:prstGeom prst="rect">
            <a:avLst/>
          </a:prstGeom>
          <a:solidFill>
            <a:srgbClr val="0F1426"/>
          </a:solidFill>
          <a:ln/>
        </p:spPr>
      </p:sp>
      <p:sp>
        <p:nvSpPr>
          <p:cNvPr id="146" name="Text 139"/>
          <p:cNvSpPr txBox="1"/>
          <p:nvPr/>
        </p:nvSpPr>
        <p:spPr>
          <a:xfrm>
            <a:off x="60350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센터 꾸미기·칭호</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화면 지도: 화면 10개가 이렇게 이어져요</a:t>
            </a:r>
            <a:endParaRPr lang="en-US" sz="2800" dirty="0"/>
          </a:p>
        </p:txBody>
      </p:sp>
      <p:sp>
        <p:nvSpPr>
          <p:cNvPr id="10" name="Shape 8"/>
          <p:cNvSpPr/>
          <p:nvPr/>
        </p:nvSpPr>
        <p:spPr>
          <a:xfrm>
            <a:off x="2743200" y="1572768"/>
            <a:ext cx="5440680" cy="1207008"/>
          </a:xfrm>
          <a:prstGeom prst="rect">
            <a:avLst/>
          </a:prstGeom>
          <a:solidFill>
            <a:srgbClr val="2A8C88"/>
          </a:solidFill>
          <a:ln/>
        </p:spPr>
      </p:sp>
      <p:sp>
        <p:nvSpPr>
          <p:cNvPr id="11" name="Shape 9"/>
          <p:cNvSpPr/>
          <p:nvPr/>
        </p:nvSpPr>
        <p:spPr>
          <a:xfrm>
            <a:off x="2793492" y="1623060"/>
            <a:ext cx="5340096" cy="1106424"/>
          </a:xfrm>
          <a:prstGeom prst="rect">
            <a:avLst/>
          </a:prstGeom>
          <a:solidFill>
            <a:srgbClr val="151C33"/>
          </a:solidFill>
          <a:ln/>
        </p:spPr>
      </p:sp>
      <p:sp>
        <p:nvSpPr>
          <p:cNvPr id="12" name="Shape 10"/>
          <p:cNvSpPr/>
          <p:nvPr/>
        </p:nvSpPr>
        <p:spPr>
          <a:xfrm>
            <a:off x="2743200" y="1572768"/>
            <a:ext cx="50292" cy="50292"/>
          </a:xfrm>
          <a:prstGeom prst="rect">
            <a:avLst/>
          </a:prstGeom>
          <a:solidFill>
            <a:srgbClr val="0F1426"/>
          </a:solidFill>
          <a:ln/>
        </p:spPr>
      </p:sp>
      <p:sp>
        <p:nvSpPr>
          <p:cNvPr id="13" name="Shape 11"/>
          <p:cNvSpPr/>
          <p:nvPr/>
        </p:nvSpPr>
        <p:spPr>
          <a:xfrm>
            <a:off x="8133588" y="1572768"/>
            <a:ext cx="50292" cy="50292"/>
          </a:xfrm>
          <a:prstGeom prst="rect">
            <a:avLst/>
          </a:prstGeom>
          <a:solidFill>
            <a:srgbClr val="0F1426"/>
          </a:solidFill>
          <a:ln/>
        </p:spPr>
      </p:sp>
      <p:sp>
        <p:nvSpPr>
          <p:cNvPr id="14" name="Shape 12"/>
          <p:cNvSpPr/>
          <p:nvPr/>
        </p:nvSpPr>
        <p:spPr>
          <a:xfrm>
            <a:off x="2743200" y="2729484"/>
            <a:ext cx="50292" cy="50292"/>
          </a:xfrm>
          <a:prstGeom prst="rect">
            <a:avLst/>
          </a:prstGeom>
          <a:solidFill>
            <a:srgbClr val="0F1426"/>
          </a:solidFill>
          <a:ln/>
        </p:spPr>
      </p:sp>
      <p:sp>
        <p:nvSpPr>
          <p:cNvPr id="15" name="Shape 13"/>
          <p:cNvSpPr/>
          <p:nvPr/>
        </p:nvSpPr>
        <p:spPr>
          <a:xfrm>
            <a:off x="8133588" y="2729484"/>
            <a:ext cx="50292" cy="50292"/>
          </a:xfrm>
          <a:prstGeom prst="rect">
            <a:avLst/>
          </a:prstGeom>
          <a:solidFill>
            <a:srgbClr val="0F1426"/>
          </a:solidFill>
          <a:ln/>
        </p:spPr>
      </p:sp>
      <p:sp>
        <p:nvSpPr>
          <p:cNvPr id="16" name="Text 14"/>
          <p:cNvSpPr txBox="1"/>
          <p:nvPr/>
        </p:nvSpPr>
        <p:spPr>
          <a:xfrm>
            <a:off x="2880360" y="1645920"/>
            <a:ext cx="3200400" cy="219456"/>
          </a:xfrm>
          <a:prstGeom prst="rect">
            <a:avLst/>
          </a:prstGeom>
          <a:noFill/>
          <a:ln/>
        </p:spPr>
        <p:txBody>
          <a:bodyPr wrap="square" lIns="0" tIns="0" rIns="0" bIns="0" rtlCol="0" anchor="t"/>
          <a:lstStyle/>
          <a:p>
            <a:pPr indent="0" marL="0">
              <a:buNone/>
            </a:pPr>
            <a:r>
              <a:rPr lang="ko-KR" altLang="en-US" sz="1050" dirty="0">
                <a:solidFill>
                  <a:srgbClr val="45C7C1"/>
                </a:solidFill>
                <a:latin typeface="Galmuri11" pitchFamily="34" charset="0"/>
                <a:ea typeface="Galmuri11" pitchFamily="34" charset="-122"/>
                <a:cs typeface="Galmuri11" pitchFamily="34" charset="-120"/>
              </a:rPr>
              <a:t>조사 (필요할 때마다 오가요)</a:t>
            </a:r>
            <a:endParaRPr lang="ko-KR" sz="1050" dirty="0"/>
          </a:p>
        </p:txBody>
      </p:sp>
      <p:sp>
        <p:nvSpPr>
          <p:cNvPr id="17" name="Shape 15"/>
          <p:cNvSpPr/>
          <p:nvPr/>
        </p:nvSpPr>
        <p:spPr>
          <a:xfrm>
            <a:off x="3026664" y="2002536"/>
            <a:ext cx="1481328" cy="713232"/>
          </a:xfrm>
          <a:prstGeom prst="rect">
            <a:avLst/>
          </a:prstGeom>
          <a:solidFill>
            <a:srgbClr val="0B0F1E"/>
          </a:solidFill>
          <a:ln/>
        </p:spPr>
      </p:sp>
      <p:sp>
        <p:nvSpPr>
          <p:cNvPr id="18" name="Shape 16"/>
          <p:cNvSpPr/>
          <p:nvPr/>
        </p:nvSpPr>
        <p:spPr>
          <a:xfrm>
            <a:off x="2926080" y="1901952"/>
            <a:ext cx="1481328" cy="713232"/>
          </a:xfrm>
          <a:prstGeom prst="rect">
            <a:avLst/>
          </a:prstGeom>
          <a:solidFill>
            <a:srgbClr val="22201F"/>
          </a:solidFill>
          <a:ln/>
        </p:spPr>
      </p:sp>
      <p:sp>
        <p:nvSpPr>
          <p:cNvPr id="19" name="Shape 17"/>
          <p:cNvSpPr/>
          <p:nvPr/>
        </p:nvSpPr>
        <p:spPr>
          <a:xfrm>
            <a:off x="2976372" y="1952244"/>
            <a:ext cx="1380744" cy="612648"/>
          </a:xfrm>
          <a:prstGeom prst="rect">
            <a:avLst/>
          </a:prstGeom>
          <a:solidFill>
            <a:srgbClr val="45C7C1"/>
          </a:solidFill>
          <a:ln/>
        </p:spPr>
      </p:sp>
      <p:sp>
        <p:nvSpPr>
          <p:cNvPr id="20" name="Shape 18"/>
          <p:cNvSpPr/>
          <p:nvPr/>
        </p:nvSpPr>
        <p:spPr>
          <a:xfrm>
            <a:off x="2926080" y="1901952"/>
            <a:ext cx="50292" cy="50292"/>
          </a:xfrm>
          <a:prstGeom prst="rect">
            <a:avLst/>
          </a:prstGeom>
          <a:solidFill>
            <a:srgbClr val="0F1426"/>
          </a:solidFill>
          <a:ln/>
        </p:spPr>
      </p:sp>
      <p:sp>
        <p:nvSpPr>
          <p:cNvPr id="21" name="Shape 19"/>
          <p:cNvSpPr/>
          <p:nvPr/>
        </p:nvSpPr>
        <p:spPr>
          <a:xfrm>
            <a:off x="4357116" y="1901952"/>
            <a:ext cx="50292" cy="50292"/>
          </a:xfrm>
          <a:prstGeom prst="rect">
            <a:avLst/>
          </a:prstGeom>
          <a:solidFill>
            <a:srgbClr val="0F1426"/>
          </a:solidFill>
          <a:ln/>
        </p:spPr>
      </p:sp>
      <p:sp>
        <p:nvSpPr>
          <p:cNvPr id="22" name="Shape 20"/>
          <p:cNvSpPr/>
          <p:nvPr/>
        </p:nvSpPr>
        <p:spPr>
          <a:xfrm>
            <a:off x="2926080" y="2564892"/>
            <a:ext cx="50292" cy="50292"/>
          </a:xfrm>
          <a:prstGeom prst="rect">
            <a:avLst/>
          </a:prstGeom>
          <a:solidFill>
            <a:srgbClr val="0F1426"/>
          </a:solidFill>
          <a:ln/>
        </p:spPr>
      </p:sp>
      <p:sp>
        <p:nvSpPr>
          <p:cNvPr id="23" name="Shape 21"/>
          <p:cNvSpPr/>
          <p:nvPr/>
        </p:nvSpPr>
        <p:spPr>
          <a:xfrm>
            <a:off x="4357116" y="2564892"/>
            <a:ext cx="50292" cy="50292"/>
          </a:xfrm>
          <a:prstGeom prst="rect">
            <a:avLst/>
          </a:prstGeom>
          <a:solidFill>
            <a:srgbClr val="0F1426"/>
          </a:solidFill>
          <a:ln/>
        </p:spPr>
      </p:sp>
      <p:sp>
        <p:nvSpPr>
          <p:cNvPr id="24" name="Text 22"/>
          <p:cNvSpPr txBox="1"/>
          <p:nvPr/>
        </p:nvSpPr>
        <p:spPr>
          <a:xfrm>
            <a:off x="3035808"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4</a:t>
            </a:r>
            <a:endParaRPr lang="ko-KR" sz="1000" dirty="0"/>
          </a:p>
        </p:txBody>
      </p:sp>
      <p:sp>
        <p:nvSpPr>
          <p:cNvPr id="25" name="Text 23"/>
          <p:cNvSpPr txBox="1"/>
          <p:nvPr/>
        </p:nvSpPr>
        <p:spPr>
          <a:xfrm>
            <a:off x="3035808"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단서 찾기</a:t>
            </a:r>
            <a:endParaRPr lang="ko-KR" sz="1400" dirty="0"/>
          </a:p>
        </p:txBody>
      </p:sp>
      <p:sp>
        <p:nvSpPr>
          <p:cNvPr id="26" name="Shape 24"/>
          <p:cNvSpPr/>
          <p:nvPr/>
        </p:nvSpPr>
        <p:spPr>
          <a:xfrm>
            <a:off x="4828032" y="2002536"/>
            <a:ext cx="1481328" cy="713232"/>
          </a:xfrm>
          <a:prstGeom prst="rect">
            <a:avLst/>
          </a:prstGeom>
          <a:solidFill>
            <a:srgbClr val="0B0F1E"/>
          </a:solidFill>
          <a:ln/>
        </p:spPr>
      </p:sp>
      <p:sp>
        <p:nvSpPr>
          <p:cNvPr id="27" name="Shape 25"/>
          <p:cNvSpPr/>
          <p:nvPr/>
        </p:nvSpPr>
        <p:spPr>
          <a:xfrm>
            <a:off x="4727448" y="1901952"/>
            <a:ext cx="1481328" cy="713232"/>
          </a:xfrm>
          <a:prstGeom prst="rect">
            <a:avLst/>
          </a:prstGeom>
          <a:solidFill>
            <a:srgbClr val="22201F"/>
          </a:solidFill>
          <a:ln/>
        </p:spPr>
      </p:sp>
      <p:sp>
        <p:nvSpPr>
          <p:cNvPr id="28" name="Shape 26"/>
          <p:cNvSpPr/>
          <p:nvPr/>
        </p:nvSpPr>
        <p:spPr>
          <a:xfrm>
            <a:off x="4777740" y="1952244"/>
            <a:ext cx="1380744" cy="612648"/>
          </a:xfrm>
          <a:prstGeom prst="rect">
            <a:avLst/>
          </a:prstGeom>
          <a:solidFill>
            <a:srgbClr val="45C7C1"/>
          </a:solidFill>
          <a:ln/>
        </p:spPr>
      </p:sp>
      <p:sp>
        <p:nvSpPr>
          <p:cNvPr id="29" name="Shape 27"/>
          <p:cNvSpPr/>
          <p:nvPr/>
        </p:nvSpPr>
        <p:spPr>
          <a:xfrm>
            <a:off x="4727448" y="1901952"/>
            <a:ext cx="50292" cy="50292"/>
          </a:xfrm>
          <a:prstGeom prst="rect">
            <a:avLst/>
          </a:prstGeom>
          <a:solidFill>
            <a:srgbClr val="0F1426"/>
          </a:solidFill>
          <a:ln/>
        </p:spPr>
      </p:sp>
      <p:sp>
        <p:nvSpPr>
          <p:cNvPr id="30" name="Shape 28"/>
          <p:cNvSpPr/>
          <p:nvPr/>
        </p:nvSpPr>
        <p:spPr>
          <a:xfrm>
            <a:off x="6158484" y="1901952"/>
            <a:ext cx="50292" cy="50292"/>
          </a:xfrm>
          <a:prstGeom prst="rect">
            <a:avLst/>
          </a:prstGeom>
          <a:solidFill>
            <a:srgbClr val="0F1426"/>
          </a:solidFill>
          <a:ln/>
        </p:spPr>
      </p:sp>
      <p:sp>
        <p:nvSpPr>
          <p:cNvPr id="31" name="Shape 29"/>
          <p:cNvSpPr/>
          <p:nvPr/>
        </p:nvSpPr>
        <p:spPr>
          <a:xfrm>
            <a:off x="4727448" y="2564892"/>
            <a:ext cx="50292" cy="50292"/>
          </a:xfrm>
          <a:prstGeom prst="rect">
            <a:avLst/>
          </a:prstGeom>
          <a:solidFill>
            <a:srgbClr val="0F1426"/>
          </a:solidFill>
          <a:ln/>
        </p:spPr>
      </p:sp>
      <p:sp>
        <p:nvSpPr>
          <p:cNvPr id="32" name="Shape 30"/>
          <p:cNvSpPr/>
          <p:nvPr/>
        </p:nvSpPr>
        <p:spPr>
          <a:xfrm>
            <a:off x="6158484" y="2564892"/>
            <a:ext cx="50292" cy="50292"/>
          </a:xfrm>
          <a:prstGeom prst="rect">
            <a:avLst/>
          </a:prstGeom>
          <a:solidFill>
            <a:srgbClr val="0F1426"/>
          </a:solidFill>
          <a:ln/>
        </p:spPr>
      </p:sp>
      <p:sp>
        <p:nvSpPr>
          <p:cNvPr id="33" name="Text 31"/>
          <p:cNvSpPr txBox="1"/>
          <p:nvPr/>
        </p:nvSpPr>
        <p:spPr>
          <a:xfrm>
            <a:off x="4837176"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5</a:t>
            </a:r>
            <a:endParaRPr lang="ko-KR" sz="1000" dirty="0"/>
          </a:p>
        </p:txBody>
      </p:sp>
      <p:sp>
        <p:nvSpPr>
          <p:cNvPr id="34" name="Text 32"/>
          <p:cNvSpPr txBox="1"/>
          <p:nvPr/>
        </p:nvSpPr>
        <p:spPr>
          <a:xfrm>
            <a:off x="4837176"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자료 조회</a:t>
            </a:r>
            <a:endParaRPr lang="ko-KR" sz="1400" dirty="0"/>
          </a:p>
        </p:txBody>
      </p:sp>
      <p:sp>
        <p:nvSpPr>
          <p:cNvPr id="35" name="Shape 33"/>
          <p:cNvSpPr/>
          <p:nvPr/>
        </p:nvSpPr>
        <p:spPr>
          <a:xfrm>
            <a:off x="6629400" y="2002536"/>
            <a:ext cx="1481328" cy="713232"/>
          </a:xfrm>
          <a:prstGeom prst="rect">
            <a:avLst/>
          </a:prstGeom>
          <a:solidFill>
            <a:srgbClr val="0B0F1E"/>
          </a:solidFill>
          <a:ln/>
        </p:spPr>
      </p:sp>
      <p:sp>
        <p:nvSpPr>
          <p:cNvPr id="36" name="Shape 34"/>
          <p:cNvSpPr/>
          <p:nvPr/>
        </p:nvSpPr>
        <p:spPr>
          <a:xfrm>
            <a:off x="6528816" y="1901952"/>
            <a:ext cx="1481328" cy="713232"/>
          </a:xfrm>
          <a:prstGeom prst="rect">
            <a:avLst/>
          </a:prstGeom>
          <a:solidFill>
            <a:srgbClr val="22201F"/>
          </a:solidFill>
          <a:ln/>
        </p:spPr>
      </p:sp>
      <p:sp>
        <p:nvSpPr>
          <p:cNvPr id="37" name="Shape 35"/>
          <p:cNvSpPr/>
          <p:nvPr/>
        </p:nvSpPr>
        <p:spPr>
          <a:xfrm>
            <a:off x="6579108" y="1952244"/>
            <a:ext cx="1380744" cy="612648"/>
          </a:xfrm>
          <a:prstGeom prst="rect">
            <a:avLst/>
          </a:prstGeom>
          <a:solidFill>
            <a:srgbClr val="45C7C1"/>
          </a:solidFill>
          <a:ln/>
        </p:spPr>
      </p:sp>
      <p:sp>
        <p:nvSpPr>
          <p:cNvPr id="38" name="Shape 36"/>
          <p:cNvSpPr/>
          <p:nvPr/>
        </p:nvSpPr>
        <p:spPr>
          <a:xfrm>
            <a:off x="6528816" y="1901952"/>
            <a:ext cx="50292" cy="50292"/>
          </a:xfrm>
          <a:prstGeom prst="rect">
            <a:avLst/>
          </a:prstGeom>
          <a:solidFill>
            <a:srgbClr val="0F1426"/>
          </a:solidFill>
          <a:ln/>
        </p:spPr>
      </p:sp>
      <p:sp>
        <p:nvSpPr>
          <p:cNvPr id="39" name="Shape 37"/>
          <p:cNvSpPr/>
          <p:nvPr/>
        </p:nvSpPr>
        <p:spPr>
          <a:xfrm>
            <a:off x="7959852" y="1901952"/>
            <a:ext cx="50292" cy="50292"/>
          </a:xfrm>
          <a:prstGeom prst="rect">
            <a:avLst/>
          </a:prstGeom>
          <a:solidFill>
            <a:srgbClr val="0F1426"/>
          </a:solidFill>
          <a:ln/>
        </p:spPr>
      </p:sp>
      <p:sp>
        <p:nvSpPr>
          <p:cNvPr id="40" name="Shape 38"/>
          <p:cNvSpPr/>
          <p:nvPr/>
        </p:nvSpPr>
        <p:spPr>
          <a:xfrm>
            <a:off x="6528816" y="2564892"/>
            <a:ext cx="50292" cy="50292"/>
          </a:xfrm>
          <a:prstGeom prst="rect">
            <a:avLst/>
          </a:prstGeom>
          <a:solidFill>
            <a:srgbClr val="0F1426"/>
          </a:solidFill>
          <a:ln/>
        </p:spPr>
      </p:sp>
      <p:sp>
        <p:nvSpPr>
          <p:cNvPr id="41" name="Shape 39"/>
          <p:cNvSpPr/>
          <p:nvPr/>
        </p:nvSpPr>
        <p:spPr>
          <a:xfrm>
            <a:off x="7959852" y="2564892"/>
            <a:ext cx="50292" cy="50292"/>
          </a:xfrm>
          <a:prstGeom prst="rect">
            <a:avLst/>
          </a:prstGeom>
          <a:solidFill>
            <a:srgbClr val="0F1426"/>
          </a:solidFill>
          <a:ln/>
        </p:spPr>
      </p:sp>
      <p:sp>
        <p:nvSpPr>
          <p:cNvPr id="42" name="Text 40"/>
          <p:cNvSpPr txBox="1"/>
          <p:nvPr/>
        </p:nvSpPr>
        <p:spPr>
          <a:xfrm>
            <a:off x="6638544"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6</a:t>
            </a:r>
            <a:endParaRPr lang="ko-KR" sz="1000" dirty="0"/>
          </a:p>
        </p:txBody>
      </p:sp>
      <p:sp>
        <p:nvSpPr>
          <p:cNvPr id="43" name="Text 41"/>
          <p:cNvSpPr txBox="1"/>
          <p:nvPr/>
        </p:nvSpPr>
        <p:spPr>
          <a:xfrm>
            <a:off x="6638544"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파일 정보</a:t>
            </a:r>
            <a:endParaRPr lang="ko-KR" sz="1400" dirty="0"/>
          </a:p>
        </p:txBody>
      </p:sp>
      <p:sp>
        <p:nvSpPr>
          <p:cNvPr id="44" name="Shape 42"/>
          <p:cNvSpPr/>
          <p:nvPr/>
        </p:nvSpPr>
        <p:spPr>
          <a:xfrm>
            <a:off x="649224" y="3529584"/>
            <a:ext cx="1481328" cy="713232"/>
          </a:xfrm>
          <a:prstGeom prst="rect">
            <a:avLst/>
          </a:prstGeom>
          <a:solidFill>
            <a:srgbClr val="0B0F1E"/>
          </a:solidFill>
          <a:ln/>
        </p:spPr>
      </p:sp>
      <p:sp>
        <p:nvSpPr>
          <p:cNvPr id="45" name="Shape 43"/>
          <p:cNvSpPr/>
          <p:nvPr/>
        </p:nvSpPr>
        <p:spPr>
          <a:xfrm>
            <a:off x="548640" y="3429000"/>
            <a:ext cx="1481328" cy="713232"/>
          </a:xfrm>
          <a:prstGeom prst="rect">
            <a:avLst/>
          </a:prstGeom>
          <a:solidFill>
            <a:srgbClr val="22201F"/>
          </a:solidFill>
          <a:ln/>
        </p:spPr>
      </p:sp>
      <p:sp>
        <p:nvSpPr>
          <p:cNvPr id="46" name="Shape 44"/>
          <p:cNvSpPr/>
          <p:nvPr/>
        </p:nvSpPr>
        <p:spPr>
          <a:xfrm>
            <a:off x="598932" y="3479292"/>
            <a:ext cx="1380744" cy="612648"/>
          </a:xfrm>
          <a:prstGeom prst="rect">
            <a:avLst/>
          </a:prstGeom>
          <a:solidFill>
            <a:srgbClr val="3A4E7A"/>
          </a:solidFill>
          <a:ln/>
        </p:spPr>
      </p:sp>
      <p:sp>
        <p:nvSpPr>
          <p:cNvPr id="47" name="Shape 45"/>
          <p:cNvSpPr/>
          <p:nvPr/>
        </p:nvSpPr>
        <p:spPr>
          <a:xfrm>
            <a:off x="548640" y="3429000"/>
            <a:ext cx="50292" cy="50292"/>
          </a:xfrm>
          <a:prstGeom prst="rect">
            <a:avLst/>
          </a:prstGeom>
          <a:solidFill>
            <a:srgbClr val="0F1426"/>
          </a:solidFill>
          <a:ln/>
        </p:spPr>
      </p:sp>
      <p:sp>
        <p:nvSpPr>
          <p:cNvPr id="48" name="Shape 46"/>
          <p:cNvSpPr/>
          <p:nvPr/>
        </p:nvSpPr>
        <p:spPr>
          <a:xfrm>
            <a:off x="1979676" y="3429000"/>
            <a:ext cx="50292" cy="50292"/>
          </a:xfrm>
          <a:prstGeom prst="rect">
            <a:avLst/>
          </a:prstGeom>
          <a:solidFill>
            <a:srgbClr val="0F1426"/>
          </a:solidFill>
          <a:ln/>
        </p:spPr>
      </p:sp>
      <p:sp>
        <p:nvSpPr>
          <p:cNvPr id="49" name="Shape 47"/>
          <p:cNvSpPr/>
          <p:nvPr/>
        </p:nvSpPr>
        <p:spPr>
          <a:xfrm>
            <a:off x="548640" y="4091940"/>
            <a:ext cx="50292" cy="50292"/>
          </a:xfrm>
          <a:prstGeom prst="rect">
            <a:avLst/>
          </a:prstGeom>
          <a:solidFill>
            <a:srgbClr val="0F1426"/>
          </a:solidFill>
          <a:ln/>
        </p:spPr>
      </p:sp>
      <p:sp>
        <p:nvSpPr>
          <p:cNvPr id="50" name="Shape 48"/>
          <p:cNvSpPr/>
          <p:nvPr/>
        </p:nvSpPr>
        <p:spPr>
          <a:xfrm>
            <a:off x="1979676" y="4091940"/>
            <a:ext cx="50292" cy="50292"/>
          </a:xfrm>
          <a:prstGeom prst="rect">
            <a:avLst/>
          </a:prstGeom>
          <a:solidFill>
            <a:srgbClr val="0F1426"/>
          </a:solidFill>
          <a:ln/>
        </p:spPr>
      </p:sp>
      <p:sp>
        <p:nvSpPr>
          <p:cNvPr id="51" name="Text 49"/>
          <p:cNvSpPr txBox="1"/>
          <p:nvPr/>
        </p:nvSpPr>
        <p:spPr>
          <a:xfrm>
            <a:off x="65836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1</a:t>
            </a:r>
            <a:endParaRPr lang="ko-KR" sz="1000" dirty="0"/>
          </a:p>
        </p:txBody>
      </p:sp>
      <p:sp>
        <p:nvSpPr>
          <p:cNvPr id="52" name="Text 50"/>
          <p:cNvSpPr txBox="1"/>
          <p:nvPr/>
        </p:nvSpPr>
        <p:spPr>
          <a:xfrm>
            <a:off x="65836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첫 화면</a:t>
            </a:r>
            <a:endParaRPr lang="ko-KR" sz="1400" dirty="0"/>
          </a:p>
        </p:txBody>
      </p:sp>
      <p:sp>
        <p:nvSpPr>
          <p:cNvPr id="53" name="Shape 51"/>
          <p:cNvSpPr/>
          <p:nvPr/>
        </p:nvSpPr>
        <p:spPr>
          <a:xfrm>
            <a:off x="2386584" y="3529584"/>
            <a:ext cx="1481328" cy="713232"/>
          </a:xfrm>
          <a:prstGeom prst="rect">
            <a:avLst/>
          </a:prstGeom>
          <a:solidFill>
            <a:srgbClr val="0B0F1E"/>
          </a:solidFill>
          <a:ln/>
        </p:spPr>
      </p:sp>
      <p:sp>
        <p:nvSpPr>
          <p:cNvPr id="54" name="Shape 52"/>
          <p:cNvSpPr/>
          <p:nvPr/>
        </p:nvSpPr>
        <p:spPr>
          <a:xfrm>
            <a:off x="2286000" y="3429000"/>
            <a:ext cx="1481328" cy="713232"/>
          </a:xfrm>
          <a:prstGeom prst="rect">
            <a:avLst/>
          </a:prstGeom>
          <a:solidFill>
            <a:srgbClr val="22201F"/>
          </a:solidFill>
          <a:ln/>
        </p:spPr>
      </p:sp>
      <p:sp>
        <p:nvSpPr>
          <p:cNvPr id="55" name="Shape 53"/>
          <p:cNvSpPr/>
          <p:nvPr/>
        </p:nvSpPr>
        <p:spPr>
          <a:xfrm>
            <a:off x="2336292" y="3479292"/>
            <a:ext cx="1380744" cy="612648"/>
          </a:xfrm>
          <a:prstGeom prst="rect">
            <a:avLst/>
          </a:prstGeom>
          <a:solidFill>
            <a:srgbClr val="3A4E7A"/>
          </a:solidFill>
          <a:ln/>
        </p:spPr>
      </p:sp>
      <p:sp>
        <p:nvSpPr>
          <p:cNvPr id="56" name="Shape 54"/>
          <p:cNvSpPr/>
          <p:nvPr/>
        </p:nvSpPr>
        <p:spPr>
          <a:xfrm>
            <a:off x="2286000" y="3429000"/>
            <a:ext cx="50292" cy="50292"/>
          </a:xfrm>
          <a:prstGeom prst="rect">
            <a:avLst/>
          </a:prstGeom>
          <a:solidFill>
            <a:srgbClr val="0F1426"/>
          </a:solidFill>
          <a:ln/>
        </p:spPr>
      </p:sp>
      <p:sp>
        <p:nvSpPr>
          <p:cNvPr id="57" name="Shape 55"/>
          <p:cNvSpPr/>
          <p:nvPr/>
        </p:nvSpPr>
        <p:spPr>
          <a:xfrm>
            <a:off x="3717036" y="3429000"/>
            <a:ext cx="50292" cy="50292"/>
          </a:xfrm>
          <a:prstGeom prst="rect">
            <a:avLst/>
          </a:prstGeom>
          <a:solidFill>
            <a:srgbClr val="0F1426"/>
          </a:solidFill>
          <a:ln/>
        </p:spPr>
      </p:sp>
      <p:sp>
        <p:nvSpPr>
          <p:cNvPr id="58" name="Shape 56"/>
          <p:cNvSpPr/>
          <p:nvPr/>
        </p:nvSpPr>
        <p:spPr>
          <a:xfrm>
            <a:off x="2286000" y="4091940"/>
            <a:ext cx="50292" cy="50292"/>
          </a:xfrm>
          <a:prstGeom prst="rect">
            <a:avLst/>
          </a:prstGeom>
          <a:solidFill>
            <a:srgbClr val="0F1426"/>
          </a:solidFill>
          <a:ln/>
        </p:spPr>
      </p:sp>
      <p:sp>
        <p:nvSpPr>
          <p:cNvPr id="59" name="Shape 57"/>
          <p:cNvSpPr/>
          <p:nvPr/>
        </p:nvSpPr>
        <p:spPr>
          <a:xfrm>
            <a:off x="3717036" y="4091940"/>
            <a:ext cx="50292" cy="50292"/>
          </a:xfrm>
          <a:prstGeom prst="rect">
            <a:avLst/>
          </a:prstGeom>
          <a:solidFill>
            <a:srgbClr val="0F1426"/>
          </a:solidFill>
          <a:ln/>
        </p:spPr>
      </p:sp>
      <p:sp>
        <p:nvSpPr>
          <p:cNvPr id="60" name="Text 58"/>
          <p:cNvSpPr txBox="1"/>
          <p:nvPr/>
        </p:nvSpPr>
        <p:spPr>
          <a:xfrm>
            <a:off x="239572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2</a:t>
            </a:r>
            <a:endParaRPr lang="ko-KR" sz="1000" dirty="0"/>
          </a:p>
        </p:txBody>
      </p:sp>
      <p:sp>
        <p:nvSpPr>
          <p:cNvPr id="61" name="Text 59"/>
          <p:cNvSpPr txBox="1"/>
          <p:nvPr/>
        </p:nvSpPr>
        <p:spPr>
          <a:xfrm>
            <a:off x="239572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아침 브리핑</a:t>
            </a:r>
            <a:endParaRPr lang="ko-KR" sz="1400" dirty="0"/>
          </a:p>
        </p:txBody>
      </p:sp>
      <p:sp>
        <p:nvSpPr>
          <p:cNvPr id="62" name="Shape 60"/>
          <p:cNvSpPr/>
          <p:nvPr/>
        </p:nvSpPr>
        <p:spPr>
          <a:xfrm>
            <a:off x="4123944" y="3529584"/>
            <a:ext cx="1481328" cy="713232"/>
          </a:xfrm>
          <a:prstGeom prst="rect">
            <a:avLst/>
          </a:prstGeom>
          <a:solidFill>
            <a:srgbClr val="0B0F1E"/>
          </a:solidFill>
          <a:ln/>
        </p:spPr>
      </p:sp>
      <p:sp>
        <p:nvSpPr>
          <p:cNvPr id="63" name="Shape 61"/>
          <p:cNvSpPr/>
          <p:nvPr/>
        </p:nvSpPr>
        <p:spPr>
          <a:xfrm>
            <a:off x="4023360" y="3429000"/>
            <a:ext cx="1481328" cy="713232"/>
          </a:xfrm>
          <a:prstGeom prst="rect">
            <a:avLst/>
          </a:prstGeom>
          <a:solidFill>
            <a:srgbClr val="22201F"/>
          </a:solidFill>
          <a:ln/>
        </p:spPr>
      </p:sp>
      <p:sp>
        <p:nvSpPr>
          <p:cNvPr id="64" name="Shape 62"/>
          <p:cNvSpPr/>
          <p:nvPr/>
        </p:nvSpPr>
        <p:spPr>
          <a:xfrm>
            <a:off x="4073652" y="3479292"/>
            <a:ext cx="1380744" cy="612648"/>
          </a:xfrm>
          <a:prstGeom prst="rect">
            <a:avLst/>
          </a:prstGeom>
          <a:solidFill>
            <a:srgbClr val="3A4E7A"/>
          </a:solidFill>
          <a:ln/>
        </p:spPr>
      </p:sp>
      <p:sp>
        <p:nvSpPr>
          <p:cNvPr id="65" name="Shape 63"/>
          <p:cNvSpPr/>
          <p:nvPr/>
        </p:nvSpPr>
        <p:spPr>
          <a:xfrm>
            <a:off x="4023360" y="3429000"/>
            <a:ext cx="50292" cy="50292"/>
          </a:xfrm>
          <a:prstGeom prst="rect">
            <a:avLst/>
          </a:prstGeom>
          <a:solidFill>
            <a:srgbClr val="0F1426"/>
          </a:solidFill>
          <a:ln/>
        </p:spPr>
      </p:sp>
      <p:sp>
        <p:nvSpPr>
          <p:cNvPr id="66" name="Shape 64"/>
          <p:cNvSpPr/>
          <p:nvPr/>
        </p:nvSpPr>
        <p:spPr>
          <a:xfrm>
            <a:off x="5454396" y="3429000"/>
            <a:ext cx="50292" cy="50292"/>
          </a:xfrm>
          <a:prstGeom prst="rect">
            <a:avLst/>
          </a:prstGeom>
          <a:solidFill>
            <a:srgbClr val="0F1426"/>
          </a:solidFill>
          <a:ln/>
        </p:spPr>
      </p:sp>
      <p:sp>
        <p:nvSpPr>
          <p:cNvPr id="67" name="Shape 65"/>
          <p:cNvSpPr/>
          <p:nvPr/>
        </p:nvSpPr>
        <p:spPr>
          <a:xfrm>
            <a:off x="4023360" y="4091940"/>
            <a:ext cx="50292" cy="50292"/>
          </a:xfrm>
          <a:prstGeom prst="rect">
            <a:avLst/>
          </a:prstGeom>
          <a:solidFill>
            <a:srgbClr val="0F1426"/>
          </a:solidFill>
          <a:ln/>
        </p:spPr>
      </p:sp>
      <p:sp>
        <p:nvSpPr>
          <p:cNvPr id="68" name="Shape 66"/>
          <p:cNvSpPr/>
          <p:nvPr/>
        </p:nvSpPr>
        <p:spPr>
          <a:xfrm>
            <a:off x="5454396" y="4091940"/>
            <a:ext cx="50292" cy="50292"/>
          </a:xfrm>
          <a:prstGeom prst="rect">
            <a:avLst/>
          </a:prstGeom>
          <a:solidFill>
            <a:srgbClr val="0F1426"/>
          </a:solidFill>
          <a:ln/>
        </p:spPr>
      </p:sp>
      <p:sp>
        <p:nvSpPr>
          <p:cNvPr id="69" name="Text 67"/>
          <p:cNvSpPr txBox="1"/>
          <p:nvPr/>
        </p:nvSpPr>
        <p:spPr>
          <a:xfrm>
            <a:off x="413308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3</a:t>
            </a:r>
            <a:endParaRPr lang="ko-KR" sz="1000" dirty="0"/>
          </a:p>
        </p:txBody>
      </p:sp>
      <p:sp>
        <p:nvSpPr>
          <p:cNvPr id="70" name="Text 68"/>
          <p:cNvSpPr txBox="1"/>
          <p:nvPr/>
        </p:nvSpPr>
        <p:spPr>
          <a:xfrm>
            <a:off x="413308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사건 화면</a:t>
            </a:r>
            <a:endParaRPr lang="ko-KR" sz="1400" dirty="0"/>
          </a:p>
        </p:txBody>
      </p:sp>
      <p:sp>
        <p:nvSpPr>
          <p:cNvPr id="71" name="Shape 69"/>
          <p:cNvSpPr/>
          <p:nvPr/>
        </p:nvSpPr>
        <p:spPr>
          <a:xfrm>
            <a:off x="5989320" y="3538728"/>
            <a:ext cx="1005840" cy="493776"/>
          </a:xfrm>
          <a:prstGeom prst="rect">
            <a:avLst/>
          </a:prstGeom>
          <a:solidFill>
            <a:srgbClr val="F7D84A"/>
          </a:solidFill>
          <a:ln/>
        </p:spPr>
      </p:sp>
      <p:sp>
        <p:nvSpPr>
          <p:cNvPr id="72" name="Shape 70"/>
          <p:cNvSpPr/>
          <p:nvPr/>
        </p:nvSpPr>
        <p:spPr>
          <a:xfrm>
            <a:off x="6039612" y="3589020"/>
            <a:ext cx="905256" cy="393192"/>
          </a:xfrm>
          <a:prstGeom prst="rect">
            <a:avLst/>
          </a:prstGeom>
          <a:solidFill>
            <a:srgbClr val="151C33"/>
          </a:solidFill>
          <a:ln/>
        </p:spPr>
      </p:sp>
      <p:sp>
        <p:nvSpPr>
          <p:cNvPr id="73" name="Shape 71"/>
          <p:cNvSpPr/>
          <p:nvPr/>
        </p:nvSpPr>
        <p:spPr>
          <a:xfrm>
            <a:off x="5989320" y="3538728"/>
            <a:ext cx="50292" cy="50292"/>
          </a:xfrm>
          <a:prstGeom prst="rect">
            <a:avLst/>
          </a:prstGeom>
          <a:solidFill>
            <a:srgbClr val="0F1426"/>
          </a:solidFill>
          <a:ln/>
        </p:spPr>
      </p:sp>
      <p:sp>
        <p:nvSpPr>
          <p:cNvPr id="74" name="Shape 72"/>
          <p:cNvSpPr/>
          <p:nvPr/>
        </p:nvSpPr>
        <p:spPr>
          <a:xfrm>
            <a:off x="6944868" y="3538728"/>
            <a:ext cx="50292" cy="50292"/>
          </a:xfrm>
          <a:prstGeom prst="rect">
            <a:avLst/>
          </a:prstGeom>
          <a:solidFill>
            <a:srgbClr val="0F1426"/>
          </a:solidFill>
          <a:ln/>
        </p:spPr>
      </p:sp>
      <p:sp>
        <p:nvSpPr>
          <p:cNvPr id="75" name="Shape 73"/>
          <p:cNvSpPr/>
          <p:nvPr/>
        </p:nvSpPr>
        <p:spPr>
          <a:xfrm>
            <a:off x="5989320" y="3982212"/>
            <a:ext cx="50292" cy="50292"/>
          </a:xfrm>
          <a:prstGeom prst="rect">
            <a:avLst/>
          </a:prstGeom>
          <a:solidFill>
            <a:srgbClr val="0F1426"/>
          </a:solidFill>
          <a:ln/>
        </p:spPr>
      </p:sp>
      <p:sp>
        <p:nvSpPr>
          <p:cNvPr id="76" name="Shape 74"/>
          <p:cNvSpPr/>
          <p:nvPr/>
        </p:nvSpPr>
        <p:spPr>
          <a:xfrm>
            <a:off x="6944868" y="3982212"/>
            <a:ext cx="50292" cy="50292"/>
          </a:xfrm>
          <a:prstGeom prst="rect">
            <a:avLst/>
          </a:prstGeom>
          <a:solidFill>
            <a:srgbClr val="0F1426"/>
          </a:solidFill>
          <a:ln/>
        </p:spPr>
      </p:sp>
      <p:sp>
        <p:nvSpPr>
          <p:cNvPr id="77" name="Text 75"/>
          <p:cNvSpPr txBox="1"/>
          <p:nvPr/>
        </p:nvSpPr>
        <p:spPr>
          <a:xfrm>
            <a:off x="5989320" y="3538728"/>
            <a:ext cx="1005840" cy="493776"/>
          </a:xfrm>
          <a:prstGeom prst="rect">
            <a:avLst/>
          </a:prstGeom>
          <a:noFill/>
          <a:ln/>
        </p:spPr>
        <p:txBody>
          <a:bodyPr wrap="square" lIns="0" tIns="0" rIns="0" bIns="0" rtlCol="0" anchor="ctr"/>
          <a:lstStyle/>
          <a:p>
            <a:pPr algn="ctr" indent="0" marL="0">
              <a:buNone/>
            </a:pPr>
            <a:r>
              <a:rPr lang="ko-KR" altLang="en-US" sz="1100" b="1" dirty="0">
                <a:solidFill>
                  <a:srgbClr val="F7D84A"/>
                </a:solidFill>
                <a:latin typeface="Galmuri11" pitchFamily="34" charset="0"/>
                <a:ea typeface="Galmuri11" pitchFamily="34" charset="-122"/>
                <a:cs typeface="Galmuri11" pitchFamily="34" charset="-120"/>
              </a:rPr>
              <a:t>판정 버튼</a:t>
            </a:r>
            <a:endParaRPr lang="ko-KR" sz="1100" dirty="0"/>
          </a:p>
        </p:txBody>
      </p:sp>
      <p:sp>
        <p:nvSpPr>
          <p:cNvPr id="78" name="Shape 76"/>
          <p:cNvSpPr/>
          <p:nvPr/>
        </p:nvSpPr>
        <p:spPr>
          <a:xfrm>
            <a:off x="8421624" y="3529584"/>
            <a:ext cx="1481328" cy="713232"/>
          </a:xfrm>
          <a:prstGeom prst="rect">
            <a:avLst/>
          </a:prstGeom>
          <a:solidFill>
            <a:srgbClr val="0B0F1E"/>
          </a:solidFill>
          <a:ln/>
        </p:spPr>
      </p:sp>
      <p:sp>
        <p:nvSpPr>
          <p:cNvPr id="79" name="Shape 77"/>
          <p:cNvSpPr/>
          <p:nvPr/>
        </p:nvSpPr>
        <p:spPr>
          <a:xfrm>
            <a:off x="8321040" y="3429000"/>
            <a:ext cx="1481328" cy="713232"/>
          </a:xfrm>
          <a:prstGeom prst="rect">
            <a:avLst/>
          </a:prstGeom>
          <a:solidFill>
            <a:srgbClr val="22201F"/>
          </a:solidFill>
          <a:ln/>
        </p:spPr>
      </p:sp>
      <p:sp>
        <p:nvSpPr>
          <p:cNvPr id="80" name="Shape 78"/>
          <p:cNvSpPr/>
          <p:nvPr/>
        </p:nvSpPr>
        <p:spPr>
          <a:xfrm>
            <a:off x="8371332" y="3479292"/>
            <a:ext cx="1380744" cy="612648"/>
          </a:xfrm>
          <a:prstGeom prst="rect">
            <a:avLst/>
          </a:prstGeom>
          <a:solidFill>
            <a:srgbClr val="F7D84A"/>
          </a:solidFill>
          <a:ln/>
        </p:spPr>
      </p:sp>
      <p:sp>
        <p:nvSpPr>
          <p:cNvPr id="81" name="Shape 79"/>
          <p:cNvSpPr/>
          <p:nvPr/>
        </p:nvSpPr>
        <p:spPr>
          <a:xfrm>
            <a:off x="8321040" y="3429000"/>
            <a:ext cx="50292" cy="50292"/>
          </a:xfrm>
          <a:prstGeom prst="rect">
            <a:avLst/>
          </a:prstGeom>
          <a:solidFill>
            <a:srgbClr val="0F1426"/>
          </a:solidFill>
          <a:ln/>
        </p:spPr>
      </p:sp>
      <p:sp>
        <p:nvSpPr>
          <p:cNvPr id="82" name="Shape 80"/>
          <p:cNvSpPr/>
          <p:nvPr/>
        </p:nvSpPr>
        <p:spPr>
          <a:xfrm>
            <a:off x="9752076" y="3429000"/>
            <a:ext cx="50292" cy="50292"/>
          </a:xfrm>
          <a:prstGeom prst="rect">
            <a:avLst/>
          </a:prstGeom>
          <a:solidFill>
            <a:srgbClr val="0F1426"/>
          </a:solidFill>
          <a:ln/>
        </p:spPr>
      </p:sp>
      <p:sp>
        <p:nvSpPr>
          <p:cNvPr id="83" name="Shape 81"/>
          <p:cNvSpPr/>
          <p:nvPr/>
        </p:nvSpPr>
        <p:spPr>
          <a:xfrm>
            <a:off x="8321040" y="4091940"/>
            <a:ext cx="50292" cy="50292"/>
          </a:xfrm>
          <a:prstGeom prst="rect">
            <a:avLst/>
          </a:prstGeom>
          <a:solidFill>
            <a:srgbClr val="0F1426"/>
          </a:solidFill>
          <a:ln/>
        </p:spPr>
      </p:sp>
      <p:sp>
        <p:nvSpPr>
          <p:cNvPr id="84" name="Shape 82"/>
          <p:cNvSpPr/>
          <p:nvPr/>
        </p:nvSpPr>
        <p:spPr>
          <a:xfrm>
            <a:off x="9752076" y="4091940"/>
            <a:ext cx="50292" cy="50292"/>
          </a:xfrm>
          <a:prstGeom prst="rect">
            <a:avLst/>
          </a:prstGeom>
          <a:solidFill>
            <a:srgbClr val="0F1426"/>
          </a:solidFill>
          <a:ln/>
        </p:spPr>
      </p:sp>
      <p:sp>
        <p:nvSpPr>
          <p:cNvPr id="85" name="Text 83"/>
          <p:cNvSpPr txBox="1"/>
          <p:nvPr/>
        </p:nvSpPr>
        <p:spPr>
          <a:xfrm>
            <a:off x="8430768" y="348386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8</a:t>
            </a:r>
            <a:endParaRPr lang="ko-KR" sz="1000" dirty="0"/>
          </a:p>
        </p:txBody>
      </p:sp>
      <p:sp>
        <p:nvSpPr>
          <p:cNvPr id="86" name="Text 84"/>
          <p:cNvSpPr txBox="1"/>
          <p:nvPr/>
        </p:nvSpPr>
        <p:spPr>
          <a:xfrm>
            <a:off x="8430768" y="372160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처리 완료</a:t>
            </a:r>
            <a:endParaRPr lang="ko-KR" sz="1400" dirty="0"/>
          </a:p>
        </p:txBody>
      </p:sp>
      <p:sp>
        <p:nvSpPr>
          <p:cNvPr id="87" name="Shape 85"/>
          <p:cNvSpPr/>
          <p:nvPr/>
        </p:nvSpPr>
        <p:spPr>
          <a:xfrm>
            <a:off x="10259568" y="3529584"/>
            <a:ext cx="1481328" cy="713232"/>
          </a:xfrm>
          <a:prstGeom prst="rect">
            <a:avLst/>
          </a:prstGeom>
          <a:solidFill>
            <a:srgbClr val="0B0F1E"/>
          </a:solidFill>
          <a:ln/>
        </p:spPr>
      </p:sp>
      <p:sp>
        <p:nvSpPr>
          <p:cNvPr id="88" name="Shape 86"/>
          <p:cNvSpPr/>
          <p:nvPr/>
        </p:nvSpPr>
        <p:spPr>
          <a:xfrm>
            <a:off x="10158984" y="3429000"/>
            <a:ext cx="1481328" cy="713232"/>
          </a:xfrm>
          <a:prstGeom prst="rect">
            <a:avLst/>
          </a:prstGeom>
          <a:solidFill>
            <a:srgbClr val="22201F"/>
          </a:solidFill>
          <a:ln/>
        </p:spPr>
      </p:sp>
      <p:sp>
        <p:nvSpPr>
          <p:cNvPr id="89" name="Shape 87"/>
          <p:cNvSpPr/>
          <p:nvPr/>
        </p:nvSpPr>
        <p:spPr>
          <a:xfrm>
            <a:off x="10209276" y="3479292"/>
            <a:ext cx="1380744" cy="612648"/>
          </a:xfrm>
          <a:prstGeom prst="rect">
            <a:avLst/>
          </a:prstGeom>
          <a:solidFill>
            <a:srgbClr val="3FBF6F"/>
          </a:solidFill>
          <a:ln/>
        </p:spPr>
      </p:sp>
      <p:sp>
        <p:nvSpPr>
          <p:cNvPr id="90" name="Shape 88"/>
          <p:cNvSpPr/>
          <p:nvPr/>
        </p:nvSpPr>
        <p:spPr>
          <a:xfrm>
            <a:off x="10158984" y="3429000"/>
            <a:ext cx="50292" cy="50292"/>
          </a:xfrm>
          <a:prstGeom prst="rect">
            <a:avLst/>
          </a:prstGeom>
          <a:solidFill>
            <a:srgbClr val="0F1426"/>
          </a:solidFill>
          <a:ln/>
        </p:spPr>
      </p:sp>
      <p:sp>
        <p:nvSpPr>
          <p:cNvPr id="91" name="Shape 89"/>
          <p:cNvSpPr/>
          <p:nvPr/>
        </p:nvSpPr>
        <p:spPr>
          <a:xfrm>
            <a:off x="11590020" y="3429000"/>
            <a:ext cx="50292" cy="50292"/>
          </a:xfrm>
          <a:prstGeom prst="rect">
            <a:avLst/>
          </a:prstGeom>
          <a:solidFill>
            <a:srgbClr val="0F1426"/>
          </a:solidFill>
          <a:ln/>
        </p:spPr>
      </p:sp>
      <p:sp>
        <p:nvSpPr>
          <p:cNvPr id="92" name="Shape 90"/>
          <p:cNvSpPr/>
          <p:nvPr/>
        </p:nvSpPr>
        <p:spPr>
          <a:xfrm>
            <a:off x="10158984" y="4091940"/>
            <a:ext cx="50292" cy="50292"/>
          </a:xfrm>
          <a:prstGeom prst="rect">
            <a:avLst/>
          </a:prstGeom>
          <a:solidFill>
            <a:srgbClr val="0F1426"/>
          </a:solidFill>
          <a:ln/>
        </p:spPr>
      </p:sp>
      <p:sp>
        <p:nvSpPr>
          <p:cNvPr id="93" name="Shape 91"/>
          <p:cNvSpPr/>
          <p:nvPr/>
        </p:nvSpPr>
        <p:spPr>
          <a:xfrm>
            <a:off x="11590020" y="4091940"/>
            <a:ext cx="50292" cy="50292"/>
          </a:xfrm>
          <a:prstGeom prst="rect">
            <a:avLst/>
          </a:prstGeom>
          <a:solidFill>
            <a:srgbClr val="0F1426"/>
          </a:solidFill>
          <a:ln/>
        </p:spPr>
      </p:sp>
      <p:sp>
        <p:nvSpPr>
          <p:cNvPr id="94" name="Text 92"/>
          <p:cNvSpPr txBox="1"/>
          <p:nvPr/>
        </p:nvSpPr>
        <p:spPr>
          <a:xfrm>
            <a:off x="10268712" y="348386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9</a:t>
            </a:r>
            <a:endParaRPr lang="ko-KR" sz="1000" dirty="0"/>
          </a:p>
        </p:txBody>
      </p:sp>
      <p:sp>
        <p:nvSpPr>
          <p:cNvPr id="95" name="Text 93"/>
          <p:cNvSpPr txBox="1"/>
          <p:nvPr/>
        </p:nvSpPr>
        <p:spPr>
          <a:xfrm>
            <a:off x="10268712" y="372160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근무 결과</a:t>
            </a:r>
            <a:endParaRPr lang="ko-KR" sz="1400" dirty="0"/>
          </a:p>
        </p:txBody>
      </p:sp>
      <p:sp>
        <p:nvSpPr>
          <p:cNvPr id="96" name="Shape 94"/>
          <p:cNvSpPr/>
          <p:nvPr/>
        </p:nvSpPr>
        <p:spPr>
          <a:xfrm>
            <a:off x="7187184" y="4855464"/>
            <a:ext cx="1481328" cy="713232"/>
          </a:xfrm>
          <a:prstGeom prst="rect">
            <a:avLst/>
          </a:prstGeom>
          <a:solidFill>
            <a:srgbClr val="0B0F1E"/>
          </a:solidFill>
          <a:ln/>
        </p:spPr>
      </p:sp>
      <p:sp>
        <p:nvSpPr>
          <p:cNvPr id="97" name="Shape 95"/>
          <p:cNvSpPr/>
          <p:nvPr/>
        </p:nvSpPr>
        <p:spPr>
          <a:xfrm>
            <a:off x="7086600" y="4754880"/>
            <a:ext cx="1481328" cy="713232"/>
          </a:xfrm>
          <a:prstGeom prst="rect">
            <a:avLst/>
          </a:prstGeom>
          <a:solidFill>
            <a:srgbClr val="22201F"/>
          </a:solidFill>
          <a:ln/>
        </p:spPr>
      </p:sp>
      <p:sp>
        <p:nvSpPr>
          <p:cNvPr id="98" name="Shape 96"/>
          <p:cNvSpPr/>
          <p:nvPr/>
        </p:nvSpPr>
        <p:spPr>
          <a:xfrm>
            <a:off x="7136892" y="4805172"/>
            <a:ext cx="1380744" cy="612648"/>
          </a:xfrm>
          <a:prstGeom prst="rect">
            <a:avLst/>
          </a:prstGeom>
          <a:solidFill>
            <a:srgbClr val="F7D84A"/>
          </a:solidFill>
          <a:ln/>
        </p:spPr>
      </p:sp>
      <p:sp>
        <p:nvSpPr>
          <p:cNvPr id="99" name="Shape 97"/>
          <p:cNvSpPr/>
          <p:nvPr/>
        </p:nvSpPr>
        <p:spPr>
          <a:xfrm>
            <a:off x="7086600" y="4754880"/>
            <a:ext cx="50292" cy="50292"/>
          </a:xfrm>
          <a:prstGeom prst="rect">
            <a:avLst/>
          </a:prstGeom>
          <a:solidFill>
            <a:srgbClr val="0F1426"/>
          </a:solidFill>
          <a:ln/>
        </p:spPr>
      </p:sp>
      <p:sp>
        <p:nvSpPr>
          <p:cNvPr id="100" name="Shape 98"/>
          <p:cNvSpPr/>
          <p:nvPr/>
        </p:nvSpPr>
        <p:spPr>
          <a:xfrm>
            <a:off x="8517636" y="4754880"/>
            <a:ext cx="50292" cy="50292"/>
          </a:xfrm>
          <a:prstGeom prst="rect">
            <a:avLst/>
          </a:prstGeom>
          <a:solidFill>
            <a:srgbClr val="0F1426"/>
          </a:solidFill>
          <a:ln/>
        </p:spPr>
      </p:sp>
      <p:sp>
        <p:nvSpPr>
          <p:cNvPr id="101" name="Shape 99"/>
          <p:cNvSpPr/>
          <p:nvPr/>
        </p:nvSpPr>
        <p:spPr>
          <a:xfrm>
            <a:off x="7086600" y="5417820"/>
            <a:ext cx="50292" cy="50292"/>
          </a:xfrm>
          <a:prstGeom prst="rect">
            <a:avLst/>
          </a:prstGeom>
          <a:solidFill>
            <a:srgbClr val="0F1426"/>
          </a:solidFill>
          <a:ln/>
        </p:spPr>
      </p:sp>
      <p:sp>
        <p:nvSpPr>
          <p:cNvPr id="102" name="Shape 100"/>
          <p:cNvSpPr/>
          <p:nvPr/>
        </p:nvSpPr>
        <p:spPr>
          <a:xfrm>
            <a:off x="8517636" y="5417820"/>
            <a:ext cx="50292" cy="50292"/>
          </a:xfrm>
          <a:prstGeom prst="rect">
            <a:avLst/>
          </a:prstGeom>
          <a:solidFill>
            <a:srgbClr val="0F1426"/>
          </a:solidFill>
          <a:ln/>
        </p:spPr>
      </p:sp>
      <p:sp>
        <p:nvSpPr>
          <p:cNvPr id="103" name="Text 101"/>
          <p:cNvSpPr txBox="1"/>
          <p:nvPr/>
        </p:nvSpPr>
        <p:spPr>
          <a:xfrm>
            <a:off x="7196328" y="480974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7</a:t>
            </a:r>
            <a:endParaRPr lang="ko-KR" sz="1000" dirty="0"/>
          </a:p>
        </p:txBody>
      </p:sp>
      <p:sp>
        <p:nvSpPr>
          <p:cNvPr id="104" name="Text 102"/>
          <p:cNvSpPr txBox="1"/>
          <p:nvPr/>
        </p:nvSpPr>
        <p:spPr>
          <a:xfrm>
            <a:off x="7196328" y="504748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처리 시트</a:t>
            </a:r>
            <a:endParaRPr lang="ko-KR" sz="1400" dirty="0"/>
          </a:p>
        </p:txBody>
      </p:sp>
      <p:sp>
        <p:nvSpPr>
          <p:cNvPr id="105" name="Shape 103"/>
          <p:cNvSpPr/>
          <p:nvPr/>
        </p:nvSpPr>
        <p:spPr>
          <a:xfrm>
            <a:off x="10259568" y="5358384"/>
            <a:ext cx="1481328" cy="713232"/>
          </a:xfrm>
          <a:prstGeom prst="rect">
            <a:avLst/>
          </a:prstGeom>
          <a:solidFill>
            <a:srgbClr val="0B0F1E"/>
          </a:solidFill>
          <a:ln/>
        </p:spPr>
      </p:sp>
      <p:sp>
        <p:nvSpPr>
          <p:cNvPr id="106" name="Shape 104"/>
          <p:cNvSpPr/>
          <p:nvPr/>
        </p:nvSpPr>
        <p:spPr>
          <a:xfrm>
            <a:off x="10158984" y="5257800"/>
            <a:ext cx="1481328" cy="713232"/>
          </a:xfrm>
          <a:prstGeom prst="rect">
            <a:avLst/>
          </a:prstGeom>
          <a:solidFill>
            <a:srgbClr val="22201F"/>
          </a:solidFill>
          <a:ln/>
        </p:spPr>
      </p:sp>
      <p:sp>
        <p:nvSpPr>
          <p:cNvPr id="107" name="Shape 105"/>
          <p:cNvSpPr/>
          <p:nvPr/>
        </p:nvSpPr>
        <p:spPr>
          <a:xfrm>
            <a:off x="10209276" y="5308092"/>
            <a:ext cx="1380744" cy="612648"/>
          </a:xfrm>
          <a:prstGeom prst="rect">
            <a:avLst/>
          </a:prstGeom>
          <a:solidFill>
            <a:srgbClr val="E0503C"/>
          </a:solidFill>
          <a:ln/>
        </p:spPr>
      </p:sp>
      <p:sp>
        <p:nvSpPr>
          <p:cNvPr id="108" name="Shape 106"/>
          <p:cNvSpPr/>
          <p:nvPr/>
        </p:nvSpPr>
        <p:spPr>
          <a:xfrm>
            <a:off x="10158984" y="5257800"/>
            <a:ext cx="50292" cy="50292"/>
          </a:xfrm>
          <a:prstGeom prst="rect">
            <a:avLst/>
          </a:prstGeom>
          <a:solidFill>
            <a:srgbClr val="0F1426"/>
          </a:solidFill>
          <a:ln/>
        </p:spPr>
      </p:sp>
      <p:sp>
        <p:nvSpPr>
          <p:cNvPr id="109" name="Shape 107"/>
          <p:cNvSpPr/>
          <p:nvPr/>
        </p:nvSpPr>
        <p:spPr>
          <a:xfrm>
            <a:off x="11590020" y="5257800"/>
            <a:ext cx="50292" cy="50292"/>
          </a:xfrm>
          <a:prstGeom prst="rect">
            <a:avLst/>
          </a:prstGeom>
          <a:solidFill>
            <a:srgbClr val="0F1426"/>
          </a:solidFill>
          <a:ln/>
        </p:spPr>
      </p:sp>
      <p:sp>
        <p:nvSpPr>
          <p:cNvPr id="110" name="Shape 108"/>
          <p:cNvSpPr/>
          <p:nvPr/>
        </p:nvSpPr>
        <p:spPr>
          <a:xfrm>
            <a:off x="10158984" y="5920740"/>
            <a:ext cx="50292" cy="50292"/>
          </a:xfrm>
          <a:prstGeom prst="rect">
            <a:avLst/>
          </a:prstGeom>
          <a:solidFill>
            <a:srgbClr val="0F1426"/>
          </a:solidFill>
          <a:ln/>
        </p:spPr>
      </p:sp>
      <p:sp>
        <p:nvSpPr>
          <p:cNvPr id="111" name="Shape 109"/>
          <p:cNvSpPr/>
          <p:nvPr/>
        </p:nvSpPr>
        <p:spPr>
          <a:xfrm>
            <a:off x="11590020" y="5920740"/>
            <a:ext cx="50292" cy="50292"/>
          </a:xfrm>
          <a:prstGeom prst="rect">
            <a:avLst/>
          </a:prstGeom>
          <a:solidFill>
            <a:srgbClr val="0F1426"/>
          </a:solidFill>
          <a:ln/>
        </p:spPr>
      </p:sp>
      <p:sp>
        <p:nvSpPr>
          <p:cNvPr id="112" name="Text 110"/>
          <p:cNvSpPr txBox="1"/>
          <p:nvPr/>
        </p:nvSpPr>
        <p:spPr>
          <a:xfrm>
            <a:off x="10268712" y="53126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10</a:t>
            </a:r>
            <a:endParaRPr lang="ko-KR" sz="1000" dirty="0"/>
          </a:p>
        </p:txBody>
      </p:sp>
      <p:sp>
        <p:nvSpPr>
          <p:cNvPr id="113" name="Text 111"/>
          <p:cNvSpPr txBox="1"/>
          <p:nvPr/>
        </p:nvSpPr>
        <p:spPr>
          <a:xfrm>
            <a:off x="10268712" y="55504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보안 사고</a:t>
            </a:r>
            <a:endParaRPr lang="ko-KR" sz="1400" dirty="0"/>
          </a:p>
        </p:txBody>
      </p:sp>
      <p:sp>
        <p:nvSpPr>
          <p:cNvPr id="114" name="Shape 112"/>
          <p:cNvSpPr/>
          <p:nvPr/>
        </p:nvSpPr>
        <p:spPr>
          <a:xfrm>
            <a:off x="2029968" y="3785616"/>
            <a:ext cx="256032" cy="0"/>
          </a:xfrm>
          <a:prstGeom prst="line">
            <a:avLst/>
          </a:prstGeom>
          <a:noFill/>
          <a:ln w="22225">
            <a:solidFill>
              <a:srgbClr val="7F9CC9"/>
            </a:solidFill>
            <a:prstDash val="solid"/>
            <a:tailEnd type="triangle"/>
          </a:ln>
        </p:spPr>
      </p:sp>
      <p:sp>
        <p:nvSpPr>
          <p:cNvPr id="115" name="Shape 113"/>
          <p:cNvSpPr/>
          <p:nvPr/>
        </p:nvSpPr>
        <p:spPr>
          <a:xfrm>
            <a:off x="3767328" y="3785616"/>
            <a:ext cx="256032" cy="0"/>
          </a:xfrm>
          <a:prstGeom prst="line">
            <a:avLst/>
          </a:prstGeom>
          <a:noFill/>
          <a:ln w="22225">
            <a:solidFill>
              <a:srgbClr val="7F9CC9"/>
            </a:solidFill>
            <a:prstDash val="solid"/>
            <a:tailEnd type="triangle"/>
          </a:ln>
        </p:spPr>
      </p:sp>
      <p:sp>
        <p:nvSpPr>
          <p:cNvPr id="116" name="Shape 114"/>
          <p:cNvSpPr/>
          <p:nvPr/>
        </p:nvSpPr>
        <p:spPr>
          <a:xfrm>
            <a:off x="5504688" y="3785616"/>
            <a:ext cx="484632" cy="0"/>
          </a:xfrm>
          <a:prstGeom prst="line">
            <a:avLst/>
          </a:prstGeom>
          <a:noFill/>
          <a:ln w="22225">
            <a:solidFill>
              <a:srgbClr val="7F9CC9"/>
            </a:solidFill>
            <a:prstDash val="solid"/>
          </a:ln>
        </p:spPr>
      </p:sp>
      <p:sp>
        <p:nvSpPr>
          <p:cNvPr id="117" name="Shape 115"/>
          <p:cNvSpPr/>
          <p:nvPr/>
        </p:nvSpPr>
        <p:spPr>
          <a:xfrm>
            <a:off x="6995160" y="3785616"/>
            <a:ext cx="1325880" cy="0"/>
          </a:xfrm>
          <a:prstGeom prst="line">
            <a:avLst/>
          </a:prstGeom>
          <a:noFill/>
          <a:ln w="22225">
            <a:solidFill>
              <a:srgbClr val="3FBF6F"/>
            </a:solidFill>
            <a:prstDash val="solid"/>
            <a:tailEnd type="triangle"/>
          </a:ln>
        </p:spPr>
      </p:sp>
      <p:sp>
        <p:nvSpPr>
          <p:cNvPr id="118" name="Text 116"/>
          <p:cNvSpPr txBox="1"/>
          <p:nvPr/>
        </p:nvSpPr>
        <p:spPr>
          <a:xfrm>
            <a:off x="7086600" y="3502152"/>
            <a:ext cx="1097280" cy="237744"/>
          </a:xfrm>
          <a:prstGeom prst="rect">
            <a:avLst/>
          </a:prstGeom>
          <a:noFill/>
          <a:ln/>
        </p:spPr>
        <p:txBody>
          <a:bodyPr wrap="square" lIns="0" tIns="0" rIns="0" bIns="0" rtlCol="0" anchor="t"/>
          <a:lstStyle/>
          <a:p>
            <a:pPr algn="ctr" indent="0" marL="0">
              <a:buNone/>
            </a:pPr>
            <a:r>
              <a:rPr lang="ko-KR" altLang="en-US" sz="1050" dirty="0">
                <a:solidFill>
                  <a:srgbClr val="3FBF6F"/>
                </a:solidFill>
                <a:latin typeface="Galmuri11" pitchFamily="34" charset="0"/>
                <a:ea typeface="Galmuri11" pitchFamily="34" charset="-122"/>
                <a:cs typeface="Galmuri11" pitchFamily="34" charset="-120"/>
              </a:rPr>
              <a:t>승인</a:t>
            </a:r>
            <a:endParaRPr lang="ko-KR" sz="1050" dirty="0"/>
          </a:p>
        </p:txBody>
      </p:sp>
      <p:sp>
        <p:nvSpPr>
          <p:cNvPr id="119" name="Shape 117"/>
          <p:cNvSpPr/>
          <p:nvPr/>
        </p:nvSpPr>
        <p:spPr>
          <a:xfrm>
            <a:off x="9802368" y="3785616"/>
            <a:ext cx="356616" cy="0"/>
          </a:xfrm>
          <a:prstGeom prst="line">
            <a:avLst/>
          </a:prstGeom>
          <a:noFill/>
          <a:ln w="22225">
            <a:solidFill>
              <a:srgbClr val="7F9CC9"/>
            </a:solidFill>
            <a:prstDash val="solid"/>
            <a:tailEnd type="triangle"/>
          </a:ln>
        </p:spPr>
      </p:sp>
      <p:sp>
        <p:nvSpPr>
          <p:cNvPr id="120" name="Text 118"/>
          <p:cNvSpPr txBox="1"/>
          <p:nvPr/>
        </p:nvSpPr>
        <p:spPr>
          <a:xfrm>
            <a:off x="9509760" y="3182112"/>
            <a:ext cx="137160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마지막 요청 뒤</a:t>
            </a:r>
            <a:endParaRPr lang="ko-KR" sz="1050" dirty="0"/>
          </a:p>
        </p:txBody>
      </p:sp>
      <p:sp>
        <p:nvSpPr>
          <p:cNvPr id="121" name="Shape 119"/>
          <p:cNvSpPr/>
          <p:nvPr/>
        </p:nvSpPr>
        <p:spPr>
          <a:xfrm flipV="1">
            <a:off x="4754880" y="2615184"/>
            <a:ext cx="0" cy="813816"/>
          </a:xfrm>
          <a:prstGeom prst="line">
            <a:avLst/>
          </a:prstGeom>
          <a:noFill/>
          <a:ln w="22225">
            <a:solidFill>
              <a:srgbClr val="45C7C1"/>
            </a:solidFill>
            <a:prstDash val="sysDash"/>
            <a:tailEnd type="triangle"/>
          </a:ln>
        </p:spPr>
      </p:sp>
      <p:sp>
        <p:nvSpPr>
          <p:cNvPr id="122" name="Shape 120"/>
          <p:cNvSpPr/>
          <p:nvPr/>
        </p:nvSpPr>
        <p:spPr>
          <a:xfrm>
            <a:off x="5029200" y="2615184"/>
            <a:ext cx="0" cy="813816"/>
          </a:xfrm>
          <a:prstGeom prst="line">
            <a:avLst/>
          </a:prstGeom>
          <a:noFill/>
          <a:ln w="22225">
            <a:solidFill>
              <a:srgbClr val="45C7C1"/>
            </a:solidFill>
            <a:prstDash val="sysDash"/>
            <a:tailEnd type="triangle"/>
          </a:ln>
        </p:spPr>
      </p:sp>
      <p:sp>
        <p:nvSpPr>
          <p:cNvPr id="123" name="Shape 121"/>
          <p:cNvSpPr/>
          <p:nvPr/>
        </p:nvSpPr>
        <p:spPr>
          <a:xfrm>
            <a:off x="6492240" y="4032504"/>
            <a:ext cx="0" cy="1078992"/>
          </a:xfrm>
          <a:prstGeom prst="line">
            <a:avLst/>
          </a:prstGeom>
          <a:noFill/>
          <a:ln w="22225">
            <a:solidFill>
              <a:srgbClr val="F7D84A"/>
            </a:solidFill>
            <a:prstDash val="solid"/>
          </a:ln>
        </p:spPr>
      </p:sp>
      <p:sp>
        <p:nvSpPr>
          <p:cNvPr id="124" name="Shape 122"/>
          <p:cNvSpPr/>
          <p:nvPr/>
        </p:nvSpPr>
        <p:spPr>
          <a:xfrm>
            <a:off x="6492240" y="5111496"/>
            <a:ext cx="594360" cy="0"/>
          </a:xfrm>
          <a:prstGeom prst="line">
            <a:avLst/>
          </a:prstGeom>
          <a:noFill/>
          <a:ln w="22225">
            <a:solidFill>
              <a:srgbClr val="F7D84A"/>
            </a:solidFill>
            <a:prstDash val="solid"/>
            <a:tailEnd type="triangle"/>
          </a:ln>
        </p:spPr>
      </p:sp>
      <p:sp>
        <p:nvSpPr>
          <p:cNvPr id="125" name="Text 123"/>
          <p:cNvSpPr txBox="1"/>
          <p:nvPr/>
        </p:nvSpPr>
        <p:spPr>
          <a:xfrm>
            <a:off x="6565392" y="4224528"/>
            <a:ext cx="1371600" cy="237744"/>
          </a:xfrm>
          <a:prstGeom prst="rect">
            <a:avLst/>
          </a:prstGeom>
          <a:noFill/>
          <a:ln/>
        </p:spPr>
        <p:txBody>
          <a:bodyPr wrap="square" lIns="0" tIns="0" rIns="0" bIns="0" rtlCol="0" anchor="t"/>
          <a:lstStyle/>
          <a:p>
            <a:pPr algn="l" indent="0" marL="0">
              <a:buNone/>
            </a:pPr>
            <a:r>
              <a:rPr lang="ko-KR" altLang="en-US" sz="1050" dirty="0">
                <a:solidFill>
                  <a:srgbClr val="F7D84A"/>
                </a:solidFill>
                <a:latin typeface="Galmuri11" pitchFamily="34" charset="0"/>
                <a:ea typeface="Galmuri11" pitchFamily="34" charset="-122"/>
                <a:cs typeface="Galmuri11" pitchFamily="34" charset="-120"/>
              </a:rPr>
              <a:t>거부·추가 확인</a:t>
            </a:r>
            <a:endParaRPr lang="ko-KR" sz="1050" dirty="0"/>
          </a:p>
        </p:txBody>
      </p:sp>
      <p:sp>
        <p:nvSpPr>
          <p:cNvPr id="126" name="Shape 124"/>
          <p:cNvSpPr/>
          <p:nvPr/>
        </p:nvSpPr>
        <p:spPr>
          <a:xfrm>
            <a:off x="8567928" y="5111496"/>
            <a:ext cx="493776" cy="0"/>
          </a:xfrm>
          <a:prstGeom prst="line">
            <a:avLst/>
          </a:prstGeom>
          <a:noFill/>
          <a:ln w="22225">
            <a:solidFill>
              <a:srgbClr val="F7D84A"/>
            </a:solidFill>
            <a:prstDash val="solid"/>
          </a:ln>
        </p:spPr>
      </p:sp>
      <p:sp>
        <p:nvSpPr>
          <p:cNvPr id="127" name="Shape 125"/>
          <p:cNvSpPr/>
          <p:nvPr/>
        </p:nvSpPr>
        <p:spPr>
          <a:xfrm flipV="1">
            <a:off x="9061704" y="4142232"/>
            <a:ext cx="0" cy="969264"/>
          </a:xfrm>
          <a:prstGeom prst="line">
            <a:avLst/>
          </a:prstGeom>
          <a:noFill/>
          <a:ln w="22225">
            <a:solidFill>
              <a:srgbClr val="F7D84A"/>
            </a:solidFill>
            <a:prstDash val="solid"/>
            <a:tailEnd type="triangle"/>
          </a:ln>
        </p:spPr>
      </p:sp>
      <p:sp>
        <p:nvSpPr>
          <p:cNvPr id="128" name="Shape 126"/>
          <p:cNvSpPr/>
          <p:nvPr/>
        </p:nvSpPr>
        <p:spPr>
          <a:xfrm flipV="1">
            <a:off x="8778240" y="3072384"/>
            <a:ext cx="0" cy="356616"/>
          </a:xfrm>
          <a:prstGeom prst="line">
            <a:avLst/>
          </a:prstGeom>
          <a:noFill/>
          <a:ln w="22225">
            <a:solidFill>
              <a:srgbClr val="7F9CC9"/>
            </a:solidFill>
            <a:prstDash val="solid"/>
          </a:ln>
        </p:spPr>
      </p:sp>
      <p:sp>
        <p:nvSpPr>
          <p:cNvPr id="129" name="Shape 127"/>
          <p:cNvSpPr/>
          <p:nvPr/>
        </p:nvSpPr>
        <p:spPr>
          <a:xfrm flipH="1">
            <a:off x="4572000" y="3072384"/>
            <a:ext cx="4206240" cy="0"/>
          </a:xfrm>
          <a:prstGeom prst="line">
            <a:avLst/>
          </a:prstGeom>
          <a:noFill/>
          <a:ln w="22225">
            <a:solidFill>
              <a:srgbClr val="7F9CC9"/>
            </a:solidFill>
            <a:prstDash val="solid"/>
          </a:ln>
        </p:spPr>
      </p:sp>
      <p:sp>
        <p:nvSpPr>
          <p:cNvPr id="130" name="Shape 128"/>
          <p:cNvSpPr/>
          <p:nvPr/>
        </p:nvSpPr>
        <p:spPr>
          <a:xfrm>
            <a:off x="4572000" y="3072384"/>
            <a:ext cx="0" cy="356616"/>
          </a:xfrm>
          <a:prstGeom prst="line">
            <a:avLst/>
          </a:prstGeom>
          <a:noFill/>
          <a:ln w="22225">
            <a:solidFill>
              <a:srgbClr val="7F9CC9"/>
            </a:solidFill>
            <a:prstDash val="solid"/>
            <a:tailEnd type="triangle"/>
          </a:ln>
        </p:spPr>
      </p:sp>
      <p:sp>
        <p:nvSpPr>
          <p:cNvPr id="131" name="Text 129"/>
          <p:cNvSpPr txBox="1"/>
          <p:nvPr/>
        </p:nvSpPr>
        <p:spPr>
          <a:xfrm>
            <a:off x="6766560" y="2834640"/>
            <a:ext cx="146304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다음 요청</a:t>
            </a:r>
            <a:endParaRPr lang="ko-KR" sz="1050" dirty="0"/>
          </a:p>
        </p:txBody>
      </p:sp>
      <p:sp>
        <p:nvSpPr>
          <p:cNvPr id="132" name="Shape 130"/>
          <p:cNvSpPr/>
          <p:nvPr/>
        </p:nvSpPr>
        <p:spPr>
          <a:xfrm>
            <a:off x="6263640" y="4032504"/>
            <a:ext cx="0" cy="1581912"/>
          </a:xfrm>
          <a:prstGeom prst="line">
            <a:avLst/>
          </a:prstGeom>
          <a:noFill/>
          <a:ln w="22225">
            <a:solidFill>
              <a:srgbClr val="E0503C"/>
            </a:solidFill>
            <a:prstDash val="solid"/>
          </a:ln>
        </p:spPr>
      </p:sp>
      <p:sp>
        <p:nvSpPr>
          <p:cNvPr id="133" name="Shape 131"/>
          <p:cNvSpPr/>
          <p:nvPr/>
        </p:nvSpPr>
        <p:spPr>
          <a:xfrm>
            <a:off x="6263640" y="5614416"/>
            <a:ext cx="3895344" cy="0"/>
          </a:xfrm>
          <a:prstGeom prst="line">
            <a:avLst/>
          </a:prstGeom>
          <a:noFill/>
          <a:ln w="22225">
            <a:solidFill>
              <a:srgbClr val="E0503C"/>
            </a:solidFill>
            <a:prstDash val="solid"/>
            <a:tailEnd type="triangle"/>
          </a:ln>
        </p:spPr>
      </p:sp>
      <p:sp>
        <p:nvSpPr>
          <p:cNvPr id="134" name="Text 132"/>
          <p:cNvSpPr txBox="1"/>
          <p:nvPr/>
        </p:nvSpPr>
        <p:spPr>
          <a:xfrm>
            <a:off x="7498080" y="5650992"/>
            <a:ext cx="2560320" cy="237744"/>
          </a:xfrm>
          <a:prstGeom prst="rect">
            <a:avLst/>
          </a:prstGeom>
          <a:noFill/>
          <a:ln/>
        </p:spPr>
        <p:txBody>
          <a:bodyPr wrap="square" lIns="0" tIns="0" rIns="0" bIns="0" rtlCol="0" anchor="t"/>
          <a:lstStyle/>
          <a:p>
            <a:pPr algn="ctr" indent="0" marL="0">
              <a:buNone/>
            </a:pPr>
            <a:r>
              <a:rPr lang="ko-KR" altLang="en-US" sz="1050" dirty="0">
                <a:solidFill>
                  <a:srgbClr val="E0503C"/>
                </a:solidFill>
                <a:latin typeface="Galmuri11" pitchFamily="34" charset="0"/>
                <a:ea typeface="Galmuri11" pitchFamily="34" charset="-122"/>
                <a:cs typeface="Galmuri11" pitchFamily="34" charset="-120"/>
              </a:rPr>
              <a:t>위험한 요청을 승인하면 바로</a:t>
            </a:r>
            <a:endParaRPr lang="ko-KR" sz="1050" dirty="0"/>
          </a:p>
        </p:txBody>
      </p:sp>
      <p:sp>
        <p:nvSpPr>
          <p:cNvPr id="135" name="Text 133"/>
          <p:cNvSpPr txBox="1"/>
          <p:nvPr/>
        </p:nvSpPr>
        <p:spPr>
          <a:xfrm>
            <a:off x="8229600" y="6053328"/>
            <a:ext cx="3429000" cy="237744"/>
          </a:xfrm>
          <a:prstGeom prst="rect">
            <a:avLst/>
          </a:prstGeom>
          <a:noFill/>
          <a:ln/>
        </p:spPr>
        <p:txBody>
          <a:bodyPr wrap="square" lIns="0" tIns="0" rIns="0" bIns="0" rtlCol="0" anchor="t"/>
          <a:lstStyle/>
          <a:p>
            <a:pPr algn="r" indent="0" marL="0">
              <a:buNone/>
            </a:pPr>
            <a:r>
              <a:rPr lang="ko-KR" altLang="en-US" sz="1050" dirty="0">
                <a:solidFill>
                  <a:srgbClr val="B9C6E2"/>
                </a:solidFill>
                <a:latin typeface="Galmuri11" pitchFamily="34" charset="0"/>
                <a:ea typeface="Galmuri11" pitchFamily="34" charset="-122"/>
                <a:cs typeface="Galmuri11" pitchFamily="34" charset="-120"/>
              </a:rPr>
              <a:t>↺ 해설을 보고 그 Day 첫 사건부터 다시</a:t>
            </a:r>
            <a:endParaRPr lang="ko-KR" sz="1050" dirty="0"/>
          </a:p>
        </p:txBody>
      </p:sp>
      <p:sp>
        <p:nvSpPr>
          <p:cNvPr id="136" name="Text 134"/>
          <p:cNvSpPr txBox="1"/>
          <p:nvPr/>
        </p:nvSpPr>
        <p:spPr>
          <a:xfrm>
            <a:off x="10158984" y="4233672"/>
            <a:ext cx="1481328" cy="237744"/>
          </a:xfrm>
          <a:prstGeom prst="rect">
            <a:avLst/>
          </a:prstGeom>
          <a:noFill/>
          <a:ln/>
        </p:spPr>
        <p:txBody>
          <a:bodyPr wrap="square" lIns="0" tIns="0" rIns="0" bIns="0" rtlCol="0" anchor="t"/>
          <a:lstStyle/>
          <a:p>
            <a:pPr algn="ctr" indent="0" marL="0">
              <a:buNone/>
            </a:pPr>
            <a:r>
              <a:rPr lang="ko-KR" altLang="en-US" sz="1000" dirty="0">
                <a:solidFill>
                  <a:srgbClr val="B9C6E2"/>
                </a:solidFill>
                <a:latin typeface="Galmuri11" pitchFamily="34" charset="0"/>
                <a:ea typeface="Galmuri11" pitchFamily="34" charset="-122"/>
                <a:cs typeface="Galmuri11" pitchFamily="34" charset="-120"/>
              </a:rPr>
              <a:t>점검 미달이면 ↓</a:t>
            </a:r>
            <a:endParaRPr lang="ko-KR" sz="1000" dirty="0"/>
          </a:p>
        </p:txBody>
      </p:sp>
      <p:sp>
        <p:nvSpPr>
          <p:cNvPr id="137" name="Shape 135"/>
          <p:cNvSpPr/>
          <p:nvPr/>
        </p:nvSpPr>
        <p:spPr>
          <a:xfrm>
            <a:off x="10899648" y="4480560"/>
            <a:ext cx="0" cy="777240"/>
          </a:xfrm>
          <a:prstGeom prst="line">
            <a:avLst/>
          </a:prstGeom>
          <a:noFill/>
          <a:ln w="22225">
            <a:solidFill>
              <a:srgbClr val="E0503C"/>
            </a:solidFill>
            <a:prstDash val="sysDash"/>
            <a:tailEnd type="triangle"/>
          </a:ln>
        </p:spPr>
      </p:sp>
      <p:sp>
        <p:nvSpPr>
          <p:cNvPr id="138" name="Shape 136"/>
          <p:cNvSpPr/>
          <p:nvPr/>
        </p:nvSpPr>
        <p:spPr>
          <a:xfrm>
            <a:off x="548640" y="5577840"/>
            <a:ext cx="219456" cy="219456"/>
          </a:xfrm>
          <a:prstGeom prst="rect">
            <a:avLst/>
          </a:prstGeom>
          <a:solidFill>
            <a:srgbClr val="3A4E7A"/>
          </a:solidFill>
          <a:ln/>
        </p:spPr>
      </p:sp>
      <p:sp>
        <p:nvSpPr>
          <p:cNvPr id="139" name="Text 137"/>
          <p:cNvSpPr txBox="1"/>
          <p:nvPr/>
        </p:nvSpPr>
        <p:spPr>
          <a:xfrm>
            <a:off x="84124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시작·사건</a:t>
            </a:r>
            <a:endParaRPr lang="ko-KR" sz="1100" dirty="0"/>
          </a:p>
        </p:txBody>
      </p:sp>
      <p:sp>
        <p:nvSpPr>
          <p:cNvPr id="140" name="Shape 138"/>
          <p:cNvSpPr/>
          <p:nvPr/>
        </p:nvSpPr>
        <p:spPr>
          <a:xfrm>
            <a:off x="1600200" y="5577840"/>
            <a:ext cx="219456" cy="219456"/>
          </a:xfrm>
          <a:prstGeom prst="rect">
            <a:avLst/>
          </a:prstGeom>
          <a:solidFill>
            <a:srgbClr val="45C7C1"/>
          </a:solidFill>
          <a:ln/>
        </p:spPr>
      </p:sp>
      <p:sp>
        <p:nvSpPr>
          <p:cNvPr id="141" name="Text 139"/>
          <p:cNvSpPr txBox="1"/>
          <p:nvPr/>
        </p:nvSpPr>
        <p:spPr>
          <a:xfrm>
            <a:off x="189280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조사</a:t>
            </a:r>
            <a:endParaRPr lang="ko-KR" sz="1100" dirty="0"/>
          </a:p>
        </p:txBody>
      </p:sp>
      <p:sp>
        <p:nvSpPr>
          <p:cNvPr id="142" name="Shape 140"/>
          <p:cNvSpPr/>
          <p:nvPr/>
        </p:nvSpPr>
        <p:spPr>
          <a:xfrm>
            <a:off x="2651760" y="5577840"/>
            <a:ext cx="219456" cy="219456"/>
          </a:xfrm>
          <a:prstGeom prst="rect">
            <a:avLst/>
          </a:prstGeom>
          <a:solidFill>
            <a:srgbClr val="F7D84A"/>
          </a:solidFill>
          <a:ln/>
        </p:spPr>
      </p:sp>
      <p:sp>
        <p:nvSpPr>
          <p:cNvPr id="143" name="Text 141"/>
          <p:cNvSpPr txBox="1"/>
          <p:nvPr/>
        </p:nvSpPr>
        <p:spPr>
          <a:xfrm>
            <a:off x="294436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판정·처리</a:t>
            </a:r>
            <a:endParaRPr lang="ko-KR" sz="1100" dirty="0"/>
          </a:p>
        </p:txBody>
      </p:sp>
      <p:sp>
        <p:nvSpPr>
          <p:cNvPr id="144" name="Shape 142"/>
          <p:cNvSpPr/>
          <p:nvPr/>
        </p:nvSpPr>
        <p:spPr>
          <a:xfrm>
            <a:off x="3703320" y="5577840"/>
            <a:ext cx="219456" cy="219456"/>
          </a:xfrm>
          <a:prstGeom prst="rect">
            <a:avLst/>
          </a:prstGeom>
          <a:solidFill>
            <a:srgbClr val="3FBF6F"/>
          </a:solidFill>
          <a:ln/>
        </p:spPr>
      </p:sp>
      <p:sp>
        <p:nvSpPr>
          <p:cNvPr id="145" name="Text 143"/>
          <p:cNvSpPr txBox="1"/>
          <p:nvPr/>
        </p:nvSpPr>
        <p:spPr>
          <a:xfrm>
            <a:off x="399592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결과</a:t>
            </a:r>
            <a:endParaRPr lang="ko-KR" sz="1100" dirty="0"/>
          </a:p>
        </p:txBody>
      </p:sp>
      <p:sp>
        <p:nvSpPr>
          <p:cNvPr id="146" name="Shape 144"/>
          <p:cNvSpPr/>
          <p:nvPr/>
        </p:nvSpPr>
        <p:spPr>
          <a:xfrm>
            <a:off x="4754880" y="5577840"/>
            <a:ext cx="219456" cy="219456"/>
          </a:xfrm>
          <a:prstGeom prst="rect">
            <a:avLst/>
          </a:prstGeom>
          <a:solidFill>
            <a:srgbClr val="E0503C"/>
          </a:solidFill>
          <a:ln/>
        </p:spPr>
      </p:sp>
      <p:sp>
        <p:nvSpPr>
          <p:cNvPr id="147" name="Text 145"/>
          <p:cNvSpPr txBox="1"/>
          <p:nvPr/>
        </p:nvSpPr>
        <p:spPr>
          <a:xfrm>
            <a:off x="504748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실패</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1/5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시작하기: 첫 화면과 아침 브리핑</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1 첫 화면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3097970"/>
            <a:ext cx="256032" cy="256032"/>
          </a:xfrm>
          <a:prstGeom prst="rect">
            <a:avLst/>
          </a:prstGeom>
          <a:solidFill>
            <a:srgbClr val="22201F"/>
          </a:solidFill>
          <a:ln/>
        </p:spPr>
      </p:sp>
      <p:sp>
        <p:nvSpPr>
          <p:cNvPr id="20" name="Shape 17"/>
          <p:cNvSpPr/>
          <p:nvPr/>
        </p:nvSpPr>
        <p:spPr>
          <a:xfrm>
            <a:off x="2558803" y="3148262"/>
            <a:ext cx="155448" cy="155448"/>
          </a:xfrm>
          <a:prstGeom prst="rect">
            <a:avLst/>
          </a:prstGeom>
          <a:solidFill>
            <a:srgbClr val="E0503C"/>
          </a:solidFill>
          <a:ln/>
        </p:spPr>
      </p:sp>
      <p:sp>
        <p:nvSpPr>
          <p:cNvPr id="21" name="Text 18"/>
          <p:cNvSpPr txBox="1"/>
          <p:nvPr/>
        </p:nvSpPr>
        <p:spPr>
          <a:xfrm>
            <a:off x="2508511" y="309797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300472"/>
            <a:ext cx="256032" cy="256032"/>
          </a:xfrm>
          <a:prstGeom prst="rect">
            <a:avLst/>
          </a:prstGeom>
          <a:solidFill>
            <a:srgbClr val="22201F"/>
          </a:solidFill>
          <a:ln/>
        </p:spPr>
      </p:sp>
      <p:sp>
        <p:nvSpPr>
          <p:cNvPr id="23" name="Shape 20"/>
          <p:cNvSpPr/>
          <p:nvPr/>
        </p:nvSpPr>
        <p:spPr>
          <a:xfrm>
            <a:off x="2558803" y="4350764"/>
            <a:ext cx="155448" cy="155448"/>
          </a:xfrm>
          <a:prstGeom prst="rect">
            <a:avLst/>
          </a:prstGeom>
          <a:solidFill>
            <a:srgbClr val="E0503C"/>
          </a:solidFill>
          <a:ln/>
        </p:spPr>
      </p:sp>
      <p:sp>
        <p:nvSpPr>
          <p:cNvPr id="24" name="Text 21"/>
          <p:cNvSpPr txBox="1"/>
          <p:nvPr/>
        </p:nvSpPr>
        <p:spPr>
          <a:xfrm>
            <a:off x="2508511" y="430047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4946750"/>
            <a:ext cx="256032" cy="256032"/>
          </a:xfrm>
          <a:prstGeom prst="rect">
            <a:avLst/>
          </a:prstGeom>
          <a:solidFill>
            <a:srgbClr val="22201F"/>
          </a:solidFill>
          <a:ln/>
        </p:spPr>
      </p:sp>
      <p:sp>
        <p:nvSpPr>
          <p:cNvPr id="26" name="Shape 23"/>
          <p:cNvSpPr/>
          <p:nvPr/>
        </p:nvSpPr>
        <p:spPr>
          <a:xfrm>
            <a:off x="2558803" y="4997042"/>
            <a:ext cx="155448" cy="155448"/>
          </a:xfrm>
          <a:prstGeom prst="rect">
            <a:avLst/>
          </a:prstGeom>
          <a:solidFill>
            <a:srgbClr val="E0503C"/>
          </a:solidFill>
          <a:ln/>
        </p:spPr>
      </p:sp>
      <p:sp>
        <p:nvSpPr>
          <p:cNvPr id="27" name="Text 24"/>
          <p:cNvSpPr txBox="1"/>
          <p:nvPr/>
        </p:nvSpPr>
        <p:spPr>
          <a:xfrm>
            <a:off x="2508511" y="494675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1</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첫 화면</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도트 보안관과 조수 '도트'</a:t>
            </a:r>
            <a:endParaRPr lang="ko-KR" sz="1400" dirty="0"/>
          </a:p>
        </p:txBody>
      </p:sp>
      <p:sp>
        <p:nvSpPr>
          <p:cNvPr id="41" name="Text 38"/>
          <p:cNvSpPr txBox="1"/>
          <p:nvPr/>
        </p:nvSpPr>
        <p:spPr>
          <a:xfrm>
            <a:off x="3346704" y="299923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말풍선으로 오늘 할 일을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짧게 알려 줘요.</a:t>
            </a:r>
            <a:endParaRPr lang="ko-KR" sz="1150" dirty="0"/>
          </a:p>
        </p:txBody>
      </p:sp>
      <p:sp>
        <p:nvSpPr>
          <p:cNvPr id="42" name="Shape 39"/>
          <p:cNvSpPr/>
          <p:nvPr/>
        </p:nvSpPr>
        <p:spPr>
          <a:xfrm>
            <a:off x="2962656" y="3813048"/>
            <a:ext cx="274320" cy="274320"/>
          </a:xfrm>
          <a:prstGeom prst="rect">
            <a:avLst/>
          </a:prstGeom>
          <a:solidFill>
            <a:srgbClr val="22201F"/>
          </a:solidFill>
          <a:ln/>
        </p:spPr>
      </p:sp>
      <p:sp>
        <p:nvSpPr>
          <p:cNvPr id="43" name="Shape 40"/>
          <p:cNvSpPr/>
          <p:nvPr/>
        </p:nvSpPr>
        <p:spPr>
          <a:xfrm>
            <a:off x="3012948" y="3863340"/>
            <a:ext cx="173736" cy="173736"/>
          </a:xfrm>
          <a:prstGeom prst="rect">
            <a:avLst/>
          </a:prstGeom>
          <a:solidFill>
            <a:srgbClr val="E0503C"/>
          </a:solidFill>
          <a:ln/>
        </p:spPr>
      </p:sp>
      <p:sp>
        <p:nvSpPr>
          <p:cNvPr id="44" name="Text 41"/>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45" name="Text 42"/>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심사관 이름은 뽑기로</a:t>
            </a:r>
            <a:endParaRPr lang="ko-KR" sz="1400" dirty="0"/>
          </a:p>
        </p:txBody>
      </p:sp>
      <p:sp>
        <p:nvSpPr>
          <p:cNvPr id="46" name="Text 43"/>
          <p:cNvSpPr txBox="1"/>
          <p:nvPr/>
        </p:nvSpPr>
        <p:spPr>
          <a:xfrm>
            <a:off x="3346704"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실명·나이는 묻지 않아요.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미리 만든 조합에서 골라요.</a:t>
            </a:r>
            <a:endParaRPr lang="ko-KR" sz="1150" dirty="0"/>
          </a:p>
        </p:txBody>
      </p:sp>
      <p:sp>
        <p:nvSpPr>
          <p:cNvPr id="47" name="Shape 44"/>
          <p:cNvSpPr/>
          <p:nvPr/>
        </p:nvSpPr>
        <p:spPr>
          <a:xfrm>
            <a:off x="2962656" y="5001768"/>
            <a:ext cx="274320" cy="274320"/>
          </a:xfrm>
          <a:prstGeom prst="rect">
            <a:avLst/>
          </a:prstGeom>
          <a:solidFill>
            <a:srgbClr val="22201F"/>
          </a:solidFill>
          <a:ln/>
        </p:spPr>
      </p:sp>
      <p:sp>
        <p:nvSpPr>
          <p:cNvPr id="48" name="Shape 45"/>
          <p:cNvSpPr/>
          <p:nvPr/>
        </p:nvSpPr>
        <p:spPr>
          <a:xfrm>
            <a:off x="3012948" y="5052060"/>
            <a:ext cx="173736" cy="173736"/>
          </a:xfrm>
          <a:prstGeom prst="rect">
            <a:avLst/>
          </a:prstGeom>
          <a:solidFill>
            <a:srgbClr val="E0503C"/>
          </a:solidFill>
          <a:ln/>
        </p:spPr>
      </p:sp>
      <p:sp>
        <p:nvSpPr>
          <p:cNvPr id="49" name="Text 46"/>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50" name="Text 47"/>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출근하기 한 번이면 시작</a:t>
            </a:r>
            <a:endParaRPr lang="ko-KR" sz="1400" dirty="0"/>
          </a:p>
        </p:txBody>
      </p:sp>
      <p:sp>
        <p:nvSpPr>
          <p:cNvPr id="51" name="Text 48"/>
          <p:cNvSpPr txBox="1"/>
          <p:nvPr/>
        </p:nvSpPr>
        <p:spPr>
          <a:xfrm>
            <a:off x="3346704" y="53766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광고·로그인 없이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바로 근무를 시작해요.</a:t>
            </a:r>
            <a:endParaRPr lang="ko-KR" sz="1150" dirty="0"/>
          </a:p>
        </p:txBody>
      </p:sp>
      <p:sp>
        <p:nvSpPr>
          <p:cNvPr id="52" name="Shape 49"/>
          <p:cNvSpPr/>
          <p:nvPr/>
        </p:nvSpPr>
        <p:spPr>
          <a:xfrm>
            <a:off x="6300216" y="1581912"/>
            <a:ext cx="2157984" cy="4681728"/>
          </a:xfrm>
          <a:prstGeom prst="rect">
            <a:avLst/>
          </a:prstGeom>
          <a:solidFill>
            <a:srgbClr val="0B0F1E"/>
          </a:solidFill>
          <a:ln/>
        </p:spPr>
      </p:sp>
      <p:sp>
        <p:nvSpPr>
          <p:cNvPr id="53" name="Shape 50"/>
          <p:cNvSpPr/>
          <p:nvPr/>
        </p:nvSpPr>
        <p:spPr>
          <a:xfrm>
            <a:off x="6199632" y="1481328"/>
            <a:ext cx="2157984" cy="4681728"/>
          </a:xfrm>
          <a:prstGeom prst="rect">
            <a:avLst/>
          </a:prstGeom>
          <a:solidFill>
            <a:srgbClr val="3A4E7A"/>
          </a:solidFill>
          <a:ln/>
        </p:spPr>
      </p:sp>
      <p:sp>
        <p:nvSpPr>
          <p:cNvPr id="54" name="Shape 51"/>
          <p:cNvSpPr/>
          <p:nvPr/>
        </p:nvSpPr>
        <p:spPr>
          <a:xfrm>
            <a:off x="6249924" y="1531620"/>
            <a:ext cx="2057400" cy="4581144"/>
          </a:xfrm>
          <a:prstGeom prst="rect">
            <a:avLst/>
          </a:prstGeom>
          <a:solidFill>
            <a:srgbClr val="060A15"/>
          </a:solidFill>
          <a:ln/>
        </p:spPr>
      </p:sp>
      <p:sp>
        <p:nvSpPr>
          <p:cNvPr id="55" name="Shape 52"/>
          <p:cNvSpPr/>
          <p:nvPr/>
        </p:nvSpPr>
        <p:spPr>
          <a:xfrm>
            <a:off x="6199632" y="1481328"/>
            <a:ext cx="50292" cy="50292"/>
          </a:xfrm>
          <a:prstGeom prst="rect">
            <a:avLst/>
          </a:prstGeom>
          <a:solidFill>
            <a:srgbClr val="0F1426"/>
          </a:solidFill>
          <a:ln/>
        </p:spPr>
      </p:sp>
      <p:sp>
        <p:nvSpPr>
          <p:cNvPr id="56" name="Shape 53"/>
          <p:cNvSpPr/>
          <p:nvPr/>
        </p:nvSpPr>
        <p:spPr>
          <a:xfrm>
            <a:off x="8307324" y="1481328"/>
            <a:ext cx="50292" cy="50292"/>
          </a:xfrm>
          <a:prstGeom prst="rect">
            <a:avLst/>
          </a:prstGeom>
          <a:solidFill>
            <a:srgbClr val="0F1426"/>
          </a:solidFill>
          <a:ln/>
        </p:spPr>
      </p:sp>
      <p:sp>
        <p:nvSpPr>
          <p:cNvPr id="57" name="Shape 54"/>
          <p:cNvSpPr/>
          <p:nvPr/>
        </p:nvSpPr>
        <p:spPr>
          <a:xfrm>
            <a:off x="6199632" y="6112764"/>
            <a:ext cx="50292" cy="50292"/>
          </a:xfrm>
          <a:prstGeom prst="rect">
            <a:avLst/>
          </a:prstGeom>
          <a:solidFill>
            <a:srgbClr val="0F1426"/>
          </a:solidFill>
          <a:ln/>
        </p:spPr>
      </p:sp>
      <p:sp>
        <p:nvSpPr>
          <p:cNvPr id="58" name="Shape 55"/>
          <p:cNvSpPr/>
          <p:nvPr/>
        </p:nvSpPr>
        <p:spPr>
          <a:xfrm>
            <a:off x="8307324" y="6112764"/>
            <a:ext cx="50292" cy="50292"/>
          </a:xfrm>
          <a:prstGeom prst="rect">
            <a:avLst/>
          </a:prstGeom>
          <a:solidFill>
            <a:srgbClr val="0F1426"/>
          </a:solidFill>
          <a:ln/>
        </p:spPr>
      </p:sp>
      <p:sp>
        <p:nvSpPr>
          <p:cNvPr id="59" name="Shape 56"/>
          <p:cNvSpPr/>
          <p:nvPr/>
        </p:nvSpPr>
        <p:spPr>
          <a:xfrm>
            <a:off x="7050024" y="1545336"/>
            <a:ext cx="457200" cy="45720"/>
          </a:xfrm>
          <a:prstGeom prst="rect">
            <a:avLst/>
          </a:prstGeom>
          <a:solidFill>
            <a:srgbClr val="3A4E7A"/>
          </a:solidFill>
          <a:ln/>
        </p:spPr>
      </p:sp>
      <p:pic>
        <p:nvPicPr>
          <p:cNvPr id="60" name="Image 1" descr="화면 2 아침 브리핑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61" name="Shape 57"/>
          <p:cNvSpPr/>
          <p:nvPr/>
        </p:nvSpPr>
        <p:spPr>
          <a:xfrm>
            <a:off x="8159503" y="2600017"/>
            <a:ext cx="256032" cy="256032"/>
          </a:xfrm>
          <a:prstGeom prst="rect">
            <a:avLst/>
          </a:prstGeom>
          <a:solidFill>
            <a:srgbClr val="22201F"/>
          </a:solidFill>
          <a:ln/>
        </p:spPr>
      </p:sp>
      <p:sp>
        <p:nvSpPr>
          <p:cNvPr id="62" name="Shape 58"/>
          <p:cNvSpPr/>
          <p:nvPr/>
        </p:nvSpPr>
        <p:spPr>
          <a:xfrm>
            <a:off x="8209795" y="2650309"/>
            <a:ext cx="155448" cy="155448"/>
          </a:xfrm>
          <a:prstGeom prst="rect">
            <a:avLst/>
          </a:prstGeom>
          <a:solidFill>
            <a:srgbClr val="E0503C"/>
          </a:solidFill>
          <a:ln/>
        </p:spPr>
      </p:sp>
      <p:sp>
        <p:nvSpPr>
          <p:cNvPr id="63" name="Text 59"/>
          <p:cNvSpPr txBox="1"/>
          <p:nvPr/>
        </p:nvSpPr>
        <p:spPr>
          <a:xfrm>
            <a:off x="8159503" y="260001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64" name="Shape 60"/>
          <p:cNvSpPr/>
          <p:nvPr/>
        </p:nvSpPr>
        <p:spPr>
          <a:xfrm>
            <a:off x="8159503" y="3193322"/>
            <a:ext cx="256032" cy="256032"/>
          </a:xfrm>
          <a:prstGeom prst="rect">
            <a:avLst/>
          </a:prstGeom>
          <a:solidFill>
            <a:srgbClr val="22201F"/>
          </a:solidFill>
          <a:ln/>
        </p:spPr>
      </p:sp>
      <p:sp>
        <p:nvSpPr>
          <p:cNvPr id="65" name="Shape 61"/>
          <p:cNvSpPr/>
          <p:nvPr/>
        </p:nvSpPr>
        <p:spPr>
          <a:xfrm>
            <a:off x="8209795" y="3243614"/>
            <a:ext cx="155448" cy="155448"/>
          </a:xfrm>
          <a:prstGeom prst="rect">
            <a:avLst/>
          </a:prstGeom>
          <a:solidFill>
            <a:srgbClr val="E0503C"/>
          </a:solidFill>
          <a:ln/>
        </p:spPr>
      </p:sp>
      <p:sp>
        <p:nvSpPr>
          <p:cNvPr id="66" name="Text 62"/>
          <p:cNvSpPr txBox="1"/>
          <p:nvPr/>
        </p:nvSpPr>
        <p:spPr>
          <a:xfrm>
            <a:off x="8159503" y="319332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67" name="Shape 63"/>
          <p:cNvSpPr/>
          <p:nvPr/>
        </p:nvSpPr>
        <p:spPr>
          <a:xfrm>
            <a:off x="8159503" y="4899074"/>
            <a:ext cx="256032" cy="256032"/>
          </a:xfrm>
          <a:prstGeom prst="rect">
            <a:avLst/>
          </a:prstGeom>
          <a:solidFill>
            <a:srgbClr val="22201F"/>
          </a:solidFill>
          <a:ln/>
        </p:spPr>
      </p:sp>
      <p:sp>
        <p:nvSpPr>
          <p:cNvPr id="68" name="Shape 64"/>
          <p:cNvSpPr/>
          <p:nvPr/>
        </p:nvSpPr>
        <p:spPr>
          <a:xfrm>
            <a:off x="8209795" y="4949366"/>
            <a:ext cx="155448" cy="155448"/>
          </a:xfrm>
          <a:prstGeom prst="rect">
            <a:avLst/>
          </a:prstGeom>
          <a:solidFill>
            <a:srgbClr val="E0503C"/>
          </a:solidFill>
          <a:ln/>
        </p:spPr>
      </p:sp>
      <p:sp>
        <p:nvSpPr>
          <p:cNvPr id="69" name="Text 65"/>
          <p:cNvSpPr txBox="1"/>
          <p:nvPr/>
        </p:nvSpPr>
        <p:spPr>
          <a:xfrm>
            <a:off x="8159503" y="489907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70" name="Shape 66"/>
          <p:cNvSpPr/>
          <p:nvPr/>
        </p:nvSpPr>
        <p:spPr>
          <a:xfrm>
            <a:off x="8613648" y="1536192"/>
            <a:ext cx="786384" cy="274320"/>
          </a:xfrm>
          <a:prstGeom prst="rect">
            <a:avLst/>
          </a:prstGeom>
          <a:solidFill>
            <a:srgbClr val="22201F"/>
          </a:solidFill>
          <a:ln/>
        </p:spPr>
      </p:sp>
      <p:sp>
        <p:nvSpPr>
          <p:cNvPr id="71" name="Shape 67"/>
          <p:cNvSpPr/>
          <p:nvPr/>
        </p:nvSpPr>
        <p:spPr>
          <a:xfrm>
            <a:off x="8663940" y="1586484"/>
            <a:ext cx="685800" cy="173736"/>
          </a:xfrm>
          <a:prstGeom prst="rect">
            <a:avLst/>
          </a:prstGeom>
          <a:solidFill>
            <a:srgbClr val="F7D84A"/>
          </a:solidFill>
          <a:ln/>
        </p:spPr>
      </p:sp>
      <p:sp>
        <p:nvSpPr>
          <p:cNvPr id="72" name="Shape 68"/>
          <p:cNvSpPr/>
          <p:nvPr/>
        </p:nvSpPr>
        <p:spPr>
          <a:xfrm>
            <a:off x="8613648" y="1536192"/>
            <a:ext cx="50292" cy="50292"/>
          </a:xfrm>
          <a:prstGeom prst="rect">
            <a:avLst/>
          </a:prstGeom>
          <a:solidFill>
            <a:srgbClr val="0F1426"/>
          </a:solidFill>
          <a:ln/>
        </p:spPr>
      </p:sp>
      <p:sp>
        <p:nvSpPr>
          <p:cNvPr id="73" name="Shape 69"/>
          <p:cNvSpPr/>
          <p:nvPr/>
        </p:nvSpPr>
        <p:spPr>
          <a:xfrm>
            <a:off x="9349740" y="1536192"/>
            <a:ext cx="50292" cy="50292"/>
          </a:xfrm>
          <a:prstGeom prst="rect">
            <a:avLst/>
          </a:prstGeom>
          <a:solidFill>
            <a:srgbClr val="0F1426"/>
          </a:solidFill>
          <a:ln/>
        </p:spPr>
      </p:sp>
      <p:sp>
        <p:nvSpPr>
          <p:cNvPr id="74" name="Shape 70"/>
          <p:cNvSpPr/>
          <p:nvPr/>
        </p:nvSpPr>
        <p:spPr>
          <a:xfrm>
            <a:off x="8613648" y="1760220"/>
            <a:ext cx="50292" cy="50292"/>
          </a:xfrm>
          <a:prstGeom prst="rect">
            <a:avLst/>
          </a:prstGeom>
          <a:solidFill>
            <a:srgbClr val="0F1426"/>
          </a:solidFill>
          <a:ln/>
        </p:spPr>
      </p:sp>
      <p:sp>
        <p:nvSpPr>
          <p:cNvPr id="75" name="Shape 71"/>
          <p:cNvSpPr/>
          <p:nvPr/>
        </p:nvSpPr>
        <p:spPr>
          <a:xfrm>
            <a:off x="9349740" y="1760220"/>
            <a:ext cx="50292" cy="50292"/>
          </a:xfrm>
          <a:prstGeom prst="rect">
            <a:avLst/>
          </a:prstGeom>
          <a:solidFill>
            <a:srgbClr val="0F1426"/>
          </a:solidFill>
          <a:ln/>
        </p:spPr>
      </p:sp>
      <p:sp>
        <p:nvSpPr>
          <p:cNvPr id="76" name="Text 72"/>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2</a:t>
            </a:r>
            <a:endParaRPr lang="ko-KR" sz="1100" dirty="0"/>
          </a:p>
        </p:txBody>
      </p:sp>
      <p:sp>
        <p:nvSpPr>
          <p:cNvPr id="77" name="Text 73"/>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78" name="Text 74"/>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아침 브리핑</a:t>
            </a:r>
            <a:endParaRPr lang="ko-KR" sz="2000" dirty="0"/>
          </a:p>
        </p:txBody>
      </p:sp>
      <p:sp>
        <p:nvSpPr>
          <p:cNvPr id="79" name="Shape 75"/>
          <p:cNvSpPr/>
          <p:nvPr/>
        </p:nvSpPr>
        <p:spPr>
          <a:xfrm>
            <a:off x="8613648" y="2624328"/>
            <a:ext cx="274320" cy="274320"/>
          </a:xfrm>
          <a:prstGeom prst="rect">
            <a:avLst/>
          </a:prstGeom>
          <a:solidFill>
            <a:srgbClr val="22201F"/>
          </a:solidFill>
          <a:ln/>
        </p:spPr>
      </p:sp>
      <p:sp>
        <p:nvSpPr>
          <p:cNvPr id="80" name="Shape 76"/>
          <p:cNvSpPr/>
          <p:nvPr/>
        </p:nvSpPr>
        <p:spPr>
          <a:xfrm>
            <a:off x="8663940" y="2674620"/>
            <a:ext cx="173736" cy="173736"/>
          </a:xfrm>
          <a:prstGeom prst="rect">
            <a:avLst/>
          </a:prstGeom>
          <a:solidFill>
            <a:srgbClr val="E0503C"/>
          </a:solidFill>
          <a:ln/>
        </p:spPr>
      </p:sp>
      <p:sp>
        <p:nvSpPr>
          <p:cNvPr id="81" name="Text 77"/>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2" name="Text 78"/>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소식</a:t>
            </a:r>
            <a:endParaRPr lang="ko-KR" sz="1400" dirty="0"/>
          </a:p>
        </p:txBody>
      </p:sp>
      <p:sp>
        <p:nvSpPr>
          <p:cNvPr id="83" name="Shape 79"/>
          <p:cNvSpPr/>
          <p:nvPr/>
        </p:nvSpPr>
        <p:spPr>
          <a:xfrm>
            <a:off x="8997696" y="2980944"/>
            <a:ext cx="475488" cy="237744"/>
          </a:xfrm>
          <a:prstGeom prst="rect">
            <a:avLst/>
          </a:prstGeom>
          <a:solidFill>
            <a:srgbClr val="22201F"/>
          </a:solidFill>
          <a:ln/>
        </p:spPr>
      </p:sp>
      <p:sp>
        <p:nvSpPr>
          <p:cNvPr id="84" name="Shape 80"/>
          <p:cNvSpPr/>
          <p:nvPr/>
        </p:nvSpPr>
        <p:spPr>
          <a:xfrm>
            <a:off x="9047988" y="3031236"/>
            <a:ext cx="374904" cy="137160"/>
          </a:xfrm>
          <a:prstGeom prst="rect">
            <a:avLst/>
          </a:prstGeom>
          <a:solidFill>
            <a:srgbClr val="45C7C1"/>
          </a:solidFill>
          <a:ln/>
        </p:spPr>
      </p:sp>
      <p:sp>
        <p:nvSpPr>
          <p:cNvPr id="85" name="Shape 81"/>
          <p:cNvSpPr/>
          <p:nvPr/>
        </p:nvSpPr>
        <p:spPr>
          <a:xfrm>
            <a:off x="8997696" y="2980944"/>
            <a:ext cx="50292" cy="50292"/>
          </a:xfrm>
          <a:prstGeom prst="rect">
            <a:avLst/>
          </a:prstGeom>
          <a:solidFill>
            <a:srgbClr val="0F1426"/>
          </a:solidFill>
          <a:ln/>
        </p:spPr>
      </p:sp>
      <p:sp>
        <p:nvSpPr>
          <p:cNvPr id="86" name="Shape 82"/>
          <p:cNvSpPr/>
          <p:nvPr/>
        </p:nvSpPr>
        <p:spPr>
          <a:xfrm>
            <a:off x="9422892" y="2980944"/>
            <a:ext cx="50292" cy="50292"/>
          </a:xfrm>
          <a:prstGeom prst="rect">
            <a:avLst/>
          </a:prstGeom>
          <a:solidFill>
            <a:srgbClr val="0F1426"/>
          </a:solidFill>
          <a:ln/>
        </p:spPr>
      </p:sp>
      <p:sp>
        <p:nvSpPr>
          <p:cNvPr id="87" name="Shape 83"/>
          <p:cNvSpPr/>
          <p:nvPr/>
        </p:nvSpPr>
        <p:spPr>
          <a:xfrm>
            <a:off x="8997696" y="3168396"/>
            <a:ext cx="50292" cy="50292"/>
          </a:xfrm>
          <a:prstGeom prst="rect">
            <a:avLst/>
          </a:prstGeom>
          <a:solidFill>
            <a:srgbClr val="0F1426"/>
          </a:solidFill>
          <a:ln/>
        </p:spPr>
      </p:sp>
      <p:sp>
        <p:nvSpPr>
          <p:cNvPr id="88" name="Shape 84"/>
          <p:cNvSpPr/>
          <p:nvPr/>
        </p:nvSpPr>
        <p:spPr>
          <a:xfrm>
            <a:off x="9422892" y="3168396"/>
            <a:ext cx="50292" cy="50292"/>
          </a:xfrm>
          <a:prstGeom prst="rect">
            <a:avLst/>
          </a:prstGeom>
          <a:solidFill>
            <a:srgbClr val="0F1426"/>
          </a:solidFill>
          <a:ln/>
        </p:spPr>
      </p:sp>
      <p:sp>
        <p:nvSpPr>
          <p:cNvPr id="89" name="Text 85"/>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90" name="Text 86"/>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오늘 어떤 요청이 많을지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미리 알려 줘요.</a:t>
            </a:r>
            <a:endParaRPr lang="ko-KR" sz="1150" dirty="0"/>
          </a:p>
        </p:txBody>
      </p:sp>
      <p:sp>
        <p:nvSpPr>
          <p:cNvPr id="91" name="Shape 87"/>
          <p:cNvSpPr/>
          <p:nvPr/>
        </p:nvSpPr>
        <p:spPr>
          <a:xfrm>
            <a:off x="8613648" y="3813048"/>
            <a:ext cx="274320" cy="274320"/>
          </a:xfrm>
          <a:prstGeom prst="rect">
            <a:avLst/>
          </a:prstGeom>
          <a:solidFill>
            <a:srgbClr val="22201F"/>
          </a:solidFill>
          <a:ln/>
        </p:spPr>
      </p:sp>
      <p:sp>
        <p:nvSpPr>
          <p:cNvPr id="92" name="Shape 88"/>
          <p:cNvSpPr/>
          <p:nvPr/>
        </p:nvSpPr>
        <p:spPr>
          <a:xfrm>
            <a:off x="8663940" y="3863340"/>
            <a:ext cx="173736" cy="173736"/>
          </a:xfrm>
          <a:prstGeom prst="rect">
            <a:avLst/>
          </a:prstGeom>
          <a:solidFill>
            <a:srgbClr val="E0503C"/>
          </a:solidFill>
          <a:ln/>
        </p:spPr>
      </p:sp>
      <p:sp>
        <p:nvSpPr>
          <p:cNvPr id="93" name="Text 89"/>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94" name="Text 90"/>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조건 카드</a:t>
            </a:r>
            <a:endParaRPr lang="ko-KR" sz="1400" dirty="0"/>
          </a:p>
        </p:txBody>
      </p:sp>
      <p:sp>
        <p:nvSpPr>
          <p:cNvPr id="95" name="Shape 91"/>
          <p:cNvSpPr/>
          <p:nvPr/>
        </p:nvSpPr>
        <p:spPr>
          <a:xfrm>
            <a:off x="8997696" y="4169664"/>
            <a:ext cx="475488" cy="237744"/>
          </a:xfrm>
          <a:prstGeom prst="rect">
            <a:avLst/>
          </a:prstGeom>
          <a:solidFill>
            <a:srgbClr val="22201F"/>
          </a:solidFill>
          <a:ln/>
        </p:spPr>
      </p:sp>
      <p:sp>
        <p:nvSpPr>
          <p:cNvPr id="96" name="Shape 92"/>
          <p:cNvSpPr/>
          <p:nvPr/>
        </p:nvSpPr>
        <p:spPr>
          <a:xfrm>
            <a:off x="9047988" y="4219956"/>
            <a:ext cx="374904" cy="137160"/>
          </a:xfrm>
          <a:prstGeom prst="rect">
            <a:avLst/>
          </a:prstGeom>
          <a:solidFill>
            <a:srgbClr val="45C7C1"/>
          </a:solidFill>
          <a:ln/>
        </p:spPr>
      </p:sp>
      <p:sp>
        <p:nvSpPr>
          <p:cNvPr id="97" name="Shape 93"/>
          <p:cNvSpPr/>
          <p:nvPr/>
        </p:nvSpPr>
        <p:spPr>
          <a:xfrm>
            <a:off x="8997696" y="4169664"/>
            <a:ext cx="50292" cy="50292"/>
          </a:xfrm>
          <a:prstGeom prst="rect">
            <a:avLst/>
          </a:prstGeom>
          <a:solidFill>
            <a:srgbClr val="0F1426"/>
          </a:solidFill>
          <a:ln/>
        </p:spPr>
      </p:sp>
      <p:sp>
        <p:nvSpPr>
          <p:cNvPr id="98" name="Shape 94"/>
          <p:cNvSpPr/>
          <p:nvPr/>
        </p:nvSpPr>
        <p:spPr>
          <a:xfrm>
            <a:off x="9422892" y="4169664"/>
            <a:ext cx="50292" cy="50292"/>
          </a:xfrm>
          <a:prstGeom prst="rect">
            <a:avLst/>
          </a:prstGeom>
          <a:solidFill>
            <a:srgbClr val="0F1426"/>
          </a:solidFill>
          <a:ln/>
        </p:spPr>
      </p:sp>
      <p:sp>
        <p:nvSpPr>
          <p:cNvPr id="99" name="Shape 95"/>
          <p:cNvSpPr/>
          <p:nvPr/>
        </p:nvSpPr>
        <p:spPr>
          <a:xfrm>
            <a:off x="8997696" y="4357116"/>
            <a:ext cx="50292" cy="50292"/>
          </a:xfrm>
          <a:prstGeom prst="rect">
            <a:avLst/>
          </a:prstGeom>
          <a:solidFill>
            <a:srgbClr val="0F1426"/>
          </a:solidFill>
          <a:ln/>
        </p:spPr>
      </p:sp>
      <p:sp>
        <p:nvSpPr>
          <p:cNvPr id="100" name="Shape 96"/>
          <p:cNvSpPr/>
          <p:nvPr/>
        </p:nvSpPr>
        <p:spPr>
          <a:xfrm>
            <a:off x="9422892" y="4357116"/>
            <a:ext cx="50292" cy="50292"/>
          </a:xfrm>
          <a:prstGeom prst="rect">
            <a:avLst/>
          </a:prstGeom>
          <a:solidFill>
            <a:srgbClr val="0F1426"/>
          </a:solidFill>
          <a:ln/>
        </p:spPr>
      </p:sp>
      <p:sp>
        <p:nvSpPr>
          <p:cNvPr id="101" name="Text 97"/>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102" name="Text 98"/>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규칙 한 줄 + 좋은 예·주의 예.</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정답 대신 보는 방법을 알려 줘요.</a:t>
            </a:r>
            <a:endParaRPr lang="ko-KR" sz="1150" dirty="0"/>
          </a:p>
        </p:txBody>
      </p:sp>
      <p:sp>
        <p:nvSpPr>
          <p:cNvPr id="103" name="Shape 99"/>
          <p:cNvSpPr/>
          <p:nvPr/>
        </p:nvSpPr>
        <p:spPr>
          <a:xfrm>
            <a:off x="8613648" y="5001768"/>
            <a:ext cx="274320" cy="274320"/>
          </a:xfrm>
          <a:prstGeom prst="rect">
            <a:avLst/>
          </a:prstGeom>
          <a:solidFill>
            <a:srgbClr val="22201F"/>
          </a:solidFill>
          <a:ln/>
        </p:spPr>
      </p:sp>
      <p:sp>
        <p:nvSpPr>
          <p:cNvPr id="104" name="Shape 100"/>
          <p:cNvSpPr/>
          <p:nvPr/>
        </p:nvSpPr>
        <p:spPr>
          <a:xfrm>
            <a:off x="8663940" y="5052060"/>
            <a:ext cx="173736" cy="173736"/>
          </a:xfrm>
          <a:prstGeom prst="rect">
            <a:avLst/>
          </a:prstGeom>
          <a:solidFill>
            <a:srgbClr val="E0503C"/>
          </a:solidFill>
          <a:ln/>
        </p:spPr>
      </p:sp>
      <p:sp>
        <p:nvSpPr>
          <p:cNvPr id="105" name="Text 101"/>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06" name="Text 102"/>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근무 수칙</a:t>
            </a:r>
            <a:endParaRPr lang="ko-KR" sz="1400" dirty="0"/>
          </a:p>
        </p:txBody>
      </p:sp>
      <p:sp>
        <p:nvSpPr>
          <p:cNvPr id="107" name="Shape 103"/>
          <p:cNvSpPr/>
          <p:nvPr/>
        </p:nvSpPr>
        <p:spPr>
          <a:xfrm>
            <a:off x="8997696" y="5358384"/>
            <a:ext cx="475488" cy="237744"/>
          </a:xfrm>
          <a:prstGeom prst="rect">
            <a:avLst/>
          </a:prstGeom>
          <a:solidFill>
            <a:srgbClr val="22201F"/>
          </a:solidFill>
          <a:ln/>
        </p:spPr>
      </p:sp>
      <p:sp>
        <p:nvSpPr>
          <p:cNvPr id="108" name="Shape 104"/>
          <p:cNvSpPr/>
          <p:nvPr/>
        </p:nvSpPr>
        <p:spPr>
          <a:xfrm>
            <a:off x="9047988" y="5408676"/>
            <a:ext cx="374904" cy="137160"/>
          </a:xfrm>
          <a:prstGeom prst="rect">
            <a:avLst/>
          </a:prstGeom>
          <a:solidFill>
            <a:srgbClr val="3FBF6F"/>
          </a:solidFill>
          <a:ln/>
        </p:spPr>
      </p:sp>
      <p:sp>
        <p:nvSpPr>
          <p:cNvPr id="109" name="Shape 105"/>
          <p:cNvSpPr/>
          <p:nvPr/>
        </p:nvSpPr>
        <p:spPr>
          <a:xfrm>
            <a:off x="8997696" y="5358384"/>
            <a:ext cx="50292" cy="50292"/>
          </a:xfrm>
          <a:prstGeom prst="rect">
            <a:avLst/>
          </a:prstGeom>
          <a:solidFill>
            <a:srgbClr val="0F1426"/>
          </a:solidFill>
          <a:ln/>
        </p:spPr>
      </p:sp>
      <p:sp>
        <p:nvSpPr>
          <p:cNvPr id="110" name="Shape 106"/>
          <p:cNvSpPr/>
          <p:nvPr/>
        </p:nvSpPr>
        <p:spPr>
          <a:xfrm>
            <a:off x="9422892" y="5358384"/>
            <a:ext cx="50292" cy="50292"/>
          </a:xfrm>
          <a:prstGeom prst="rect">
            <a:avLst/>
          </a:prstGeom>
          <a:solidFill>
            <a:srgbClr val="0F1426"/>
          </a:solidFill>
          <a:ln/>
        </p:spPr>
      </p:sp>
      <p:sp>
        <p:nvSpPr>
          <p:cNvPr id="111" name="Shape 107"/>
          <p:cNvSpPr/>
          <p:nvPr/>
        </p:nvSpPr>
        <p:spPr>
          <a:xfrm>
            <a:off x="8997696" y="5545836"/>
            <a:ext cx="50292" cy="50292"/>
          </a:xfrm>
          <a:prstGeom prst="rect">
            <a:avLst/>
          </a:prstGeom>
          <a:solidFill>
            <a:srgbClr val="0F1426"/>
          </a:solidFill>
          <a:ln/>
        </p:spPr>
      </p:sp>
      <p:sp>
        <p:nvSpPr>
          <p:cNvPr id="112" name="Shape 108"/>
          <p:cNvSpPr/>
          <p:nvPr/>
        </p:nvSpPr>
        <p:spPr>
          <a:xfrm>
            <a:off x="9422892" y="5545836"/>
            <a:ext cx="50292" cy="50292"/>
          </a:xfrm>
          <a:prstGeom prst="rect">
            <a:avLst/>
          </a:prstGeom>
          <a:solidFill>
            <a:srgbClr val="0F1426"/>
          </a:solidFill>
          <a:ln/>
        </p:spPr>
      </p:sp>
      <p:sp>
        <p:nvSpPr>
          <p:cNvPr id="113" name="Text 109"/>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14" name="Text 110"/>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결과는 근무 끝에 공개,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위험 승인은 바로 끝나요.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2/5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살펴보기: 사건 화면과 단서 찾기</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3 사건 화면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1996118"/>
            <a:ext cx="256032" cy="256032"/>
          </a:xfrm>
          <a:prstGeom prst="rect">
            <a:avLst/>
          </a:prstGeom>
          <a:solidFill>
            <a:srgbClr val="22201F"/>
          </a:solidFill>
          <a:ln/>
        </p:spPr>
      </p:sp>
      <p:sp>
        <p:nvSpPr>
          <p:cNvPr id="20" name="Shape 17"/>
          <p:cNvSpPr/>
          <p:nvPr/>
        </p:nvSpPr>
        <p:spPr>
          <a:xfrm>
            <a:off x="2558803" y="2046410"/>
            <a:ext cx="155448" cy="155448"/>
          </a:xfrm>
          <a:prstGeom prst="rect">
            <a:avLst/>
          </a:prstGeom>
          <a:solidFill>
            <a:srgbClr val="E0503C"/>
          </a:solidFill>
          <a:ln/>
        </p:spPr>
      </p:sp>
      <p:sp>
        <p:nvSpPr>
          <p:cNvPr id="21" name="Text 18"/>
          <p:cNvSpPr txBox="1"/>
          <p:nvPr/>
        </p:nvSpPr>
        <p:spPr>
          <a:xfrm>
            <a:off x="2508511" y="199611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2880778"/>
            <a:ext cx="256032" cy="256032"/>
          </a:xfrm>
          <a:prstGeom prst="rect">
            <a:avLst/>
          </a:prstGeom>
          <a:solidFill>
            <a:srgbClr val="22201F"/>
          </a:solidFill>
          <a:ln/>
        </p:spPr>
      </p:sp>
      <p:sp>
        <p:nvSpPr>
          <p:cNvPr id="23" name="Shape 20"/>
          <p:cNvSpPr/>
          <p:nvPr/>
        </p:nvSpPr>
        <p:spPr>
          <a:xfrm>
            <a:off x="2558803" y="2931070"/>
            <a:ext cx="155448" cy="155448"/>
          </a:xfrm>
          <a:prstGeom prst="rect">
            <a:avLst/>
          </a:prstGeom>
          <a:solidFill>
            <a:srgbClr val="E0503C"/>
          </a:solidFill>
          <a:ln/>
        </p:spPr>
      </p:sp>
      <p:sp>
        <p:nvSpPr>
          <p:cNvPr id="24" name="Text 21"/>
          <p:cNvSpPr txBox="1"/>
          <p:nvPr/>
        </p:nvSpPr>
        <p:spPr>
          <a:xfrm>
            <a:off x="2508511" y="288077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677787"/>
            <a:ext cx="256032" cy="256032"/>
          </a:xfrm>
          <a:prstGeom prst="rect">
            <a:avLst/>
          </a:prstGeom>
          <a:solidFill>
            <a:srgbClr val="22201F"/>
          </a:solidFill>
          <a:ln/>
        </p:spPr>
      </p:sp>
      <p:sp>
        <p:nvSpPr>
          <p:cNvPr id="26" name="Shape 23"/>
          <p:cNvSpPr/>
          <p:nvPr/>
        </p:nvSpPr>
        <p:spPr>
          <a:xfrm>
            <a:off x="2558803" y="5728079"/>
            <a:ext cx="155448" cy="155448"/>
          </a:xfrm>
          <a:prstGeom prst="rect">
            <a:avLst/>
          </a:prstGeom>
          <a:solidFill>
            <a:srgbClr val="E0503C"/>
          </a:solidFill>
          <a:ln/>
        </p:spPr>
      </p:sp>
      <p:sp>
        <p:nvSpPr>
          <p:cNvPr id="27" name="Text 24"/>
          <p:cNvSpPr txBox="1"/>
          <p:nvPr/>
        </p:nvSpPr>
        <p:spPr>
          <a:xfrm>
            <a:off x="2508511" y="567778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3</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사건 화면</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조건 줄</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45C7C1"/>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누르면 규칙 카드를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언제든 다시 볼 수 있어요.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서류는 탭으로 넘겨 보기</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45C7C1"/>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받은 문자·공식 연락처·</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내 기록을 오가며 봐요.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필요한 판정 버튼만</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45C7C1"/>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사건마다 고를 수 있는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버튼만 보여 줘요.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4 단서 찾기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3643598"/>
            <a:ext cx="256032" cy="256032"/>
          </a:xfrm>
          <a:prstGeom prst="rect">
            <a:avLst/>
          </a:prstGeom>
          <a:solidFill>
            <a:srgbClr val="22201F"/>
          </a:solidFill>
          <a:ln/>
        </p:spPr>
      </p:sp>
      <p:sp>
        <p:nvSpPr>
          <p:cNvPr id="83" name="Shape 79"/>
          <p:cNvSpPr/>
          <p:nvPr/>
        </p:nvSpPr>
        <p:spPr>
          <a:xfrm>
            <a:off x="8209795" y="3693890"/>
            <a:ext cx="155448" cy="155448"/>
          </a:xfrm>
          <a:prstGeom prst="rect">
            <a:avLst/>
          </a:prstGeom>
          <a:solidFill>
            <a:srgbClr val="E0503C"/>
          </a:solidFill>
          <a:ln/>
        </p:spPr>
      </p:sp>
      <p:sp>
        <p:nvSpPr>
          <p:cNvPr id="84" name="Text 80"/>
          <p:cNvSpPr txBox="1"/>
          <p:nvPr/>
        </p:nvSpPr>
        <p:spPr>
          <a:xfrm>
            <a:off x="8159503" y="364359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4226308"/>
            <a:ext cx="256032" cy="256032"/>
          </a:xfrm>
          <a:prstGeom prst="rect">
            <a:avLst/>
          </a:prstGeom>
          <a:solidFill>
            <a:srgbClr val="22201F"/>
          </a:solidFill>
          <a:ln/>
        </p:spPr>
      </p:sp>
      <p:sp>
        <p:nvSpPr>
          <p:cNvPr id="86" name="Shape 82"/>
          <p:cNvSpPr/>
          <p:nvPr/>
        </p:nvSpPr>
        <p:spPr>
          <a:xfrm>
            <a:off x="8209795" y="4276600"/>
            <a:ext cx="155448" cy="155448"/>
          </a:xfrm>
          <a:prstGeom prst="rect">
            <a:avLst/>
          </a:prstGeom>
          <a:solidFill>
            <a:srgbClr val="E0503C"/>
          </a:solidFill>
          <a:ln/>
        </p:spPr>
      </p:sp>
      <p:sp>
        <p:nvSpPr>
          <p:cNvPr id="87" name="Text 83"/>
          <p:cNvSpPr txBox="1"/>
          <p:nvPr/>
        </p:nvSpPr>
        <p:spPr>
          <a:xfrm>
            <a:off x="8159503" y="422630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4729558"/>
            <a:ext cx="256032" cy="256032"/>
          </a:xfrm>
          <a:prstGeom prst="rect">
            <a:avLst/>
          </a:prstGeom>
          <a:solidFill>
            <a:srgbClr val="22201F"/>
          </a:solidFill>
          <a:ln/>
        </p:spPr>
      </p:sp>
      <p:sp>
        <p:nvSpPr>
          <p:cNvPr id="89" name="Shape 85"/>
          <p:cNvSpPr/>
          <p:nvPr/>
        </p:nvSpPr>
        <p:spPr>
          <a:xfrm>
            <a:off x="8209795" y="4779850"/>
            <a:ext cx="155448" cy="155448"/>
          </a:xfrm>
          <a:prstGeom prst="rect">
            <a:avLst/>
          </a:prstGeom>
          <a:solidFill>
            <a:srgbClr val="E0503C"/>
          </a:solidFill>
          <a:ln/>
        </p:spPr>
      </p:sp>
      <p:sp>
        <p:nvSpPr>
          <p:cNvPr id="90" name="Text 86"/>
          <p:cNvSpPr txBox="1"/>
          <p:nvPr/>
        </p:nvSpPr>
        <p:spPr>
          <a:xfrm>
            <a:off x="8159503" y="472955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4</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단서 찾기</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대조하면 '불일치' 표시</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45C7C1"/>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두 항목을 차례로 누르면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같은지 다른지 알려 줘요.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의심 깃발</a:t>
            </a:r>
            <a:endParaRPr lang="ko-KR" sz="1400" dirty="0"/>
          </a:p>
        </p:txBody>
      </p:sp>
      <p:sp>
        <p:nvSpPr>
          <p:cNvPr id="116" name="Shape 112"/>
          <p:cNvSpPr/>
          <p:nvPr/>
        </p:nvSpPr>
        <p:spPr>
          <a:xfrm>
            <a:off x="8997696" y="4169664"/>
            <a:ext cx="475488" cy="237744"/>
          </a:xfrm>
          <a:prstGeom prst="rect">
            <a:avLst/>
          </a:prstGeom>
          <a:solidFill>
            <a:srgbClr val="22201F"/>
          </a:solidFill>
          <a:ln/>
        </p:spPr>
      </p:sp>
      <p:sp>
        <p:nvSpPr>
          <p:cNvPr id="117" name="Shape 113"/>
          <p:cNvSpPr/>
          <p:nvPr/>
        </p:nvSpPr>
        <p:spPr>
          <a:xfrm>
            <a:off x="9047988" y="4219956"/>
            <a:ext cx="374904" cy="137160"/>
          </a:xfrm>
          <a:prstGeom prst="rect">
            <a:avLst/>
          </a:prstGeom>
          <a:solidFill>
            <a:srgbClr val="45C7C1"/>
          </a:solidFill>
          <a:ln/>
        </p:spPr>
      </p:sp>
      <p:sp>
        <p:nvSpPr>
          <p:cNvPr id="118" name="Shape 114"/>
          <p:cNvSpPr/>
          <p:nvPr/>
        </p:nvSpPr>
        <p:spPr>
          <a:xfrm>
            <a:off x="8997696" y="4169664"/>
            <a:ext cx="50292" cy="50292"/>
          </a:xfrm>
          <a:prstGeom prst="rect">
            <a:avLst/>
          </a:prstGeom>
          <a:solidFill>
            <a:srgbClr val="0F1426"/>
          </a:solidFill>
          <a:ln/>
        </p:spPr>
      </p:sp>
      <p:sp>
        <p:nvSpPr>
          <p:cNvPr id="119" name="Shape 115"/>
          <p:cNvSpPr/>
          <p:nvPr/>
        </p:nvSpPr>
        <p:spPr>
          <a:xfrm>
            <a:off x="9422892" y="4169664"/>
            <a:ext cx="50292" cy="50292"/>
          </a:xfrm>
          <a:prstGeom prst="rect">
            <a:avLst/>
          </a:prstGeom>
          <a:solidFill>
            <a:srgbClr val="0F1426"/>
          </a:solidFill>
          <a:ln/>
        </p:spPr>
      </p:sp>
      <p:sp>
        <p:nvSpPr>
          <p:cNvPr id="120" name="Shape 116"/>
          <p:cNvSpPr/>
          <p:nvPr/>
        </p:nvSpPr>
        <p:spPr>
          <a:xfrm>
            <a:off x="8997696" y="4357116"/>
            <a:ext cx="50292" cy="50292"/>
          </a:xfrm>
          <a:prstGeom prst="rect">
            <a:avLst/>
          </a:prstGeom>
          <a:solidFill>
            <a:srgbClr val="0F1426"/>
          </a:solidFill>
          <a:ln/>
        </p:spPr>
      </p:sp>
      <p:sp>
        <p:nvSpPr>
          <p:cNvPr id="121" name="Shape 117"/>
          <p:cNvSpPr/>
          <p:nvPr/>
        </p:nvSpPr>
        <p:spPr>
          <a:xfrm>
            <a:off x="9422892" y="4357116"/>
            <a:ext cx="50292" cy="50292"/>
          </a:xfrm>
          <a:prstGeom prst="rect">
            <a:avLst/>
          </a:prstGeom>
          <a:solidFill>
            <a:srgbClr val="0F1426"/>
          </a:solidFill>
          <a:ln/>
        </p:spPr>
      </p:sp>
      <p:sp>
        <p:nvSpPr>
          <p:cNvPr id="122" name="Text 118"/>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23" name="Text 119"/>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이상한 곳에 직접 깃발을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꽂아 표시해요.</a:t>
            </a:r>
            <a:endParaRPr lang="ko-KR" sz="1150" dirty="0"/>
          </a:p>
        </p:txBody>
      </p:sp>
      <p:sp>
        <p:nvSpPr>
          <p:cNvPr id="124" name="Shape 120"/>
          <p:cNvSpPr/>
          <p:nvPr/>
        </p:nvSpPr>
        <p:spPr>
          <a:xfrm>
            <a:off x="8613648" y="5001768"/>
            <a:ext cx="274320" cy="274320"/>
          </a:xfrm>
          <a:prstGeom prst="rect">
            <a:avLst/>
          </a:prstGeom>
          <a:solidFill>
            <a:srgbClr val="22201F"/>
          </a:solidFill>
          <a:ln/>
        </p:spPr>
      </p:sp>
      <p:sp>
        <p:nvSpPr>
          <p:cNvPr id="125" name="Shape 121"/>
          <p:cNvSpPr/>
          <p:nvPr/>
        </p:nvSpPr>
        <p:spPr>
          <a:xfrm>
            <a:off x="8663940" y="5052060"/>
            <a:ext cx="173736" cy="173736"/>
          </a:xfrm>
          <a:prstGeom prst="rect">
            <a:avLst/>
          </a:prstGeom>
          <a:solidFill>
            <a:srgbClr val="E0503C"/>
          </a:solidFill>
          <a:ln/>
        </p:spPr>
      </p:sp>
      <p:sp>
        <p:nvSpPr>
          <p:cNvPr id="126" name="Text 122"/>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7" name="Text 123"/>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근거 트레이</a:t>
            </a:r>
            <a:endParaRPr lang="ko-KR" sz="1400" dirty="0"/>
          </a:p>
        </p:txBody>
      </p:sp>
      <p:sp>
        <p:nvSpPr>
          <p:cNvPr id="128" name="Shape 124"/>
          <p:cNvSpPr/>
          <p:nvPr/>
        </p:nvSpPr>
        <p:spPr>
          <a:xfrm>
            <a:off x="8997696" y="5358384"/>
            <a:ext cx="475488" cy="237744"/>
          </a:xfrm>
          <a:prstGeom prst="rect">
            <a:avLst/>
          </a:prstGeom>
          <a:solidFill>
            <a:srgbClr val="22201F"/>
          </a:solidFill>
          <a:ln/>
        </p:spPr>
      </p:sp>
      <p:sp>
        <p:nvSpPr>
          <p:cNvPr id="129" name="Shape 125"/>
          <p:cNvSpPr/>
          <p:nvPr/>
        </p:nvSpPr>
        <p:spPr>
          <a:xfrm>
            <a:off x="9047988" y="5408676"/>
            <a:ext cx="374904" cy="137160"/>
          </a:xfrm>
          <a:prstGeom prst="rect">
            <a:avLst/>
          </a:prstGeom>
          <a:solidFill>
            <a:srgbClr val="45C7C1"/>
          </a:solidFill>
          <a:ln/>
        </p:spPr>
      </p:sp>
      <p:sp>
        <p:nvSpPr>
          <p:cNvPr id="130" name="Shape 126"/>
          <p:cNvSpPr/>
          <p:nvPr/>
        </p:nvSpPr>
        <p:spPr>
          <a:xfrm>
            <a:off x="8997696" y="5358384"/>
            <a:ext cx="50292" cy="50292"/>
          </a:xfrm>
          <a:prstGeom prst="rect">
            <a:avLst/>
          </a:prstGeom>
          <a:solidFill>
            <a:srgbClr val="0F1426"/>
          </a:solidFill>
          <a:ln/>
        </p:spPr>
      </p:sp>
      <p:sp>
        <p:nvSpPr>
          <p:cNvPr id="131" name="Shape 127"/>
          <p:cNvSpPr/>
          <p:nvPr/>
        </p:nvSpPr>
        <p:spPr>
          <a:xfrm>
            <a:off x="9422892" y="5358384"/>
            <a:ext cx="50292" cy="50292"/>
          </a:xfrm>
          <a:prstGeom prst="rect">
            <a:avLst/>
          </a:prstGeom>
          <a:solidFill>
            <a:srgbClr val="0F1426"/>
          </a:solidFill>
          <a:ln/>
        </p:spPr>
      </p:sp>
      <p:sp>
        <p:nvSpPr>
          <p:cNvPr id="132" name="Shape 128"/>
          <p:cNvSpPr/>
          <p:nvPr/>
        </p:nvSpPr>
        <p:spPr>
          <a:xfrm>
            <a:off x="8997696" y="5545836"/>
            <a:ext cx="50292" cy="50292"/>
          </a:xfrm>
          <a:prstGeom prst="rect">
            <a:avLst/>
          </a:prstGeom>
          <a:solidFill>
            <a:srgbClr val="0F1426"/>
          </a:solidFill>
          <a:ln/>
        </p:spPr>
      </p:sp>
      <p:sp>
        <p:nvSpPr>
          <p:cNvPr id="133" name="Shape 129"/>
          <p:cNvSpPr/>
          <p:nvPr/>
        </p:nvSpPr>
        <p:spPr>
          <a:xfrm>
            <a:off x="9422892" y="5545836"/>
            <a:ext cx="50292" cy="50292"/>
          </a:xfrm>
          <a:prstGeom prst="rect">
            <a:avLst/>
          </a:prstGeom>
          <a:solidFill>
            <a:srgbClr val="0F1426"/>
          </a:solidFill>
          <a:ln/>
        </p:spPr>
      </p:sp>
      <p:sp>
        <p:nvSpPr>
          <p:cNvPr id="134" name="Text 130"/>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35" name="Text 131"/>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모은 단서가 한곳에 쌓여</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판정할 때 근거가 돼요.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3/5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더 알아보기: 자료 조회와 파일 정보</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5 자료 조회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2833101"/>
            <a:ext cx="256032" cy="256032"/>
          </a:xfrm>
          <a:prstGeom prst="rect">
            <a:avLst/>
          </a:prstGeom>
          <a:solidFill>
            <a:srgbClr val="22201F"/>
          </a:solidFill>
          <a:ln/>
        </p:spPr>
      </p:sp>
      <p:sp>
        <p:nvSpPr>
          <p:cNvPr id="20" name="Shape 17"/>
          <p:cNvSpPr/>
          <p:nvPr/>
        </p:nvSpPr>
        <p:spPr>
          <a:xfrm>
            <a:off x="2558803" y="2883393"/>
            <a:ext cx="155448" cy="155448"/>
          </a:xfrm>
          <a:prstGeom prst="rect">
            <a:avLst/>
          </a:prstGeom>
          <a:solidFill>
            <a:srgbClr val="E0503C"/>
          </a:solidFill>
          <a:ln/>
        </p:spPr>
      </p:sp>
      <p:sp>
        <p:nvSpPr>
          <p:cNvPr id="21" name="Text 18"/>
          <p:cNvSpPr txBox="1"/>
          <p:nvPr/>
        </p:nvSpPr>
        <p:spPr>
          <a:xfrm>
            <a:off x="2508511" y="2833101"/>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750748"/>
            <a:ext cx="256032" cy="256032"/>
          </a:xfrm>
          <a:prstGeom prst="rect">
            <a:avLst/>
          </a:prstGeom>
          <a:solidFill>
            <a:srgbClr val="22201F"/>
          </a:solidFill>
          <a:ln/>
        </p:spPr>
      </p:sp>
      <p:sp>
        <p:nvSpPr>
          <p:cNvPr id="23" name="Shape 20"/>
          <p:cNvSpPr/>
          <p:nvPr/>
        </p:nvSpPr>
        <p:spPr>
          <a:xfrm>
            <a:off x="2558803" y="4801040"/>
            <a:ext cx="155448" cy="155448"/>
          </a:xfrm>
          <a:prstGeom prst="rect">
            <a:avLst/>
          </a:prstGeom>
          <a:solidFill>
            <a:srgbClr val="E0503C"/>
          </a:solidFill>
          <a:ln/>
        </p:spPr>
      </p:sp>
      <p:sp>
        <p:nvSpPr>
          <p:cNvPr id="24" name="Text 21"/>
          <p:cNvSpPr txBox="1"/>
          <p:nvPr/>
        </p:nvSpPr>
        <p:spPr>
          <a:xfrm>
            <a:off x="2508511" y="475074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354647"/>
            <a:ext cx="256032" cy="256032"/>
          </a:xfrm>
          <a:prstGeom prst="rect">
            <a:avLst/>
          </a:prstGeom>
          <a:solidFill>
            <a:srgbClr val="22201F"/>
          </a:solidFill>
          <a:ln/>
        </p:spPr>
      </p:sp>
      <p:sp>
        <p:nvSpPr>
          <p:cNvPr id="26" name="Shape 23"/>
          <p:cNvSpPr/>
          <p:nvPr/>
        </p:nvSpPr>
        <p:spPr>
          <a:xfrm>
            <a:off x="2558803" y="5404939"/>
            <a:ext cx="155448" cy="155448"/>
          </a:xfrm>
          <a:prstGeom prst="rect">
            <a:avLst/>
          </a:prstGeom>
          <a:solidFill>
            <a:srgbClr val="E0503C"/>
          </a:solidFill>
          <a:ln/>
        </p:spPr>
      </p:sp>
      <p:sp>
        <p:nvSpPr>
          <p:cNvPr id="27" name="Text 24"/>
          <p:cNvSpPr txBox="1"/>
          <p:nvPr/>
        </p:nvSpPr>
        <p:spPr>
          <a:xfrm>
            <a:off x="2508511" y="535464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5</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자료 조회</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처음 보는 기기의 로그인</a:t>
            </a:r>
            <a:endParaRPr lang="ko-KR" sz="1400" dirty="0"/>
          </a:p>
        </p:txBody>
      </p:sp>
      <p:sp>
        <p:nvSpPr>
          <p:cNvPr id="41" name="Text 38"/>
          <p:cNvSpPr txBox="1"/>
          <p:nvPr/>
        </p:nvSpPr>
        <p:spPr>
          <a:xfrm>
            <a:off x="3346704" y="299923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요청만 봐서는 판단이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어려운 사건이에요.</a:t>
            </a:r>
            <a:endParaRPr lang="ko-KR" sz="1150" dirty="0"/>
          </a:p>
        </p:txBody>
      </p:sp>
      <p:sp>
        <p:nvSpPr>
          <p:cNvPr id="42" name="Shape 39"/>
          <p:cNvSpPr/>
          <p:nvPr/>
        </p:nvSpPr>
        <p:spPr>
          <a:xfrm>
            <a:off x="2962656" y="3813048"/>
            <a:ext cx="274320" cy="274320"/>
          </a:xfrm>
          <a:prstGeom prst="rect">
            <a:avLst/>
          </a:prstGeom>
          <a:solidFill>
            <a:srgbClr val="22201F"/>
          </a:solidFill>
          <a:ln/>
        </p:spPr>
      </p:sp>
      <p:sp>
        <p:nvSpPr>
          <p:cNvPr id="43" name="Shape 40"/>
          <p:cNvSpPr/>
          <p:nvPr/>
        </p:nvSpPr>
        <p:spPr>
          <a:xfrm>
            <a:off x="3012948" y="3863340"/>
            <a:ext cx="173736" cy="173736"/>
          </a:xfrm>
          <a:prstGeom prst="rect">
            <a:avLst/>
          </a:prstGeom>
          <a:solidFill>
            <a:srgbClr val="E0503C"/>
          </a:solidFill>
          <a:ln/>
        </p:spPr>
      </p:sp>
      <p:sp>
        <p:nvSpPr>
          <p:cNvPr id="44" name="Text 41"/>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45" name="Text 42"/>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센터 자료 꺼내 보기</a:t>
            </a:r>
            <a:endParaRPr lang="ko-KR" sz="1400" dirty="0"/>
          </a:p>
        </p:txBody>
      </p:sp>
      <p:sp>
        <p:nvSpPr>
          <p:cNvPr id="46" name="Shape 43"/>
          <p:cNvSpPr/>
          <p:nvPr/>
        </p:nvSpPr>
        <p:spPr>
          <a:xfrm>
            <a:off x="3346704" y="4169664"/>
            <a:ext cx="475488" cy="237744"/>
          </a:xfrm>
          <a:prstGeom prst="rect">
            <a:avLst/>
          </a:prstGeom>
          <a:solidFill>
            <a:srgbClr val="22201F"/>
          </a:solidFill>
          <a:ln/>
        </p:spPr>
      </p:sp>
      <p:sp>
        <p:nvSpPr>
          <p:cNvPr id="47" name="Shape 44"/>
          <p:cNvSpPr/>
          <p:nvPr/>
        </p:nvSpPr>
        <p:spPr>
          <a:xfrm>
            <a:off x="3396996" y="4219956"/>
            <a:ext cx="374904" cy="137160"/>
          </a:xfrm>
          <a:prstGeom prst="rect">
            <a:avLst/>
          </a:prstGeom>
          <a:solidFill>
            <a:srgbClr val="45C7C1"/>
          </a:solidFill>
          <a:ln/>
        </p:spPr>
      </p:sp>
      <p:sp>
        <p:nvSpPr>
          <p:cNvPr id="48" name="Shape 45"/>
          <p:cNvSpPr/>
          <p:nvPr/>
        </p:nvSpPr>
        <p:spPr>
          <a:xfrm>
            <a:off x="3346704" y="4169664"/>
            <a:ext cx="50292" cy="50292"/>
          </a:xfrm>
          <a:prstGeom prst="rect">
            <a:avLst/>
          </a:prstGeom>
          <a:solidFill>
            <a:srgbClr val="0F1426"/>
          </a:solidFill>
          <a:ln/>
        </p:spPr>
      </p:sp>
      <p:sp>
        <p:nvSpPr>
          <p:cNvPr id="49" name="Shape 46"/>
          <p:cNvSpPr/>
          <p:nvPr/>
        </p:nvSpPr>
        <p:spPr>
          <a:xfrm>
            <a:off x="3771900" y="4169664"/>
            <a:ext cx="50292" cy="50292"/>
          </a:xfrm>
          <a:prstGeom prst="rect">
            <a:avLst/>
          </a:prstGeom>
          <a:solidFill>
            <a:srgbClr val="0F1426"/>
          </a:solidFill>
          <a:ln/>
        </p:spPr>
      </p:sp>
      <p:sp>
        <p:nvSpPr>
          <p:cNvPr id="50" name="Shape 47"/>
          <p:cNvSpPr/>
          <p:nvPr/>
        </p:nvSpPr>
        <p:spPr>
          <a:xfrm>
            <a:off x="3346704" y="4357116"/>
            <a:ext cx="50292" cy="50292"/>
          </a:xfrm>
          <a:prstGeom prst="rect">
            <a:avLst/>
          </a:prstGeom>
          <a:solidFill>
            <a:srgbClr val="0F1426"/>
          </a:solidFill>
          <a:ln/>
        </p:spPr>
      </p:sp>
      <p:sp>
        <p:nvSpPr>
          <p:cNvPr id="51" name="Shape 48"/>
          <p:cNvSpPr/>
          <p:nvPr/>
        </p:nvSpPr>
        <p:spPr>
          <a:xfrm>
            <a:off x="3771900" y="4357116"/>
            <a:ext cx="50292" cy="50292"/>
          </a:xfrm>
          <a:prstGeom prst="rect">
            <a:avLst/>
          </a:prstGeom>
          <a:solidFill>
            <a:srgbClr val="0F1426"/>
          </a:solidFill>
          <a:ln/>
        </p:spPr>
      </p:sp>
      <p:sp>
        <p:nvSpPr>
          <p:cNvPr id="52" name="Text 49"/>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53" name="Text 50"/>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몇 번을 조회해도 괜찮아요.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감점이 없어요.</a:t>
            </a:r>
            <a:endParaRPr lang="ko-KR" sz="1150" dirty="0"/>
          </a:p>
        </p:txBody>
      </p:sp>
      <p:sp>
        <p:nvSpPr>
          <p:cNvPr id="54" name="Shape 51"/>
          <p:cNvSpPr/>
          <p:nvPr/>
        </p:nvSpPr>
        <p:spPr>
          <a:xfrm>
            <a:off x="2962656" y="5001768"/>
            <a:ext cx="274320" cy="274320"/>
          </a:xfrm>
          <a:prstGeom prst="rect">
            <a:avLst/>
          </a:prstGeom>
          <a:solidFill>
            <a:srgbClr val="22201F"/>
          </a:solidFill>
          <a:ln/>
        </p:spPr>
      </p:sp>
      <p:sp>
        <p:nvSpPr>
          <p:cNvPr id="55" name="Shape 52"/>
          <p:cNvSpPr/>
          <p:nvPr/>
        </p:nvSpPr>
        <p:spPr>
          <a:xfrm>
            <a:off x="3012948" y="5052060"/>
            <a:ext cx="173736" cy="173736"/>
          </a:xfrm>
          <a:prstGeom prst="rect">
            <a:avLst/>
          </a:prstGeom>
          <a:solidFill>
            <a:srgbClr val="E0503C"/>
          </a:solidFill>
          <a:ln/>
        </p:spPr>
      </p:sp>
      <p:sp>
        <p:nvSpPr>
          <p:cNvPr id="56" name="Text 53"/>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57" name="Text 54"/>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새 서류 탭이 생겨요</a:t>
            </a:r>
            <a:endParaRPr lang="ko-KR" sz="1400" dirty="0"/>
          </a:p>
        </p:txBody>
      </p:sp>
      <p:sp>
        <p:nvSpPr>
          <p:cNvPr id="58" name="Shape 55"/>
          <p:cNvSpPr/>
          <p:nvPr/>
        </p:nvSpPr>
        <p:spPr>
          <a:xfrm>
            <a:off x="3346704" y="5358384"/>
            <a:ext cx="475488" cy="237744"/>
          </a:xfrm>
          <a:prstGeom prst="rect">
            <a:avLst/>
          </a:prstGeom>
          <a:solidFill>
            <a:srgbClr val="22201F"/>
          </a:solidFill>
          <a:ln/>
        </p:spPr>
      </p:sp>
      <p:sp>
        <p:nvSpPr>
          <p:cNvPr id="59" name="Shape 56"/>
          <p:cNvSpPr/>
          <p:nvPr/>
        </p:nvSpPr>
        <p:spPr>
          <a:xfrm>
            <a:off x="3396996" y="5408676"/>
            <a:ext cx="374904" cy="137160"/>
          </a:xfrm>
          <a:prstGeom prst="rect">
            <a:avLst/>
          </a:prstGeom>
          <a:solidFill>
            <a:srgbClr val="45C7C1"/>
          </a:solidFill>
          <a:ln/>
        </p:spPr>
      </p:sp>
      <p:sp>
        <p:nvSpPr>
          <p:cNvPr id="60" name="Shape 57"/>
          <p:cNvSpPr/>
          <p:nvPr/>
        </p:nvSpPr>
        <p:spPr>
          <a:xfrm>
            <a:off x="3346704" y="5358384"/>
            <a:ext cx="50292" cy="50292"/>
          </a:xfrm>
          <a:prstGeom prst="rect">
            <a:avLst/>
          </a:prstGeom>
          <a:solidFill>
            <a:srgbClr val="0F1426"/>
          </a:solidFill>
          <a:ln/>
        </p:spPr>
      </p:sp>
      <p:sp>
        <p:nvSpPr>
          <p:cNvPr id="61" name="Shape 58"/>
          <p:cNvSpPr/>
          <p:nvPr/>
        </p:nvSpPr>
        <p:spPr>
          <a:xfrm>
            <a:off x="3771900" y="5358384"/>
            <a:ext cx="50292" cy="50292"/>
          </a:xfrm>
          <a:prstGeom prst="rect">
            <a:avLst/>
          </a:prstGeom>
          <a:solidFill>
            <a:srgbClr val="0F1426"/>
          </a:solidFill>
          <a:ln/>
        </p:spPr>
      </p:sp>
      <p:sp>
        <p:nvSpPr>
          <p:cNvPr id="62" name="Shape 59"/>
          <p:cNvSpPr/>
          <p:nvPr/>
        </p:nvSpPr>
        <p:spPr>
          <a:xfrm>
            <a:off x="3346704" y="5545836"/>
            <a:ext cx="50292" cy="50292"/>
          </a:xfrm>
          <a:prstGeom prst="rect">
            <a:avLst/>
          </a:prstGeom>
          <a:solidFill>
            <a:srgbClr val="0F1426"/>
          </a:solidFill>
          <a:ln/>
        </p:spPr>
      </p:sp>
      <p:sp>
        <p:nvSpPr>
          <p:cNvPr id="63" name="Shape 60"/>
          <p:cNvSpPr/>
          <p:nvPr/>
        </p:nvSpPr>
        <p:spPr>
          <a:xfrm>
            <a:off x="3771900" y="5545836"/>
            <a:ext cx="50292" cy="50292"/>
          </a:xfrm>
          <a:prstGeom prst="rect">
            <a:avLst/>
          </a:prstGeom>
          <a:solidFill>
            <a:srgbClr val="0F1426"/>
          </a:solidFill>
          <a:ln/>
        </p:spPr>
      </p:sp>
      <p:sp>
        <p:nvSpPr>
          <p:cNvPr id="64" name="Text 61"/>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65" name="Text 62"/>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등록 기기 목록과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로그인 알림을 대조해요.</a:t>
            </a:r>
            <a:endParaRPr lang="ko-KR" sz="1150" dirty="0"/>
          </a:p>
        </p:txBody>
      </p:sp>
      <p:sp>
        <p:nvSpPr>
          <p:cNvPr id="66" name="Shape 63"/>
          <p:cNvSpPr/>
          <p:nvPr/>
        </p:nvSpPr>
        <p:spPr>
          <a:xfrm>
            <a:off x="6300216" y="1581912"/>
            <a:ext cx="2157984" cy="4681728"/>
          </a:xfrm>
          <a:prstGeom prst="rect">
            <a:avLst/>
          </a:prstGeom>
          <a:solidFill>
            <a:srgbClr val="0B0F1E"/>
          </a:solidFill>
          <a:ln/>
        </p:spPr>
      </p:sp>
      <p:sp>
        <p:nvSpPr>
          <p:cNvPr id="67" name="Shape 64"/>
          <p:cNvSpPr/>
          <p:nvPr/>
        </p:nvSpPr>
        <p:spPr>
          <a:xfrm>
            <a:off x="6199632" y="1481328"/>
            <a:ext cx="2157984" cy="4681728"/>
          </a:xfrm>
          <a:prstGeom prst="rect">
            <a:avLst/>
          </a:prstGeom>
          <a:solidFill>
            <a:srgbClr val="3A4E7A"/>
          </a:solidFill>
          <a:ln/>
        </p:spPr>
      </p:sp>
      <p:sp>
        <p:nvSpPr>
          <p:cNvPr id="68" name="Shape 65"/>
          <p:cNvSpPr/>
          <p:nvPr/>
        </p:nvSpPr>
        <p:spPr>
          <a:xfrm>
            <a:off x="6249924" y="1531620"/>
            <a:ext cx="2057400" cy="4581144"/>
          </a:xfrm>
          <a:prstGeom prst="rect">
            <a:avLst/>
          </a:prstGeom>
          <a:solidFill>
            <a:srgbClr val="060A15"/>
          </a:solidFill>
          <a:ln/>
        </p:spPr>
      </p:sp>
      <p:sp>
        <p:nvSpPr>
          <p:cNvPr id="69" name="Shape 66"/>
          <p:cNvSpPr/>
          <p:nvPr/>
        </p:nvSpPr>
        <p:spPr>
          <a:xfrm>
            <a:off x="6199632" y="1481328"/>
            <a:ext cx="50292" cy="50292"/>
          </a:xfrm>
          <a:prstGeom prst="rect">
            <a:avLst/>
          </a:prstGeom>
          <a:solidFill>
            <a:srgbClr val="0F1426"/>
          </a:solidFill>
          <a:ln/>
        </p:spPr>
      </p:sp>
      <p:sp>
        <p:nvSpPr>
          <p:cNvPr id="70" name="Shape 67"/>
          <p:cNvSpPr/>
          <p:nvPr/>
        </p:nvSpPr>
        <p:spPr>
          <a:xfrm>
            <a:off x="8307324" y="1481328"/>
            <a:ext cx="50292" cy="50292"/>
          </a:xfrm>
          <a:prstGeom prst="rect">
            <a:avLst/>
          </a:prstGeom>
          <a:solidFill>
            <a:srgbClr val="0F1426"/>
          </a:solidFill>
          <a:ln/>
        </p:spPr>
      </p:sp>
      <p:sp>
        <p:nvSpPr>
          <p:cNvPr id="71" name="Shape 68"/>
          <p:cNvSpPr/>
          <p:nvPr/>
        </p:nvSpPr>
        <p:spPr>
          <a:xfrm>
            <a:off x="6199632" y="6112764"/>
            <a:ext cx="50292" cy="50292"/>
          </a:xfrm>
          <a:prstGeom prst="rect">
            <a:avLst/>
          </a:prstGeom>
          <a:solidFill>
            <a:srgbClr val="0F1426"/>
          </a:solidFill>
          <a:ln/>
        </p:spPr>
      </p:sp>
      <p:sp>
        <p:nvSpPr>
          <p:cNvPr id="72" name="Shape 69"/>
          <p:cNvSpPr/>
          <p:nvPr/>
        </p:nvSpPr>
        <p:spPr>
          <a:xfrm>
            <a:off x="8307324" y="6112764"/>
            <a:ext cx="50292" cy="50292"/>
          </a:xfrm>
          <a:prstGeom prst="rect">
            <a:avLst/>
          </a:prstGeom>
          <a:solidFill>
            <a:srgbClr val="0F1426"/>
          </a:solidFill>
          <a:ln/>
        </p:spPr>
      </p:sp>
      <p:sp>
        <p:nvSpPr>
          <p:cNvPr id="73" name="Shape 70"/>
          <p:cNvSpPr/>
          <p:nvPr/>
        </p:nvSpPr>
        <p:spPr>
          <a:xfrm>
            <a:off x="7050024" y="1545336"/>
            <a:ext cx="457200" cy="45720"/>
          </a:xfrm>
          <a:prstGeom prst="rect">
            <a:avLst/>
          </a:prstGeom>
          <a:solidFill>
            <a:srgbClr val="3A4E7A"/>
          </a:solidFill>
          <a:ln/>
        </p:spPr>
      </p:sp>
      <p:pic>
        <p:nvPicPr>
          <p:cNvPr id="74" name="Image 1" descr="화면 6 파일 정보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75" name="Shape 71"/>
          <p:cNvSpPr/>
          <p:nvPr/>
        </p:nvSpPr>
        <p:spPr>
          <a:xfrm>
            <a:off x="8159503" y="2997320"/>
            <a:ext cx="256032" cy="256032"/>
          </a:xfrm>
          <a:prstGeom prst="rect">
            <a:avLst/>
          </a:prstGeom>
          <a:solidFill>
            <a:srgbClr val="22201F"/>
          </a:solidFill>
          <a:ln/>
        </p:spPr>
      </p:sp>
      <p:sp>
        <p:nvSpPr>
          <p:cNvPr id="76" name="Shape 72"/>
          <p:cNvSpPr/>
          <p:nvPr/>
        </p:nvSpPr>
        <p:spPr>
          <a:xfrm>
            <a:off x="8209795" y="3047612"/>
            <a:ext cx="155448" cy="155448"/>
          </a:xfrm>
          <a:prstGeom prst="rect">
            <a:avLst/>
          </a:prstGeom>
          <a:solidFill>
            <a:srgbClr val="E0503C"/>
          </a:solidFill>
          <a:ln/>
        </p:spPr>
      </p:sp>
      <p:sp>
        <p:nvSpPr>
          <p:cNvPr id="77" name="Text 73"/>
          <p:cNvSpPr txBox="1"/>
          <p:nvPr/>
        </p:nvSpPr>
        <p:spPr>
          <a:xfrm>
            <a:off x="8159503" y="299732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78" name="Shape 74"/>
          <p:cNvSpPr/>
          <p:nvPr/>
        </p:nvSpPr>
        <p:spPr>
          <a:xfrm>
            <a:off x="8159503" y="3829006"/>
            <a:ext cx="256032" cy="256032"/>
          </a:xfrm>
          <a:prstGeom prst="rect">
            <a:avLst/>
          </a:prstGeom>
          <a:solidFill>
            <a:srgbClr val="22201F"/>
          </a:solidFill>
          <a:ln/>
        </p:spPr>
      </p:sp>
      <p:sp>
        <p:nvSpPr>
          <p:cNvPr id="79" name="Shape 75"/>
          <p:cNvSpPr/>
          <p:nvPr/>
        </p:nvSpPr>
        <p:spPr>
          <a:xfrm>
            <a:off x="8209795" y="3879298"/>
            <a:ext cx="155448" cy="155448"/>
          </a:xfrm>
          <a:prstGeom prst="rect">
            <a:avLst/>
          </a:prstGeom>
          <a:solidFill>
            <a:srgbClr val="E0503C"/>
          </a:solidFill>
          <a:ln/>
        </p:spPr>
      </p:sp>
      <p:sp>
        <p:nvSpPr>
          <p:cNvPr id="80" name="Text 76"/>
          <p:cNvSpPr txBox="1"/>
          <p:nvPr/>
        </p:nvSpPr>
        <p:spPr>
          <a:xfrm>
            <a:off x="8159503" y="382900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1" name="Shape 77"/>
          <p:cNvSpPr/>
          <p:nvPr/>
        </p:nvSpPr>
        <p:spPr>
          <a:xfrm>
            <a:off x="8159503" y="4189227"/>
            <a:ext cx="256032" cy="256032"/>
          </a:xfrm>
          <a:prstGeom prst="rect">
            <a:avLst/>
          </a:prstGeom>
          <a:solidFill>
            <a:srgbClr val="22201F"/>
          </a:solidFill>
          <a:ln/>
        </p:spPr>
      </p:sp>
      <p:sp>
        <p:nvSpPr>
          <p:cNvPr id="82" name="Shape 78"/>
          <p:cNvSpPr/>
          <p:nvPr/>
        </p:nvSpPr>
        <p:spPr>
          <a:xfrm>
            <a:off x="8209795" y="4239519"/>
            <a:ext cx="155448" cy="155448"/>
          </a:xfrm>
          <a:prstGeom prst="rect">
            <a:avLst/>
          </a:prstGeom>
          <a:solidFill>
            <a:srgbClr val="E0503C"/>
          </a:solidFill>
          <a:ln/>
        </p:spPr>
      </p:sp>
      <p:sp>
        <p:nvSpPr>
          <p:cNvPr id="83" name="Text 79"/>
          <p:cNvSpPr txBox="1"/>
          <p:nvPr/>
        </p:nvSpPr>
        <p:spPr>
          <a:xfrm>
            <a:off x="8159503" y="418922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84" name="Shape 80"/>
          <p:cNvSpPr/>
          <p:nvPr/>
        </p:nvSpPr>
        <p:spPr>
          <a:xfrm>
            <a:off x="8613648" y="1536192"/>
            <a:ext cx="786384" cy="274320"/>
          </a:xfrm>
          <a:prstGeom prst="rect">
            <a:avLst/>
          </a:prstGeom>
          <a:solidFill>
            <a:srgbClr val="22201F"/>
          </a:solidFill>
          <a:ln/>
        </p:spPr>
      </p:sp>
      <p:sp>
        <p:nvSpPr>
          <p:cNvPr id="85" name="Shape 81"/>
          <p:cNvSpPr/>
          <p:nvPr/>
        </p:nvSpPr>
        <p:spPr>
          <a:xfrm>
            <a:off x="8663940" y="1586484"/>
            <a:ext cx="685800" cy="173736"/>
          </a:xfrm>
          <a:prstGeom prst="rect">
            <a:avLst/>
          </a:prstGeom>
          <a:solidFill>
            <a:srgbClr val="F7D84A"/>
          </a:solidFill>
          <a:ln/>
        </p:spPr>
      </p:sp>
      <p:sp>
        <p:nvSpPr>
          <p:cNvPr id="86" name="Shape 82"/>
          <p:cNvSpPr/>
          <p:nvPr/>
        </p:nvSpPr>
        <p:spPr>
          <a:xfrm>
            <a:off x="8613648" y="1536192"/>
            <a:ext cx="50292" cy="50292"/>
          </a:xfrm>
          <a:prstGeom prst="rect">
            <a:avLst/>
          </a:prstGeom>
          <a:solidFill>
            <a:srgbClr val="0F1426"/>
          </a:solidFill>
          <a:ln/>
        </p:spPr>
      </p:sp>
      <p:sp>
        <p:nvSpPr>
          <p:cNvPr id="87" name="Shape 83"/>
          <p:cNvSpPr/>
          <p:nvPr/>
        </p:nvSpPr>
        <p:spPr>
          <a:xfrm>
            <a:off x="9349740" y="1536192"/>
            <a:ext cx="50292" cy="50292"/>
          </a:xfrm>
          <a:prstGeom prst="rect">
            <a:avLst/>
          </a:prstGeom>
          <a:solidFill>
            <a:srgbClr val="0F1426"/>
          </a:solidFill>
          <a:ln/>
        </p:spPr>
      </p:sp>
      <p:sp>
        <p:nvSpPr>
          <p:cNvPr id="88" name="Shape 84"/>
          <p:cNvSpPr/>
          <p:nvPr/>
        </p:nvSpPr>
        <p:spPr>
          <a:xfrm>
            <a:off x="8613648" y="1760220"/>
            <a:ext cx="50292" cy="50292"/>
          </a:xfrm>
          <a:prstGeom prst="rect">
            <a:avLst/>
          </a:prstGeom>
          <a:solidFill>
            <a:srgbClr val="0F1426"/>
          </a:solidFill>
          <a:ln/>
        </p:spPr>
      </p:sp>
      <p:sp>
        <p:nvSpPr>
          <p:cNvPr id="89" name="Shape 85"/>
          <p:cNvSpPr/>
          <p:nvPr/>
        </p:nvSpPr>
        <p:spPr>
          <a:xfrm>
            <a:off x="9349740" y="1760220"/>
            <a:ext cx="50292" cy="50292"/>
          </a:xfrm>
          <a:prstGeom prst="rect">
            <a:avLst/>
          </a:prstGeom>
          <a:solidFill>
            <a:srgbClr val="0F1426"/>
          </a:solidFill>
          <a:ln/>
        </p:spPr>
      </p:sp>
      <p:sp>
        <p:nvSpPr>
          <p:cNvPr id="90" name="Text 86"/>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6</a:t>
            </a:r>
            <a:endParaRPr lang="ko-KR" sz="1100" dirty="0"/>
          </a:p>
        </p:txBody>
      </p:sp>
      <p:sp>
        <p:nvSpPr>
          <p:cNvPr id="91" name="Text 87"/>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2" name="Text 88"/>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파일 정보</a:t>
            </a:r>
            <a:endParaRPr lang="ko-KR" sz="2000" dirty="0"/>
          </a:p>
        </p:txBody>
      </p:sp>
      <p:sp>
        <p:nvSpPr>
          <p:cNvPr id="93" name="Shape 89"/>
          <p:cNvSpPr/>
          <p:nvPr/>
        </p:nvSpPr>
        <p:spPr>
          <a:xfrm>
            <a:off x="8613648" y="2624328"/>
            <a:ext cx="274320" cy="274320"/>
          </a:xfrm>
          <a:prstGeom prst="rect">
            <a:avLst/>
          </a:prstGeom>
          <a:solidFill>
            <a:srgbClr val="22201F"/>
          </a:solidFill>
          <a:ln/>
        </p:spPr>
      </p:sp>
      <p:sp>
        <p:nvSpPr>
          <p:cNvPr id="94" name="Shape 90"/>
          <p:cNvSpPr/>
          <p:nvPr/>
        </p:nvSpPr>
        <p:spPr>
          <a:xfrm>
            <a:off x="8663940" y="2674620"/>
            <a:ext cx="173736" cy="173736"/>
          </a:xfrm>
          <a:prstGeom prst="rect">
            <a:avLst/>
          </a:prstGeom>
          <a:solidFill>
            <a:srgbClr val="E0503C"/>
          </a:solidFill>
          <a:ln/>
        </p:spPr>
      </p:sp>
      <p:sp>
        <p:nvSpPr>
          <p:cNvPr id="95" name="Text 91"/>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96" name="Text 92"/>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파일 정보 탭</a:t>
            </a:r>
            <a:endParaRPr lang="ko-KR" sz="1400" dirty="0"/>
          </a:p>
        </p:txBody>
      </p:sp>
      <p:sp>
        <p:nvSpPr>
          <p:cNvPr id="97" name="Shape 93"/>
          <p:cNvSpPr/>
          <p:nvPr/>
        </p:nvSpPr>
        <p:spPr>
          <a:xfrm>
            <a:off x="8997696" y="2980944"/>
            <a:ext cx="475488" cy="237744"/>
          </a:xfrm>
          <a:prstGeom prst="rect">
            <a:avLst/>
          </a:prstGeom>
          <a:solidFill>
            <a:srgbClr val="22201F"/>
          </a:solidFill>
          <a:ln/>
        </p:spPr>
      </p:sp>
      <p:sp>
        <p:nvSpPr>
          <p:cNvPr id="98" name="Shape 94"/>
          <p:cNvSpPr/>
          <p:nvPr/>
        </p:nvSpPr>
        <p:spPr>
          <a:xfrm>
            <a:off x="9047988" y="3031236"/>
            <a:ext cx="374904" cy="137160"/>
          </a:xfrm>
          <a:prstGeom prst="rect">
            <a:avLst/>
          </a:prstGeom>
          <a:solidFill>
            <a:srgbClr val="45C7C1"/>
          </a:solidFill>
          <a:ln/>
        </p:spPr>
      </p:sp>
      <p:sp>
        <p:nvSpPr>
          <p:cNvPr id="99" name="Shape 95"/>
          <p:cNvSpPr/>
          <p:nvPr/>
        </p:nvSpPr>
        <p:spPr>
          <a:xfrm>
            <a:off x="8997696" y="2980944"/>
            <a:ext cx="50292" cy="50292"/>
          </a:xfrm>
          <a:prstGeom prst="rect">
            <a:avLst/>
          </a:prstGeom>
          <a:solidFill>
            <a:srgbClr val="0F1426"/>
          </a:solidFill>
          <a:ln/>
        </p:spPr>
      </p:sp>
      <p:sp>
        <p:nvSpPr>
          <p:cNvPr id="100" name="Shape 96"/>
          <p:cNvSpPr/>
          <p:nvPr/>
        </p:nvSpPr>
        <p:spPr>
          <a:xfrm>
            <a:off x="9422892" y="2980944"/>
            <a:ext cx="50292" cy="50292"/>
          </a:xfrm>
          <a:prstGeom prst="rect">
            <a:avLst/>
          </a:prstGeom>
          <a:solidFill>
            <a:srgbClr val="0F1426"/>
          </a:solidFill>
          <a:ln/>
        </p:spPr>
      </p:sp>
      <p:sp>
        <p:nvSpPr>
          <p:cNvPr id="101" name="Shape 97"/>
          <p:cNvSpPr/>
          <p:nvPr/>
        </p:nvSpPr>
        <p:spPr>
          <a:xfrm>
            <a:off x="8997696" y="3168396"/>
            <a:ext cx="50292" cy="50292"/>
          </a:xfrm>
          <a:prstGeom prst="rect">
            <a:avLst/>
          </a:prstGeom>
          <a:solidFill>
            <a:srgbClr val="0F1426"/>
          </a:solidFill>
          <a:ln/>
        </p:spPr>
      </p:sp>
      <p:sp>
        <p:nvSpPr>
          <p:cNvPr id="102" name="Shape 98"/>
          <p:cNvSpPr/>
          <p:nvPr/>
        </p:nvSpPr>
        <p:spPr>
          <a:xfrm>
            <a:off x="9422892" y="3168396"/>
            <a:ext cx="50292" cy="50292"/>
          </a:xfrm>
          <a:prstGeom prst="rect">
            <a:avLst/>
          </a:prstGeom>
          <a:solidFill>
            <a:srgbClr val="0F1426"/>
          </a:solidFill>
          <a:ln/>
        </p:spPr>
      </p:sp>
      <p:sp>
        <p:nvSpPr>
          <p:cNvPr id="103" name="Text 99"/>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04" name="Text 100"/>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첨부 파일을 누르면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파일 정보가 열려요.</a:t>
            </a:r>
            <a:endParaRPr lang="ko-KR" sz="1150" dirty="0"/>
          </a:p>
        </p:txBody>
      </p:sp>
      <p:sp>
        <p:nvSpPr>
          <p:cNvPr id="105" name="Shape 101"/>
          <p:cNvSpPr/>
          <p:nvPr/>
        </p:nvSpPr>
        <p:spPr>
          <a:xfrm>
            <a:off x="8613648" y="3813048"/>
            <a:ext cx="274320" cy="274320"/>
          </a:xfrm>
          <a:prstGeom prst="rect">
            <a:avLst/>
          </a:prstGeom>
          <a:solidFill>
            <a:srgbClr val="22201F"/>
          </a:solidFill>
          <a:ln/>
        </p:spPr>
      </p:sp>
      <p:sp>
        <p:nvSpPr>
          <p:cNvPr id="106" name="Shape 102"/>
          <p:cNvSpPr/>
          <p:nvPr/>
        </p:nvSpPr>
        <p:spPr>
          <a:xfrm>
            <a:off x="8663940" y="3863340"/>
            <a:ext cx="173736" cy="173736"/>
          </a:xfrm>
          <a:prstGeom prst="rect">
            <a:avLst/>
          </a:prstGeom>
          <a:solidFill>
            <a:srgbClr val="E0503C"/>
          </a:solidFill>
          <a:ln/>
        </p:spPr>
      </p:sp>
      <p:sp>
        <p:nvSpPr>
          <p:cNvPr id="107" name="Text 103"/>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08" name="Text 104"/>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마지막 확장자 = 진짜 종류</a:t>
            </a:r>
            <a:endParaRPr lang="ko-KR" sz="1400" dirty="0"/>
          </a:p>
        </p:txBody>
      </p:sp>
      <p:sp>
        <p:nvSpPr>
          <p:cNvPr id="109" name="Shape 105"/>
          <p:cNvSpPr/>
          <p:nvPr/>
        </p:nvSpPr>
        <p:spPr>
          <a:xfrm>
            <a:off x="8997696" y="4169664"/>
            <a:ext cx="475488" cy="237744"/>
          </a:xfrm>
          <a:prstGeom prst="rect">
            <a:avLst/>
          </a:prstGeom>
          <a:solidFill>
            <a:srgbClr val="22201F"/>
          </a:solidFill>
          <a:ln/>
        </p:spPr>
      </p:sp>
      <p:sp>
        <p:nvSpPr>
          <p:cNvPr id="110" name="Shape 106"/>
          <p:cNvSpPr/>
          <p:nvPr/>
        </p:nvSpPr>
        <p:spPr>
          <a:xfrm>
            <a:off x="9047988" y="4219956"/>
            <a:ext cx="374904" cy="137160"/>
          </a:xfrm>
          <a:prstGeom prst="rect">
            <a:avLst/>
          </a:prstGeom>
          <a:solidFill>
            <a:srgbClr val="45C7C1"/>
          </a:solidFill>
          <a:ln/>
        </p:spPr>
      </p:sp>
      <p:sp>
        <p:nvSpPr>
          <p:cNvPr id="111" name="Shape 107"/>
          <p:cNvSpPr/>
          <p:nvPr/>
        </p:nvSpPr>
        <p:spPr>
          <a:xfrm>
            <a:off x="8997696" y="4169664"/>
            <a:ext cx="50292" cy="50292"/>
          </a:xfrm>
          <a:prstGeom prst="rect">
            <a:avLst/>
          </a:prstGeom>
          <a:solidFill>
            <a:srgbClr val="0F1426"/>
          </a:solidFill>
          <a:ln/>
        </p:spPr>
      </p:sp>
      <p:sp>
        <p:nvSpPr>
          <p:cNvPr id="112" name="Shape 108"/>
          <p:cNvSpPr/>
          <p:nvPr/>
        </p:nvSpPr>
        <p:spPr>
          <a:xfrm>
            <a:off x="9422892" y="4169664"/>
            <a:ext cx="50292" cy="50292"/>
          </a:xfrm>
          <a:prstGeom prst="rect">
            <a:avLst/>
          </a:prstGeom>
          <a:solidFill>
            <a:srgbClr val="0F1426"/>
          </a:solidFill>
          <a:ln/>
        </p:spPr>
      </p:sp>
      <p:sp>
        <p:nvSpPr>
          <p:cNvPr id="113" name="Shape 109"/>
          <p:cNvSpPr/>
          <p:nvPr/>
        </p:nvSpPr>
        <p:spPr>
          <a:xfrm>
            <a:off x="8997696" y="4357116"/>
            <a:ext cx="50292" cy="50292"/>
          </a:xfrm>
          <a:prstGeom prst="rect">
            <a:avLst/>
          </a:prstGeom>
          <a:solidFill>
            <a:srgbClr val="0F1426"/>
          </a:solidFill>
          <a:ln/>
        </p:spPr>
      </p:sp>
      <p:sp>
        <p:nvSpPr>
          <p:cNvPr id="114" name="Shape 110"/>
          <p:cNvSpPr/>
          <p:nvPr/>
        </p:nvSpPr>
        <p:spPr>
          <a:xfrm>
            <a:off x="9422892" y="4357116"/>
            <a:ext cx="50292" cy="50292"/>
          </a:xfrm>
          <a:prstGeom prst="rect">
            <a:avLst/>
          </a:prstGeom>
          <a:solidFill>
            <a:srgbClr val="0F1426"/>
          </a:solidFill>
          <a:ln/>
        </p:spPr>
      </p:sp>
      <p:sp>
        <p:nvSpPr>
          <p:cNvPr id="115" name="Text 111"/>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16" name="Text 112"/>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.zip·.pdf·.apk·.exe 등</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여러 종류가 나와요.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압축 안에 든 파일</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45C7C1"/>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사진·동영상뿐이면 평범한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파일이에요. 다 위험하진 않아요.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4/5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판정하기: 처리 시트와 처리 완료</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7 처리 시트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3092672"/>
            <a:ext cx="256032" cy="256032"/>
          </a:xfrm>
          <a:prstGeom prst="rect">
            <a:avLst/>
          </a:prstGeom>
          <a:solidFill>
            <a:srgbClr val="22201F"/>
          </a:solidFill>
          <a:ln/>
        </p:spPr>
      </p:sp>
      <p:sp>
        <p:nvSpPr>
          <p:cNvPr id="20" name="Shape 17"/>
          <p:cNvSpPr/>
          <p:nvPr/>
        </p:nvSpPr>
        <p:spPr>
          <a:xfrm>
            <a:off x="2558803" y="3142964"/>
            <a:ext cx="155448" cy="155448"/>
          </a:xfrm>
          <a:prstGeom prst="rect">
            <a:avLst/>
          </a:prstGeom>
          <a:solidFill>
            <a:srgbClr val="E0503C"/>
          </a:solidFill>
          <a:ln/>
        </p:spPr>
      </p:sp>
      <p:sp>
        <p:nvSpPr>
          <p:cNvPr id="21" name="Text 18"/>
          <p:cNvSpPr txBox="1"/>
          <p:nvPr/>
        </p:nvSpPr>
        <p:spPr>
          <a:xfrm>
            <a:off x="2508511" y="309267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448798"/>
            <a:ext cx="256032" cy="256032"/>
          </a:xfrm>
          <a:prstGeom prst="rect">
            <a:avLst/>
          </a:prstGeom>
          <a:solidFill>
            <a:srgbClr val="22201F"/>
          </a:solidFill>
          <a:ln/>
        </p:spPr>
      </p:sp>
      <p:sp>
        <p:nvSpPr>
          <p:cNvPr id="23" name="Shape 20"/>
          <p:cNvSpPr/>
          <p:nvPr/>
        </p:nvSpPr>
        <p:spPr>
          <a:xfrm>
            <a:off x="2558803" y="4499090"/>
            <a:ext cx="155448" cy="155448"/>
          </a:xfrm>
          <a:prstGeom prst="rect">
            <a:avLst/>
          </a:prstGeom>
          <a:solidFill>
            <a:srgbClr val="E0503C"/>
          </a:solidFill>
          <a:ln/>
        </p:spPr>
      </p:sp>
      <p:sp>
        <p:nvSpPr>
          <p:cNvPr id="24" name="Text 21"/>
          <p:cNvSpPr txBox="1"/>
          <p:nvPr/>
        </p:nvSpPr>
        <p:spPr>
          <a:xfrm>
            <a:off x="2508511" y="444879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651300"/>
            <a:ext cx="256032" cy="256032"/>
          </a:xfrm>
          <a:prstGeom prst="rect">
            <a:avLst/>
          </a:prstGeom>
          <a:solidFill>
            <a:srgbClr val="22201F"/>
          </a:solidFill>
          <a:ln/>
        </p:spPr>
      </p:sp>
      <p:sp>
        <p:nvSpPr>
          <p:cNvPr id="26" name="Shape 23"/>
          <p:cNvSpPr/>
          <p:nvPr/>
        </p:nvSpPr>
        <p:spPr>
          <a:xfrm>
            <a:off x="2558803" y="5701592"/>
            <a:ext cx="155448" cy="155448"/>
          </a:xfrm>
          <a:prstGeom prst="rect">
            <a:avLst/>
          </a:prstGeom>
          <a:solidFill>
            <a:srgbClr val="E0503C"/>
          </a:solidFill>
          <a:ln/>
        </p:spPr>
      </p:sp>
      <p:sp>
        <p:nvSpPr>
          <p:cNvPr id="27" name="Text 24"/>
          <p:cNvSpPr txBox="1"/>
          <p:nvPr/>
        </p:nvSpPr>
        <p:spPr>
          <a:xfrm>
            <a:off x="2508511" y="56513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7</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처리 시트</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근거를 모두 고르기</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45C7C1"/>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거부·추가 확인일 때만</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이 시트가 열려요.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누구에게, 어떤 경로로</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45C7C1"/>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추가 확인은 공식 경로를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골라야 해요.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다시 확인 없이 바로 보내기</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45C7C1"/>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한 번 누르면 끝.</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정답은 아직 보여 주지 않아요.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8 처리 완료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4846100"/>
            <a:ext cx="256032" cy="256032"/>
          </a:xfrm>
          <a:prstGeom prst="rect">
            <a:avLst/>
          </a:prstGeom>
          <a:solidFill>
            <a:srgbClr val="22201F"/>
          </a:solidFill>
          <a:ln/>
        </p:spPr>
      </p:sp>
      <p:sp>
        <p:nvSpPr>
          <p:cNvPr id="83" name="Shape 79"/>
          <p:cNvSpPr/>
          <p:nvPr/>
        </p:nvSpPr>
        <p:spPr>
          <a:xfrm>
            <a:off x="8209795" y="4896392"/>
            <a:ext cx="155448" cy="155448"/>
          </a:xfrm>
          <a:prstGeom prst="rect">
            <a:avLst/>
          </a:prstGeom>
          <a:solidFill>
            <a:srgbClr val="E0503C"/>
          </a:solidFill>
          <a:ln/>
        </p:spPr>
      </p:sp>
      <p:sp>
        <p:nvSpPr>
          <p:cNvPr id="84" name="Text 80"/>
          <p:cNvSpPr txBox="1"/>
          <p:nvPr/>
        </p:nvSpPr>
        <p:spPr>
          <a:xfrm>
            <a:off x="8159503" y="48461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5381134"/>
            <a:ext cx="256032" cy="256032"/>
          </a:xfrm>
          <a:prstGeom prst="rect">
            <a:avLst/>
          </a:prstGeom>
          <a:solidFill>
            <a:srgbClr val="22201F"/>
          </a:solidFill>
          <a:ln/>
        </p:spPr>
      </p:sp>
      <p:sp>
        <p:nvSpPr>
          <p:cNvPr id="86" name="Shape 82"/>
          <p:cNvSpPr/>
          <p:nvPr/>
        </p:nvSpPr>
        <p:spPr>
          <a:xfrm>
            <a:off x="8209795" y="5431426"/>
            <a:ext cx="155448" cy="155448"/>
          </a:xfrm>
          <a:prstGeom prst="rect">
            <a:avLst/>
          </a:prstGeom>
          <a:solidFill>
            <a:srgbClr val="E0503C"/>
          </a:solidFill>
          <a:ln/>
        </p:spPr>
      </p:sp>
      <p:sp>
        <p:nvSpPr>
          <p:cNvPr id="87" name="Text 83"/>
          <p:cNvSpPr txBox="1"/>
          <p:nvPr/>
        </p:nvSpPr>
        <p:spPr>
          <a:xfrm>
            <a:off x="8159503" y="538113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5651300"/>
            <a:ext cx="256032" cy="256032"/>
          </a:xfrm>
          <a:prstGeom prst="rect">
            <a:avLst/>
          </a:prstGeom>
          <a:solidFill>
            <a:srgbClr val="22201F"/>
          </a:solidFill>
          <a:ln/>
        </p:spPr>
      </p:sp>
      <p:sp>
        <p:nvSpPr>
          <p:cNvPr id="89" name="Shape 85"/>
          <p:cNvSpPr/>
          <p:nvPr/>
        </p:nvSpPr>
        <p:spPr>
          <a:xfrm>
            <a:off x="8209795" y="5701592"/>
            <a:ext cx="155448" cy="155448"/>
          </a:xfrm>
          <a:prstGeom prst="rect">
            <a:avLst/>
          </a:prstGeom>
          <a:solidFill>
            <a:srgbClr val="E0503C"/>
          </a:solidFill>
          <a:ln/>
        </p:spPr>
      </p:sp>
      <p:sp>
        <p:nvSpPr>
          <p:cNvPr id="90" name="Text 86"/>
          <p:cNvSpPr txBox="1"/>
          <p:nvPr/>
        </p:nvSpPr>
        <p:spPr>
          <a:xfrm>
            <a:off x="8159503" y="56513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8</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처리 완료</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처리 완료 도장</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45C7C1"/>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맞았는지 틀렸는지는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표시하지 않아요.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내가 한 처리만 보여 주기</a:t>
            </a:r>
            <a:endParaRPr lang="ko-KR" sz="1400" dirty="0"/>
          </a:p>
        </p:txBody>
      </p:sp>
      <p:sp>
        <p:nvSpPr>
          <p:cNvPr id="116" name="Text 112"/>
          <p:cNvSpPr txBox="1"/>
          <p:nvPr/>
        </p:nvSpPr>
        <p:spPr>
          <a:xfrm>
            <a:off x="8997696"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'거부하고 신고했어요'처럼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내 선택을 다시 알려 줘요.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다음 요청으로</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3FBF6F"/>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남은 문제 수도 보여 주지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않고 다음 사건으로 가요.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5/5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근무 끝: 결과 공개와 다시 하기</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9 근무 결과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2197417"/>
            <a:ext cx="256032" cy="256032"/>
          </a:xfrm>
          <a:prstGeom prst="rect">
            <a:avLst/>
          </a:prstGeom>
          <a:solidFill>
            <a:srgbClr val="22201F"/>
          </a:solidFill>
          <a:ln/>
        </p:spPr>
      </p:sp>
      <p:sp>
        <p:nvSpPr>
          <p:cNvPr id="20" name="Shape 17"/>
          <p:cNvSpPr/>
          <p:nvPr/>
        </p:nvSpPr>
        <p:spPr>
          <a:xfrm>
            <a:off x="2558803" y="2247710"/>
            <a:ext cx="155448" cy="155448"/>
          </a:xfrm>
          <a:prstGeom prst="rect">
            <a:avLst/>
          </a:prstGeom>
          <a:solidFill>
            <a:srgbClr val="E0503C"/>
          </a:solidFill>
          <a:ln/>
        </p:spPr>
      </p:sp>
      <p:sp>
        <p:nvSpPr>
          <p:cNvPr id="21" name="Text 18"/>
          <p:cNvSpPr txBox="1"/>
          <p:nvPr/>
        </p:nvSpPr>
        <p:spPr>
          <a:xfrm>
            <a:off x="2508511" y="219741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3648896"/>
            <a:ext cx="256032" cy="256032"/>
          </a:xfrm>
          <a:prstGeom prst="rect">
            <a:avLst/>
          </a:prstGeom>
          <a:solidFill>
            <a:srgbClr val="22201F"/>
          </a:solidFill>
          <a:ln/>
        </p:spPr>
      </p:sp>
      <p:sp>
        <p:nvSpPr>
          <p:cNvPr id="23" name="Shape 20"/>
          <p:cNvSpPr/>
          <p:nvPr/>
        </p:nvSpPr>
        <p:spPr>
          <a:xfrm>
            <a:off x="2558803" y="3699188"/>
            <a:ext cx="155448" cy="155448"/>
          </a:xfrm>
          <a:prstGeom prst="rect">
            <a:avLst/>
          </a:prstGeom>
          <a:solidFill>
            <a:srgbClr val="E0503C"/>
          </a:solidFill>
          <a:ln/>
        </p:spPr>
      </p:sp>
      <p:sp>
        <p:nvSpPr>
          <p:cNvPr id="24" name="Text 21"/>
          <p:cNvSpPr txBox="1"/>
          <p:nvPr/>
        </p:nvSpPr>
        <p:spPr>
          <a:xfrm>
            <a:off x="2508511" y="364889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4665990"/>
            <a:ext cx="256032" cy="256032"/>
          </a:xfrm>
          <a:prstGeom prst="rect">
            <a:avLst/>
          </a:prstGeom>
          <a:solidFill>
            <a:srgbClr val="22201F"/>
          </a:solidFill>
          <a:ln/>
        </p:spPr>
      </p:sp>
      <p:sp>
        <p:nvSpPr>
          <p:cNvPr id="26" name="Shape 23"/>
          <p:cNvSpPr/>
          <p:nvPr/>
        </p:nvSpPr>
        <p:spPr>
          <a:xfrm>
            <a:off x="2558803" y="4716282"/>
            <a:ext cx="155448" cy="155448"/>
          </a:xfrm>
          <a:prstGeom prst="rect">
            <a:avLst/>
          </a:prstGeom>
          <a:solidFill>
            <a:srgbClr val="E0503C"/>
          </a:solidFill>
          <a:ln/>
        </p:spPr>
      </p:sp>
      <p:sp>
        <p:nvSpPr>
          <p:cNvPr id="27" name="Text 24"/>
          <p:cNvSpPr txBox="1"/>
          <p:nvPr/>
        </p:nvSpPr>
        <p:spPr>
          <a:xfrm>
            <a:off x="2508511" y="466599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9</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근무 결과</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별점과 지표</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3FBF6F"/>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정확도·위험 탐지·신고 판단을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근무가 끝나고 한꺼번에 봐요.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안전·편의 게이지</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3FBF6F"/>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막기만 해도, 다 열어 줘도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게이지가 떨어져요.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사건별 판정과 해설</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3FBF6F"/>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누르면 정답·해설과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다시 볼 곳이 열려요.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10 보안 사고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2144444"/>
            <a:ext cx="256032" cy="256032"/>
          </a:xfrm>
          <a:prstGeom prst="rect">
            <a:avLst/>
          </a:prstGeom>
          <a:solidFill>
            <a:srgbClr val="22201F"/>
          </a:solidFill>
          <a:ln/>
        </p:spPr>
      </p:sp>
      <p:sp>
        <p:nvSpPr>
          <p:cNvPr id="83" name="Shape 79"/>
          <p:cNvSpPr/>
          <p:nvPr/>
        </p:nvSpPr>
        <p:spPr>
          <a:xfrm>
            <a:off x="8209795" y="2194736"/>
            <a:ext cx="155448" cy="155448"/>
          </a:xfrm>
          <a:prstGeom prst="rect">
            <a:avLst/>
          </a:prstGeom>
          <a:solidFill>
            <a:srgbClr val="E0503C"/>
          </a:solidFill>
          <a:ln/>
        </p:spPr>
      </p:sp>
      <p:sp>
        <p:nvSpPr>
          <p:cNvPr id="84" name="Text 80"/>
          <p:cNvSpPr txBox="1"/>
          <p:nvPr/>
        </p:nvSpPr>
        <p:spPr>
          <a:xfrm>
            <a:off x="8159503" y="214444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2642396"/>
            <a:ext cx="256032" cy="256032"/>
          </a:xfrm>
          <a:prstGeom prst="rect">
            <a:avLst/>
          </a:prstGeom>
          <a:solidFill>
            <a:srgbClr val="22201F"/>
          </a:solidFill>
          <a:ln/>
        </p:spPr>
      </p:sp>
      <p:sp>
        <p:nvSpPr>
          <p:cNvPr id="86" name="Shape 82"/>
          <p:cNvSpPr/>
          <p:nvPr/>
        </p:nvSpPr>
        <p:spPr>
          <a:xfrm>
            <a:off x="8209795" y="2692688"/>
            <a:ext cx="155448" cy="155448"/>
          </a:xfrm>
          <a:prstGeom prst="rect">
            <a:avLst/>
          </a:prstGeom>
          <a:solidFill>
            <a:srgbClr val="E0503C"/>
          </a:solidFill>
          <a:ln/>
        </p:spPr>
      </p:sp>
      <p:sp>
        <p:nvSpPr>
          <p:cNvPr id="87" name="Text 83"/>
          <p:cNvSpPr txBox="1"/>
          <p:nvPr/>
        </p:nvSpPr>
        <p:spPr>
          <a:xfrm>
            <a:off x="8159503" y="264239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5084482"/>
            <a:ext cx="256032" cy="256032"/>
          </a:xfrm>
          <a:prstGeom prst="rect">
            <a:avLst/>
          </a:prstGeom>
          <a:solidFill>
            <a:srgbClr val="22201F"/>
          </a:solidFill>
          <a:ln/>
        </p:spPr>
      </p:sp>
      <p:sp>
        <p:nvSpPr>
          <p:cNvPr id="89" name="Shape 85"/>
          <p:cNvSpPr/>
          <p:nvPr/>
        </p:nvSpPr>
        <p:spPr>
          <a:xfrm>
            <a:off x="8209795" y="5134774"/>
            <a:ext cx="155448" cy="155448"/>
          </a:xfrm>
          <a:prstGeom prst="rect">
            <a:avLst/>
          </a:prstGeom>
          <a:solidFill>
            <a:srgbClr val="E0503C"/>
          </a:solidFill>
          <a:ln/>
        </p:spPr>
      </p:sp>
      <p:sp>
        <p:nvSpPr>
          <p:cNvPr id="90" name="Text 86"/>
          <p:cNvSpPr txBox="1"/>
          <p:nvPr/>
        </p:nvSpPr>
        <p:spPr>
          <a:xfrm>
            <a:off x="8159503" y="508448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10</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보안 사고</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위험한 요청을 승인하면</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3FBF6F"/>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근무가 그 자리에서 끝나고</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결과 화면으로 가요.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겁주지 않는 설명</a:t>
            </a:r>
            <a:endParaRPr lang="ko-KR" sz="1400" dirty="0"/>
          </a:p>
        </p:txBody>
      </p:sp>
      <p:sp>
        <p:nvSpPr>
          <p:cNvPr id="116" name="Text 112"/>
          <p:cNvSpPr txBox="1"/>
          <p:nvPr/>
        </p:nvSpPr>
        <p:spPr>
          <a:xfrm>
            <a:off x="8997696"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'피해는 없었어요. 무엇을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놓쳤는지 보고 다시 해요.'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해설 보고 처음부터</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3FBF6F"/>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그 Day의 첫 사건부터 다시.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처리 성공률 60% 미만도 같아요.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04  점검 · 계획</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기능 점검표: 무엇을 어디까지 만들까?</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3657600"/>
                <a:gridCol w="2194560"/>
                <a:gridCol w="1554480"/>
                <a:gridCol w="1737360"/>
                <a:gridCol w="1947672"/>
              </a:tblGrid>
              <a:tr h="384048">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기능</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누가 쓰나요</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관련 화면</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화면 설계</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다음 학기</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F1  오늘의 업무 조건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2 · 3</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F2  서류 대조와 단서</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3 · 4</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F3  조사 도구 (조회·파일 정보)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5 · 6</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F4  판정과 처리 (근거·신고)</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7 · 8</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F5  결과 공개와 다시 하기</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9 · 10</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보안 사전·복습 노트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9</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7F9CC9"/>
                          </a:solidFill>
                          <a:latin typeface="맑은 고딕" pitchFamily="34" charset="0"/>
                          <a:ea typeface="맑은 고딕" pitchFamily="34" charset="-122"/>
                          <a:cs typeface="맑은 고딕" pitchFamily="34" charset="-120"/>
                        </a:rPr>
                        <a:t>아직</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밝은 화면 (모던 테마)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전체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F7D84A"/>
                          </a:solidFill>
                          <a:latin typeface="맑은 고딕" pitchFamily="34" charset="0"/>
                          <a:ea typeface="맑은 고딕" pitchFamily="34" charset="-122"/>
                          <a:cs typeface="맑은 고딕" pitchFamily="34" charset="-120"/>
                        </a:rPr>
                        <a:t>초안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센터 꾸미기·칭호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어린이·청소년</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7F9CC9"/>
                          </a:solidFill>
                          <a:latin typeface="맑은 고딕" pitchFamily="34" charset="0"/>
                          <a:ea typeface="맑은 고딕" pitchFamily="34" charset="-122"/>
                          <a:cs typeface="맑은 고딕" pitchFamily="34" charset="-120"/>
                        </a:rPr>
                        <a:t>아직</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r>
            </a:tbl>
          </a:graphicData>
        </a:graphic>
      </p:graphicFrame>
      <p:sp>
        <p:nvSpPr>
          <p:cNvPr id="11" name="Text 8"/>
          <p:cNvSpPr txBox="1"/>
          <p:nvPr/>
        </p:nvSpPr>
        <p:spPr>
          <a:xfrm>
            <a:off x="548640" y="5120640"/>
            <a:ext cx="10972800" cy="237744"/>
          </a:xfrm>
          <a:prstGeom prst="rect">
            <a:avLst/>
          </a:prstGeom>
          <a:noFill/>
          <a:ln/>
        </p:spPr>
        <p:txBody>
          <a:bodyPr wrap="square" lIns="0" tIns="0" rIns="0" bIns="0" rtlCol="0" anchor="t"/>
          <a:lstStyle/>
          <a:p>
            <a:pPr indent="0" marL="0">
              <a:buNone/>
            </a:pPr>
            <a:r>
              <a:rPr lang="ko-KR" altLang="en-US" sz="1050" dirty="0">
                <a:solidFill>
                  <a:srgbClr val="B9C6E2"/>
                </a:solidFill>
                <a:latin typeface="Galmuri11" pitchFamily="34" charset="0"/>
                <a:ea typeface="Galmuri11" pitchFamily="34" charset="-122"/>
                <a:cs typeface="Galmuri11" pitchFamily="34" charset="-120"/>
              </a:rPr>
              <a:t>화면 설계 '완료' = HTML 시제품에서 동작까지 확인  ·  '초안' = 기획서에 화면만 있음</a:t>
            </a:r>
            <a:endParaRPr lang="ko-KR" sz="1050" dirty="0"/>
          </a:p>
        </p:txBody>
      </p:sp>
      <p:sp>
        <p:nvSpPr>
          <p:cNvPr id="12" name="Shape 9"/>
          <p:cNvSpPr/>
          <p:nvPr/>
        </p:nvSpPr>
        <p:spPr>
          <a:xfrm>
            <a:off x="548640" y="5468112"/>
            <a:ext cx="11091672" cy="713232"/>
          </a:xfrm>
          <a:prstGeom prst="rect">
            <a:avLst/>
          </a:prstGeom>
          <a:solidFill>
            <a:srgbClr val="3A4E7A"/>
          </a:solidFill>
          <a:ln/>
        </p:spPr>
      </p:sp>
      <p:sp>
        <p:nvSpPr>
          <p:cNvPr id="13" name="Shape 10"/>
          <p:cNvSpPr/>
          <p:nvPr/>
        </p:nvSpPr>
        <p:spPr>
          <a:xfrm>
            <a:off x="598932" y="5518404"/>
            <a:ext cx="10991088" cy="612648"/>
          </a:xfrm>
          <a:prstGeom prst="rect">
            <a:avLst/>
          </a:prstGeom>
          <a:solidFill>
            <a:srgbClr val="151C33"/>
          </a:solidFill>
          <a:ln/>
        </p:spPr>
      </p:sp>
      <p:sp>
        <p:nvSpPr>
          <p:cNvPr id="14" name="Shape 11"/>
          <p:cNvSpPr/>
          <p:nvPr/>
        </p:nvSpPr>
        <p:spPr>
          <a:xfrm>
            <a:off x="548640" y="5468112"/>
            <a:ext cx="50292" cy="50292"/>
          </a:xfrm>
          <a:prstGeom prst="rect">
            <a:avLst/>
          </a:prstGeom>
          <a:solidFill>
            <a:srgbClr val="0F1426"/>
          </a:solidFill>
          <a:ln/>
        </p:spPr>
      </p:sp>
      <p:sp>
        <p:nvSpPr>
          <p:cNvPr id="15" name="Shape 12"/>
          <p:cNvSpPr/>
          <p:nvPr/>
        </p:nvSpPr>
        <p:spPr>
          <a:xfrm>
            <a:off x="11590020" y="5468112"/>
            <a:ext cx="50292" cy="50292"/>
          </a:xfrm>
          <a:prstGeom prst="rect">
            <a:avLst/>
          </a:prstGeom>
          <a:solidFill>
            <a:srgbClr val="0F1426"/>
          </a:solidFill>
          <a:ln/>
        </p:spPr>
      </p:sp>
      <p:sp>
        <p:nvSpPr>
          <p:cNvPr id="16" name="Shape 13"/>
          <p:cNvSpPr/>
          <p:nvPr/>
        </p:nvSpPr>
        <p:spPr>
          <a:xfrm>
            <a:off x="548640" y="6131052"/>
            <a:ext cx="50292" cy="50292"/>
          </a:xfrm>
          <a:prstGeom prst="rect">
            <a:avLst/>
          </a:prstGeom>
          <a:solidFill>
            <a:srgbClr val="0F1426"/>
          </a:solidFill>
          <a:ln/>
        </p:spPr>
      </p:sp>
      <p:sp>
        <p:nvSpPr>
          <p:cNvPr id="17" name="Shape 14"/>
          <p:cNvSpPr/>
          <p:nvPr/>
        </p:nvSpPr>
        <p:spPr>
          <a:xfrm>
            <a:off x="11590020" y="6131052"/>
            <a:ext cx="50292" cy="50292"/>
          </a:xfrm>
          <a:prstGeom prst="rect">
            <a:avLst/>
          </a:prstGeom>
          <a:solidFill>
            <a:srgbClr val="0F1426"/>
          </a:solidFill>
          <a:ln/>
        </p:spPr>
      </p:sp>
      <p:pic>
        <p:nvPicPr>
          <p:cNvPr id="18" name="Image 0" descr="preencoded.png">    </p:cNvPr>
          <p:cNvPicPr>
            <a:picLocks noChangeAspect="1"/>
          </p:cNvPicPr>
          <p:nvPr/>
        </p:nvPicPr>
        <p:blipFill>
          <a:blip r:embed="rId1"/>
          <a:stretch>
            <a:fillRect/>
          </a:stretch>
        </p:blipFill>
        <p:spPr>
          <a:xfrm>
            <a:off x="777240" y="5650992"/>
            <a:ext cx="347472" cy="347472"/>
          </a:xfrm>
          <a:prstGeom prst="rect">
            <a:avLst/>
          </a:prstGeom>
        </p:spPr>
      </p:pic>
      <p:sp>
        <p:nvSpPr>
          <p:cNvPr id="19" name="Text 15"/>
          <p:cNvSpPr txBox="1"/>
          <p:nvPr/>
        </p:nvSpPr>
        <p:spPr>
          <a:xfrm>
            <a:off x="1234440" y="5468112"/>
            <a:ext cx="2194560" cy="713232"/>
          </a:xfrm>
          <a:prstGeom prst="rect">
            <a:avLst/>
          </a:prstGeom>
          <a:noFill/>
          <a:ln/>
        </p:spPr>
        <p:txBody>
          <a:bodyPr wrap="square" lIns="0" tIns="0" rIns="0" bIns="0" rtlCol="0" anchor="ctr"/>
          <a:lstStyle/>
          <a:p>
            <a:pPr indent="0" marL="0">
              <a:buNone/>
            </a:pPr>
            <a:r>
              <a:rPr lang="ko-KR" altLang="en-US" sz="1400" b="1" dirty="0">
                <a:solidFill>
                  <a:srgbClr val="E0503C"/>
                </a:solidFill>
                <a:latin typeface="Galmuri11" pitchFamily="34" charset="0"/>
                <a:ea typeface="Galmuri11" pitchFamily="34" charset="-122"/>
                <a:cs typeface="Galmuri11" pitchFamily="34" charset="-120"/>
              </a:rPr>
              <a:t>이번엔 안 만들어요</a:t>
            </a:r>
            <a:endParaRPr lang="ko-KR" sz="1400" dirty="0"/>
          </a:p>
        </p:txBody>
      </p:sp>
      <p:sp>
        <p:nvSpPr>
          <p:cNvPr id="20" name="Shape 16"/>
          <p:cNvSpPr/>
          <p:nvPr/>
        </p:nvSpPr>
        <p:spPr>
          <a:xfrm>
            <a:off x="3611880" y="5623560"/>
            <a:ext cx="2450592" cy="402336"/>
          </a:xfrm>
          <a:prstGeom prst="rect">
            <a:avLst/>
          </a:prstGeom>
          <a:solidFill>
            <a:srgbClr val="3A4E7A"/>
          </a:solidFill>
          <a:ln/>
        </p:spPr>
      </p:sp>
      <p:sp>
        <p:nvSpPr>
          <p:cNvPr id="21" name="Shape 17"/>
          <p:cNvSpPr/>
          <p:nvPr/>
        </p:nvSpPr>
        <p:spPr>
          <a:xfrm>
            <a:off x="3662172" y="5673852"/>
            <a:ext cx="2350008" cy="301752"/>
          </a:xfrm>
          <a:prstGeom prst="rect">
            <a:avLst/>
          </a:prstGeom>
          <a:solidFill>
            <a:srgbClr val="1F2A4A"/>
          </a:solidFill>
          <a:ln/>
        </p:spPr>
      </p:sp>
      <p:sp>
        <p:nvSpPr>
          <p:cNvPr id="22" name="Shape 18"/>
          <p:cNvSpPr/>
          <p:nvPr/>
        </p:nvSpPr>
        <p:spPr>
          <a:xfrm>
            <a:off x="3611880" y="5623560"/>
            <a:ext cx="50292" cy="50292"/>
          </a:xfrm>
          <a:prstGeom prst="rect">
            <a:avLst/>
          </a:prstGeom>
          <a:solidFill>
            <a:srgbClr val="151C33"/>
          </a:solidFill>
          <a:ln/>
        </p:spPr>
      </p:sp>
      <p:sp>
        <p:nvSpPr>
          <p:cNvPr id="23" name="Shape 19"/>
          <p:cNvSpPr/>
          <p:nvPr/>
        </p:nvSpPr>
        <p:spPr>
          <a:xfrm>
            <a:off x="6012180" y="5623560"/>
            <a:ext cx="50292" cy="50292"/>
          </a:xfrm>
          <a:prstGeom prst="rect">
            <a:avLst/>
          </a:prstGeom>
          <a:solidFill>
            <a:srgbClr val="151C33"/>
          </a:solidFill>
          <a:ln/>
        </p:spPr>
      </p:sp>
      <p:sp>
        <p:nvSpPr>
          <p:cNvPr id="24" name="Shape 20"/>
          <p:cNvSpPr/>
          <p:nvPr/>
        </p:nvSpPr>
        <p:spPr>
          <a:xfrm>
            <a:off x="3611880" y="5975604"/>
            <a:ext cx="50292" cy="50292"/>
          </a:xfrm>
          <a:prstGeom prst="rect">
            <a:avLst/>
          </a:prstGeom>
          <a:solidFill>
            <a:srgbClr val="151C33"/>
          </a:solidFill>
          <a:ln/>
        </p:spPr>
      </p:sp>
      <p:sp>
        <p:nvSpPr>
          <p:cNvPr id="25" name="Shape 21"/>
          <p:cNvSpPr/>
          <p:nvPr/>
        </p:nvSpPr>
        <p:spPr>
          <a:xfrm>
            <a:off x="6012180" y="5975604"/>
            <a:ext cx="50292" cy="50292"/>
          </a:xfrm>
          <a:prstGeom prst="rect">
            <a:avLst/>
          </a:prstGeom>
          <a:solidFill>
            <a:srgbClr val="151C33"/>
          </a:solidFill>
          <a:ln/>
        </p:spPr>
      </p:sp>
      <p:sp>
        <p:nvSpPr>
          <p:cNvPr id="26" name="Text 22"/>
          <p:cNvSpPr txBox="1"/>
          <p:nvPr/>
        </p:nvSpPr>
        <p:spPr>
          <a:xfrm>
            <a:off x="3611880"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광고 · 결제</a:t>
            </a:r>
            <a:endParaRPr lang="ko-KR" sz="1200" dirty="0"/>
          </a:p>
        </p:txBody>
      </p:sp>
      <p:sp>
        <p:nvSpPr>
          <p:cNvPr id="27" name="Shape 23"/>
          <p:cNvSpPr/>
          <p:nvPr/>
        </p:nvSpPr>
        <p:spPr>
          <a:xfrm>
            <a:off x="6245352" y="5623560"/>
            <a:ext cx="2450592" cy="402336"/>
          </a:xfrm>
          <a:prstGeom prst="rect">
            <a:avLst/>
          </a:prstGeom>
          <a:solidFill>
            <a:srgbClr val="3A4E7A"/>
          </a:solidFill>
          <a:ln/>
        </p:spPr>
      </p:sp>
      <p:sp>
        <p:nvSpPr>
          <p:cNvPr id="28" name="Shape 24"/>
          <p:cNvSpPr/>
          <p:nvPr/>
        </p:nvSpPr>
        <p:spPr>
          <a:xfrm>
            <a:off x="6295644" y="5673852"/>
            <a:ext cx="2350008" cy="301752"/>
          </a:xfrm>
          <a:prstGeom prst="rect">
            <a:avLst/>
          </a:prstGeom>
          <a:solidFill>
            <a:srgbClr val="1F2A4A"/>
          </a:solidFill>
          <a:ln/>
        </p:spPr>
      </p:sp>
      <p:sp>
        <p:nvSpPr>
          <p:cNvPr id="29" name="Shape 25"/>
          <p:cNvSpPr/>
          <p:nvPr/>
        </p:nvSpPr>
        <p:spPr>
          <a:xfrm>
            <a:off x="6245352" y="5623560"/>
            <a:ext cx="50292" cy="50292"/>
          </a:xfrm>
          <a:prstGeom prst="rect">
            <a:avLst/>
          </a:prstGeom>
          <a:solidFill>
            <a:srgbClr val="151C33"/>
          </a:solidFill>
          <a:ln/>
        </p:spPr>
      </p:sp>
      <p:sp>
        <p:nvSpPr>
          <p:cNvPr id="30" name="Shape 26"/>
          <p:cNvSpPr/>
          <p:nvPr/>
        </p:nvSpPr>
        <p:spPr>
          <a:xfrm>
            <a:off x="8645652" y="5623560"/>
            <a:ext cx="50292" cy="50292"/>
          </a:xfrm>
          <a:prstGeom prst="rect">
            <a:avLst/>
          </a:prstGeom>
          <a:solidFill>
            <a:srgbClr val="151C33"/>
          </a:solidFill>
          <a:ln/>
        </p:spPr>
      </p:sp>
      <p:sp>
        <p:nvSpPr>
          <p:cNvPr id="31" name="Shape 27"/>
          <p:cNvSpPr/>
          <p:nvPr/>
        </p:nvSpPr>
        <p:spPr>
          <a:xfrm>
            <a:off x="6245352" y="5975604"/>
            <a:ext cx="50292" cy="50292"/>
          </a:xfrm>
          <a:prstGeom prst="rect">
            <a:avLst/>
          </a:prstGeom>
          <a:solidFill>
            <a:srgbClr val="151C33"/>
          </a:solidFill>
          <a:ln/>
        </p:spPr>
      </p:sp>
      <p:sp>
        <p:nvSpPr>
          <p:cNvPr id="32" name="Shape 28"/>
          <p:cNvSpPr/>
          <p:nvPr/>
        </p:nvSpPr>
        <p:spPr>
          <a:xfrm>
            <a:off x="8645652" y="5975604"/>
            <a:ext cx="50292" cy="50292"/>
          </a:xfrm>
          <a:prstGeom prst="rect">
            <a:avLst/>
          </a:prstGeom>
          <a:solidFill>
            <a:srgbClr val="151C33"/>
          </a:solidFill>
          <a:ln/>
        </p:spPr>
      </p:sp>
      <p:sp>
        <p:nvSpPr>
          <p:cNvPr id="33" name="Text 29"/>
          <p:cNvSpPr txBox="1"/>
          <p:nvPr/>
        </p:nvSpPr>
        <p:spPr>
          <a:xfrm>
            <a:off x="6245352"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온라인 순위 · 계정</a:t>
            </a:r>
            <a:endParaRPr lang="ko-KR" sz="1200" dirty="0"/>
          </a:p>
        </p:txBody>
      </p:sp>
      <p:sp>
        <p:nvSpPr>
          <p:cNvPr id="34" name="Shape 30"/>
          <p:cNvSpPr/>
          <p:nvPr/>
        </p:nvSpPr>
        <p:spPr>
          <a:xfrm>
            <a:off x="8878824" y="5623560"/>
            <a:ext cx="2450592" cy="402336"/>
          </a:xfrm>
          <a:prstGeom prst="rect">
            <a:avLst/>
          </a:prstGeom>
          <a:solidFill>
            <a:srgbClr val="3A4E7A"/>
          </a:solidFill>
          <a:ln/>
        </p:spPr>
      </p:sp>
      <p:sp>
        <p:nvSpPr>
          <p:cNvPr id="35" name="Shape 31"/>
          <p:cNvSpPr/>
          <p:nvPr/>
        </p:nvSpPr>
        <p:spPr>
          <a:xfrm>
            <a:off x="8929116" y="5673852"/>
            <a:ext cx="2350008" cy="301752"/>
          </a:xfrm>
          <a:prstGeom prst="rect">
            <a:avLst/>
          </a:prstGeom>
          <a:solidFill>
            <a:srgbClr val="1F2A4A"/>
          </a:solidFill>
          <a:ln/>
        </p:spPr>
      </p:sp>
      <p:sp>
        <p:nvSpPr>
          <p:cNvPr id="36" name="Shape 32"/>
          <p:cNvSpPr/>
          <p:nvPr/>
        </p:nvSpPr>
        <p:spPr>
          <a:xfrm>
            <a:off x="8878824" y="5623560"/>
            <a:ext cx="50292" cy="50292"/>
          </a:xfrm>
          <a:prstGeom prst="rect">
            <a:avLst/>
          </a:prstGeom>
          <a:solidFill>
            <a:srgbClr val="151C33"/>
          </a:solidFill>
          <a:ln/>
        </p:spPr>
      </p:sp>
      <p:sp>
        <p:nvSpPr>
          <p:cNvPr id="37" name="Shape 33"/>
          <p:cNvSpPr/>
          <p:nvPr/>
        </p:nvSpPr>
        <p:spPr>
          <a:xfrm>
            <a:off x="11279124" y="5623560"/>
            <a:ext cx="50292" cy="50292"/>
          </a:xfrm>
          <a:prstGeom prst="rect">
            <a:avLst/>
          </a:prstGeom>
          <a:solidFill>
            <a:srgbClr val="151C33"/>
          </a:solidFill>
          <a:ln/>
        </p:spPr>
      </p:sp>
      <p:sp>
        <p:nvSpPr>
          <p:cNvPr id="38" name="Shape 34"/>
          <p:cNvSpPr/>
          <p:nvPr/>
        </p:nvSpPr>
        <p:spPr>
          <a:xfrm>
            <a:off x="8878824" y="5975604"/>
            <a:ext cx="50292" cy="50292"/>
          </a:xfrm>
          <a:prstGeom prst="rect">
            <a:avLst/>
          </a:prstGeom>
          <a:solidFill>
            <a:srgbClr val="151C33"/>
          </a:solidFill>
          <a:ln/>
        </p:spPr>
      </p:sp>
      <p:sp>
        <p:nvSpPr>
          <p:cNvPr id="39" name="Shape 35"/>
          <p:cNvSpPr/>
          <p:nvPr/>
        </p:nvSpPr>
        <p:spPr>
          <a:xfrm>
            <a:off x="11279124" y="5975604"/>
            <a:ext cx="50292" cy="50292"/>
          </a:xfrm>
          <a:prstGeom prst="rect">
            <a:avLst/>
          </a:prstGeom>
          <a:solidFill>
            <a:srgbClr val="151C33"/>
          </a:solidFill>
          <a:ln/>
        </p:spPr>
      </p:sp>
      <p:sp>
        <p:nvSpPr>
          <p:cNvPr id="40" name="Text 36"/>
          <p:cNvSpPr txBox="1"/>
          <p:nvPr/>
        </p:nvSpPr>
        <p:spPr>
          <a:xfrm>
            <a:off x="8878824"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실제 기관 · 인물 자료</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04  점검 · 계획</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앞으로 이렇게 만들어요 (계획안)</a:t>
            </a:r>
            <a:endParaRPr lang="en-US" sz="2800" dirty="0"/>
          </a:p>
        </p:txBody>
      </p:sp>
      <p:sp>
        <p:nvSpPr>
          <p:cNvPr id="10" name="Shape 8"/>
          <p:cNvSpPr/>
          <p:nvPr/>
        </p:nvSpPr>
        <p:spPr>
          <a:xfrm>
            <a:off x="548640" y="1554480"/>
            <a:ext cx="4526280" cy="365760"/>
          </a:xfrm>
          <a:prstGeom prst="rect">
            <a:avLst/>
          </a:prstGeom>
          <a:solidFill>
            <a:srgbClr val="3A4E7A"/>
          </a:solidFill>
          <a:ln/>
        </p:spPr>
      </p:sp>
      <p:sp>
        <p:nvSpPr>
          <p:cNvPr id="11" name="Shape 9"/>
          <p:cNvSpPr/>
          <p:nvPr/>
        </p:nvSpPr>
        <p:spPr>
          <a:xfrm>
            <a:off x="598932" y="1604772"/>
            <a:ext cx="4425696" cy="265176"/>
          </a:xfrm>
          <a:prstGeom prst="rect">
            <a:avLst/>
          </a:prstGeom>
          <a:solidFill>
            <a:srgbClr val="1F2A4A"/>
          </a:solidFill>
          <a:ln/>
        </p:spPr>
      </p:sp>
      <p:sp>
        <p:nvSpPr>
          <p:cNvPr id="12" name="Shape 10"/>
          <p:cNvSpPr/>
          <p:nvPr/>
        </p:nvSpPr>
        <p:spPr>
          <a:xfrm>
            <a:off x="548640" y="1554480"/>
            <a:ext cx="50292" cy="50292"/>
          </a:xfrm>
          <a:prstGeom prst="rect">
            <a:avLst/>
          </a:prstGeom>
          <a:solidFill>
            <a:srgbClr val="0F1426"/>
          </a:solidFill>
          <a:ln/>
        </p:spPr>
      </p:sp>
      <p:sp>
        <p:nvSpPr>
          <p:cNvPr id="13" name="Shape 11"/>
          <p:cNvSpPr/>
          <p:nvPr/>
        </p:nvSpPr>
        <p:spPr>
          <a:xfrm>
            <a:off x="5024628" y="1554480"/>
            <a:ext cx="50292" cy="50292"/>
          </a:xfrm>
          <a:prstGeom prst="rect">
            <a:avLst/>
          </a:prstGeom>
          <a:solidFill>
            <a:srgbClr val="0F1426"/>
          </a:solidFill>
          <a:ln/>
        </p:spPr>
      </p:sp>
      <p:sp>
        <p:nvSpPr>
          <p:cNvPr id="14" name="Shape 12"/>
          <p:cNvSpPr/>
          <p:nvPr/>
        </p:nvSpPr>
        <p:spPr>
          <a:xfrm>
            <a:off x="548640" y="1869948"/>
            <a:ext cx="50292" cy="50292"/>
          </a:xfrm>
          <a:prstGeom prst="rect">
            <a:avLst/>
          </a:prstGeom>
          <a:solidFill>
            <a:srgbClr val="0F1426"/>
          </a:solidFill>
          <a:ln/>
        </p:spPr>
      </p:sp>
      <p:sp>
        <p:nvSpPr>
          <p:cNvPr id="15" name="Shape 13"/>
          <p:cNvSpPr/>
          <p:nvPr/>
        </p:nvSpPr>
        <p:spPr>
          <a:xfrm>
            <a:off x="5024628" y="1869948"/>
            <a:ext cx="50292" cy="50292"/>
          </a:xfrm>
          <a:prstGeom prst="rect">
            <a:avLst/>
          </a:prstGeom>
          <a:solidFill>
            <a:srgbClr val="0F1426"/>
          </a:solidFill>
          <a:ln/>
        </p:spPr>
      </p:sp>
      <p:sp>
        <p:nvSpPr>
          <p:cNvPr id="16" name="Text 14"/>
          <p:cNvSpPr txBox="1"/>
          <p:nvPr/>
        </p:nvSpPr>
        <p:spPr>
          <a:xfrm>
            <a:off x="548640" y="1554480"/>
            <a:ext cx="4526280"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이번 학기 · 설계</a:t>
            </a:r>
            <a:endParaRPr lang="ko-KR" sz="1300" dirty="0"/>
          </a:p>
        </p:txBody>
      </p:sp>
      <p:sp>
        <p:nvSpPr>
          <p:cNvPr id="17" name="Shape 15"/>
          <p:cNvSpPr/>
          <p:nvPr/>
        </p:nvSpPr>
        <p:spPr>
          <a:xfrm>
            <a:off x="5257800" y="1554480"/>
            <a:ext cx="6382512" cy="365760"/>
          </a:xfrm>
          <a:prstGeom prst="rect">
            <a:avLst/>
          </a:prstGeom>
          <a:solidFill>
            <a:srgbClr val="3A4E7A"/>
          </a:solidFill>
          <a:ln/>
        </p:spPr>
      </p:sp>
      <p:sp>
        <p:nvSpPr>
          <p:cNvPr id="18" name="Shape 16"/>
          <p:cNvSpPr/>
          <p:nvPr/>
        </p:nvSpPr>
        <p:spPr>
          <a:xfrm>
            <a:off x="5308092" y="1604772"/>
            <a:ext cx="6281928" cy="265176"/>
          </a:xfrm>
          <a:prstGeom prst="rect">
            <a:avLst/>
          </a:prstGeom>
          <a:solidFill>
            <a:srgbClr val="1F2A4A"/>
          </a:solidFill>
          <a:ln/>
        </p:spPr>
      </p:sp>
      <p:sp>
        <p:nvSpPr>
          <p:cNvPr id="19" name="Shape 17"/>
          <p:cNvSpPr/>
          <p:nvPr/>
        </p:nvSpPr>
        <p:spPr>
          <a:xfrm>
            <a:off x="5257800" y="1554480"/>
            <a:ext cx="50292" cy="50292"/>
          </a:xfrm>
          <a:prstGeom prst="rect">
            <a:avLst/>
          </a:prstGeom>
          <a:solidFill>
            <a:srgbClr val="0F1426"/>
          </a:solidFill>
          <a:ln/>
        </p:spPr>
      </p:sp>
      <p:sp>
        <p:nvSpPr>
          <p:cNvPr id="20" name="Shape 18"/>
          <p:cNvSpPr/>
          <p:nvPr/>
        </p:nvSpPr>
        <p:spPr>
          <a:xfrm>
            <a:off x="11590020" y="1554480"/>
            <a:ext cx="50292" cy="50292"/>
          </a:xfrm>
          <a:prstGeom prst="rect">
            <a:avLst/>
          </a:prstGeom>
          <a:solidFill>
            <a:srgbClr val="0F1426"/>
          </a:solidFill>
          <a:ln/>
        </p:spPr>
      </p:sp>
      <p:sp>
        <p:nvSpPr>
          <p:cNvPr id="21" name="Shape 19"/>
          <p:cNvSpPr/>
          <p:nvPr/>
        </p:nvSpPr>
        <p:spPr>
          <a:xfrm>
            <a:off x="5257800" y="1869948"/>
            <a:ext cx="50292" cy="50292"/>
          </a:xfrm>
          <a:prstGeom prst="rect">
            <a:avLst/>
          </a:prstGeom>
          <a:solidFill>
            <a:srgbClr val="0F1426"/>
          </a:solidFill>
          <a:ln/>
        </p:spPr>
      </p:sp>
      <p:sp>
        <p:nvSpPr>
          <p:cNvPr id="22" name="Shape 20"/>
          <p:cNvSpPr/>
          <p:nvPr/>
        </p:nvSpPr>
        <p:spPr>
          <a:xfrm>
            <a:off x="11590020" y="1869948"/>
            <a:ext cx="50292" cy="50292"/>
          </a:xfrm>
          <a:prstGeom prst="rect">
            <a:avLst/>
          </a:prstGeom>
          <a:solidFill>
            <a:srgbClr val="0F1426"/>
          </a:solidFill>
          <a:ln/>
        </p:spPr>
      </p:sp>
      <p:sp>
        <p:nvSpPr>
          <p:cNvPr id="23" name="Text 21"/>
          <p:cNvSpPr txBox="1"/>
          <p:nvPr/>
        </p:nvSpPr>
        <p:spPr>
          <a:xfrm>
            <a:off x="5257800" y="1554480"/>
            <a:ext cx="6382512"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다음 학기 · 개발</a:t>
            </a:r>
            <a:endParaRPr lang="ko-KR" sz="1300" dirty="0"/>
          </a:p>
        </p:txBody>
      </p:sp>
      <p:sp>
        <p:nvSpPr>
          <p:cNvPr id="24" name="Shape 22"/>
          <p:cNvSpPr/>
          <p:nvPr/>
        </p:nvSpPr>
        <p:spPr>
          <a:xfrm>
            <a:off x="777240" y="2587752"/>
            <a:ext cx="10607040" cy="54864"/>
          </a:xfrm>
          <a:prstGeom prst="rect">
            <a:avLst/>
          </a:prstGeom>
          <a:solidFill>
            <a:srgbClr val="3A4E7A"/>
          </a:solidFill>
          <a:ln/>
        </p:spPr>
      </p:sp>
      <p:sp>
        <p:nvSpPr>
          <p:cNvPr id="25" name="Text 23"/>
          <p:cNvSpPr txBox="1"/>
          <p:nvPr/>
        </p:nvSpPr>
        <p:spPr>
          <a:xfrm>
            <a:off x="32004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7D84A"/>
                </a:solidFill>
                <a:latin typeface="Galmuri11" pitchFamily="34" charset="0"/>
                <a:ea typeface="Galmuri11" pitchFamily="34" charset="-122"/>
                <a:cs typeface="Galmuri11" pitchFamily="34" charset="-120"/>
              </a:rPr>
              <a:t>10월 · 현재</a:t>
            </a:r>
            <a:endParaRPr lang="ko-KR" sz="1300" dirty="0"/>
          </a:p>
        </p:txBody>
      </p:sp>
      <p:sp>
        <p:nvSpPr>
          <p:cNvPr id="26" name="Shape 24"/>
          <p:cNvSpPr/>
          <p:nvPr/>
        </p:nvSpPr>
        <p:spPr>
          <a:xfrm>
            <a:off x="1005840" y="2478024"/>
            <a:ext cx="274320" cy="274320"/>
          </a:xfrm>
          <a:prstGeom prst="rect">
            <a:avLst/>
          </a:prstGeom>
          <a:solidFill>
            <a:srgbClr val="F7D84A"/>
          </a:solidFill>
          <a:ln/>
        </p:spPr>
      </p:sp>
      <p:sp>
        <p:nvSpPr>
          <p:cNvPr id="27" name="Text 25"/>
          <p:cNvSpPr txBox="1"/>
          <p:nvPr/>
        </p:nvSpPr>
        <p:spPr>
          <a:xfrm>
            <a:off x="365760" y="2834640"/>
            <a:ext cx="1554480" cy="64008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중간발표</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기획서·HTML 시제품</a:t>
            </a:r>
            <a:endParaRPr lang="ko-KR" sz="1100" dirty="0"/>
          </a:p>
        </p:txBody>
      </p:sp>
      <p:sp>
        <p:nvSpPr>
          <p:cNvPr id="28" name="Text 26"/>
          <p:cNvSpPr txBox="1"/>
          <p:nvPr/>
        </p:nvSpPr>
        <p:spPr>
          <a:xfrm>
            <a:off x="187452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11월</a:t>
            </a:r>
            <a:endParaRPr lang="ko-KR" sz="1300" dirty="0"/>
          </a:p>
        </p:txBody>
      </p:sp>
      <p:sp>
        <p:nvSpPr>
          <p:cNvPr id="29" name="Shape 27"/>
          <p:cNvSpPr/>
          <p:nvPr/>
        </p:nvSpPr>
        <p:spPr>
          <a:xfrm>
            <a:off x="2606040" y="2523744"/>
            <a:ext cx="182880" cy="182880"/>
          </a:xfrm>
          <a:prstGeom prst="rect">
            <a:avLst/>
          </a:prstGeom>
          <a:solidFill>
            <a:srgbClr val="45C7C1"/>
          </a:solidFill>
          <a:ln/>
        </p:spPr>
      </p:sp>
      <p:sp>
        <p:nvSpPr>
          <p:cNvPr id="30" name="Text 28"/>
          <p:cNvSpPr txBox="1"/>
          <p:nvPr/>
        </p:nvSpPr>
        <p:spPr>
          <a:xfrm>
            <a:off x="1920240" y="2834640"/>
            <a:ext cx="1554480" cy="64008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사례 14개 다듬기</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여러 세대 시제품 테스트</a:t>
            </a:r>
            <a:endParaRPr lang="ko-KR" sz="1100" dirty="0"/>
          </a:p>
        </p:txBody>
      </p:sp>
      <p:sp>
        <p:nvSpPr>
          <p:cNvPr id="31" name="Text 29"/>
          <p:cNvSpPr txBox="1"/>
          <p:nvPr/>
        </p:nvSpPr>
        <p:spPr>
          <a:xfrm>
            <a:off x="342900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12월</a:t>
            </a:r>
            <a:endParaRPr lang="ko-KR" sz="1300" dirty="0"/>
          </a:p>
        </p:txBody>
      </p:sp>
      <p:sp>
        <p:nvSpPr>
          <p:cNvPr id="32" name="Shape 30"/>
          <p:cNvSpPr/>
          <p:nvPr/>
        </p:nvSpPr>
        <p:spPr>
          <a:xfrm>
            <a:off x="4160520" y="2523744"/>
            <a:ext cx="182880" cy="182880"/>
          </a:xfrm>
          <a:prstGeom prst="rect">
            <a:avLst/>
          </a:prstGeom>
          <a:solidFill>
            <a:srgbClr val="45C7C1"/>
          </a:solidFill>
          <a:ln/>
        </p:spPr>
      </p:sp>
      <p:sp>
        <p:nvSpPr>
          <p:cNvPr id="33" name="Text 31"/>
          <p:cNvSpPr txBox="1"/>
          <p:nvPr/>
        </p:nvSpPr>
        <p:spPr>
          <a:xfrm>
            <a:off x="3474720" y="2834640"/>
            <a:ext cx="1554480" cy="64008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기말발표</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기능·화면 확정</a:t>
            </a:r>
            <a:endParaRPr lang="ko-KR" sz="1100" dirty="0"/>
          </a:p>
        </p:txBody>
      </p:sp>
      <p:sp>
        <p:nvSpPr>
          <p:cNvPr id="34" name="Text 32"/>
          <p:cNvSpPr txBox="1"/>
          <p:nvPr/>
        </p:nvSpPr>
        <p:spPr>
          <a:xfrm>
            <a:off x="507492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3월</a:t>
            </a:r>
            <a:endParaRPr lang="ko-KR" sz="1300" dirty="0"/>
          </a:p>
        </p:txBody>
      </p:sp>
      <p:sp>
        <p:nvSpPr>
          <p:cNvPr id="35" name="Shape 33"/>
          <p:cNvSpPr/>
          <p:nvPr/>
        </p:nvSpPr>
        <p:spPr>
          <a:xfrm>
            <a:off x="5806440" y="2523744"/>
            <a:ext cx="182880" cy="182880"/>
          </a:xfrm>
          <a:prstGeom prst="rect">
            <a:avLst/>
          </a:prstGeom>
          <a:solidFill>
            <a:srgbClr val="45C7C1"/>
          </a:solidFill>
          <a:ln/>
        </p:spPr>
      </p:sp>
      <p:sp>
        <p:nvSpPr>
          <p:cNvPr id="36" name="Text 34"/>
          <p:cNvSpPr txBox="1"/>
          <p:nvPr/>
        </p:nvSpPr>
        <p:spPr>
          <a:xfrm>
            <a:off x="5120640" y="2834640"/>
            <a:ext cx="1554480" cy="64008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Unity 화면 틀</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사례 데이터 불러오기</a:t>
            </a:r>
            <a:endParaRPr lang="ko-KR" sz="1100" dirty="0"/>
          </a:p>
        </p:txBody>
      </p:sp>
      <p:sp>
        <p:nvSpPr>
          <p:cNvPr id="37" name="Text 35"/>
          <p:cNvSpPr txBox="1"/>
          <p:nvPr/>
        </p:nvSpPr>
        <p:spPr>
          <a:xfrm>
            <a:off x="685800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4월</a:t>
            </a:r>
            <a:endParaRPr lang="ko-KR" sz="1300" dirty="0"/>
          </a:p>
        </p:txBody>
      </p:sp>
      <p:sp>
        <p:nvSpPr>
          <p:cNvPr id="38" name="Shape 36"/>
          <p:cNvSpPr/>
          <p:nvPr/>
        </p:nvSpPr>
        <p:spPr>
          <a:xfrm>
            <a:off x="7589520" y="2523744"/>
            <a:ext cx="182880" cy="182880"/>
          </a:xfrm>
          <a:prstGeom prst="rect">
            <a:avLst/>
          </a:prstGeom>
          <a:solidFill>
            <a:srgbClr val="45C7C1"/>
          </a:solidFill>
          <a:ln/>
        </p:spPr>
      </p:sp>
      <p:sp>
        <p:nvSpPr>
          <p:cNvPr id="39" name="Text 37"/>
          <p:cNvSpPr txBox="1"/>
          <p:nvPr/>
        </p:nvSpPr>
        <p:spPr>
          <a:xfrm>
            <a:off x="6903720" y="2834640"/>
            <a:ext cx="1554480" cy="64008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판정 엔진</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Day 0~4 만들기</a:t>
            </a:r>
            <a:endParaRPr lang="ko-KR" sz="1100" dirty="0"/>
          </a:p>
        </p:txBody>
      </p:sp>
      <p:sp>
        <p:nvSpPr>
          <p:cNvPr id="40" name="Text 38"/>
          <p:cNvSpPr txBox="1"/>
          <p:nvPr/>
        </p:nvSpPr>
        <p:spPr>
          <a:xfrm>
            <a:off x="859536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5월</a:t>
            </a:r>
            <a:endParaRPr lang="ko-KR" sz="1300" dirty="0"/>
          </a:p>
        </p:txBody>
      </p:sp>
      <p:sp>
        <p:nvSpPr>
          <p:cNvPr id="41" name="Shape 39"/>
          <p:cNvSpPr/>
          <p:nvPr/>
        </p:nvSpPr>
        <p:spPr>
          <a:xfrm>
            <a:off x="9326880" y="2523744"/>
            <a:ext cx="182880" cy="182880"/>
          </a:xfrm>
          <a:prstGeom prst="rect">
            <a:avLst/>
          </a:prstGeom>
          <a:solidFill>
            <a:srgbClr val="45C7C1"/>
          </a:solidFill>
          <a:ln/>
        </p:spPr>
      </p:sp>
      <p:sp>
        <p:nvSpPr>
          <p:cNvPr id="42" name="Text 40"/>
          <p:cNvSpPr txBox="1"/>
          <p:nvPr/>
        </p:nvSpPr>
        <p:spPr>
          <a:xfrm>
            <a:off x="8641080" y="2834640"/>
            <a:ext cx="1554480" cy="64008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여러 세대 10명</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직접 해 보기</a:t>
            </a:r>
            <a:endParaRPr lang="ko-KR" sz="1100" dirty="0"/>
          </a:p>
        </p:txBody>
      </p:sp>
      <p:sp>
        <p:nvSpPr>
          <p:cNvPr id="43" name="Text 41"/>
          <p:cNvSpPr txBox="1"/>
          <p:nvPr/>
        </p:nvSpPr>
        <p:spPr>
          <a:xfrm>
            <a:off x="1024128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6월</a:t>
            </a:r>
            <a:endParaRPr lang="ko-KR" sz="1300" dirty="0"/>
          </a:p>
        </p:txBody>
      </p:sp>
      <p:sp>
        <p:nvSpPr>
          <p:cNvPr id="44" name="Shape 42"/>
          <p:cNvSpPr/>
          <p:nvPr/>
        </p:nvSpPr>
        <p:spPr>
          <a:xfrm>
            <a:off x="10972800" y="2523744"/>
            <a:ext cx="182880" cy="182880"/>
          </a:xfrm>
          <a:prstGeom prst="rect">
            <a:avLst/>
          </a:prstGeom>
          <a:solidFill>
            <a:srgbClr val="45C7C1"/>
          </a:solidFill>
          <a:ln/>
        </p:spPr>
      </p:sp>
      <p:sp>
        <p:nvSpPr>
          <p:cNvPr id="45" name="Text 43"/>
          <p:cNvSpPr txBox="1"/>
          <p:nvPr/>
        </p:nvSpPr>
        <p:spPr>
          <a:xfrm>
            <a:off x="10287000" y="2834640"/>
            <a:ext cx="1554480" cy="64008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최종 발표</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시연</a:t>
            </a:r>
            <a:endParaRPr lang="ko-KR" sz="1100" dirty="0"/>
          </a:p>
        </p:txBody>
      </p:sp>
      <p:sp>
        <p:nvSpPr>
          <p:cNvPr id="46" name="Text 44"/>
          <p:cNvSpPr txBox="1"/>
          <p:nvPr/>
        </p:nvSpPr>
        <p:spPr>
          <a:xfrm>
            <a:off x="548640" y="3840480"/>
            <a:ext cx="5486400" cy="292608"/>
          </a:xfrm>
          <a:prstGeom prst="rect">
            <a:avLst/>
          </a:prstGeom>
          <a:noFill/>
          <a:ln/>
        </p:spPr>
        <p:txBody>
          <a:bodyPr wrap="square" lIns="0" tIns="0" rIns="0" bIns="0" rtlCol="0" anchor="t"/>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누가 무엇을 맡나요?</a:t>
            </a:r>
            <a:endParaRPr lang="ko-KR" sz="1400" dirty="0"/>
          </a:p>
        </p:txBody>
      </p:sp>
      <p:sp>
        <p:nvSpPr>
          <p:cNvPr id="47" name="Shape 45"/>
          <p:cNvSpPr/>
          <p:nvPr/>
        </p:nvSpPr>
        <p:spPr>
          <a:xfrm>
            <a:off x="548640" y="4251960"/>
            <a:ext cx="2651760" cy="1234440"/>
          </a:xfrm>
          <a:prstGeom prst="rect">
            <a:avLst/>
          </a:prstGeom>
          <a:solidFill>
            <a:srgbClr val="3A4E7A"/>
          </a:solidFill>
          <a:ln/>
        </p:spPr>
      </p:sp>
      <p:sp>
        <p:nvSpPr>
          <p:cNvPr id="48" name="Shape 46"/>
          <p:cNvSpPr/>
          <p:nvPr/>
        </p:nvSpPr>
        <p:spPr>
          <a:xfrm>
            <a:off x="598932" y="4302252"/>
            <a:ext cx="2551176" cy="1133856"/>
          </a:xfrm>
          <a:prstGeom prst="rect">
            <a:avLst/>
          </a:prstGeom>
          <a:solidFill>
            <a:srgbClr val="1F2A4A"/>
          </a:solidFill>
          <a:ln/>
        </p:spPr>
      </p:sp>
      <p:sp>
        <p:nvSpPr>
          <p:cNvPr id="49" name="Shape 47"/>
          <p:cNvSpPr/>
          <p:nvPr/>
        </p:nvSpPr>
        <p:spPr>
          <a:xfrm>
            <a:off x="548640" y="4251960"/>
            <a:ext cx="50292" cy="50292"/>
          </a:xfrm>
          <a:prstGeom prst="rect">
            <a:avLst/>
          </a:prstGeom>
          <a:solidFill>
            <a:srgbClr val="0F1426"/>
          </a:solidFill>
          <a:ln/>
        </p:spPr>
      </p:sp>
      <p:sp>
        <p:nvSpPr>
          <p:cNvPr id="50" name="Shape 48"/>
          <p:cNvSpPr/>
          <p:nvPr/>
        </p:nvSpPr>
        <p:spPr>
          <a:xfrm>
            <a:off x="3150108" y="4251960"/>
            <a:ext cx="50292" cy="50292"/>
          </a:xfrm>
          <a:prstGeom prst="rect">
            <a:avLst/>
          </a:prstGeom>
          <a:solidFill>
            <a:srgbClr val="0F1426"/>
          </a:solidFill>
          <a:ln/>
        </p:spPr>
      </p:sp>
      <p:sp>
        <p:nvSpPr>
          <p:cNvPr id="51" name="Shape 49"/>
          <p:cNvSpPr/>
          <p:nvPr/>
        </p:nvSpPr>
        <p:spPr>
          <a:xfrm>
            <a:off x="548640" y="5436108"/>
            <a:ext cx="50292" cy="50292"/>
          </a:xfrm>
          <a:prstGeom prst="rect">
            <a:avLst/>
          </a:prstGeom>
          <a:solidFill>
            <a:srgbClr val="0F1426"/>
          </a:solidFill>
          <a:ln/>
        </p:spPr>
      </p:sp>
      <p:sp>
        <p:nvSpPr>
          <p:cNvPr id="52" name="Shape 50"/>
          <p:cNvSpPr/>
          <p:nvPr/>
        </p:nvSpPr>
        <p:spPr>
          <a:xfrm>
            <a:off x="3150108" y="5436108"/>
            <a:ext cx="50292" cy="50292"/>
          </a:xfrm>
          <a:prstGeom prst="rect">
            <a:avLst/>
          </a:prstGeom>
          <a:solidFill>
            <a:srgbClr val="0F1426"/>
          </a:solidFill>
          <a:ln/>
        </p:spPr>
      </p:sp>
      <p:sp>
        <p:nvSpPr>
          <p:cNvPr id="53" name="Shape 51"/>
          <p:cNvSpPr/>
          <p:nvPr/>
        </p:nvSpPr>
        <p:spPr>
          <a:xfrm>
            <a:off x="749808" y="4434840"/>
            <a:ext cx="457200" cy="457200"/>
          </a:xfrm>
          <a:prstGeom prst="rect">
            <a:avLst/>
          </a:prstGeom>
          <a:solidFill>
            <a:srgbClr val="22201F"/>
          </a:solidFill>
          <a:ln/>
        </p:spPr>
      </p:sp>
      <p:sp>
        <p:nvSpPr>
          <p:cNvPr id="54" name="Shape 52"/>
          <p:cNvSpPr/>
          <p:nvPr/>
        </p:nvSpPr>
        <p:spPr>
          <a:xfrm>
            <a:off x="800100" y="4485132"/>
            <a:ext cx="356616" cy="356616"/>
          </a:xfrm>
          <a:prstGeom prst="rect">
            <a:avLst/>
          </a:prstGeom>
          <a:solidFill>
            <a:srgbClr val="45C7C1"/>
          </a:solidFill>
          <a:ln/>
        </p:spPr>
      </p:sp>
      <p:sp>
        <p:nvSpPr>
          <p:cNvPr id="55" name="Shape 53"/>
          <p:cNvSpPr/>
          <p:nvPr/>
        </p:nvSpPr>
        <p:spPr>
          <a:xfrm>
            <a:off x="749808" y="4434840"/>
            <a:ext cx="50292" cy="50292"/>
          </a:xfrm>
          <a:prstGeom prst="rect">
            <a:avLst/>
          </a:prstGeom>
          <a:solidFill>
            <a:srgbClr val="1F2A4A"/>
          </a:solidFill>
          <a:ln/>
        </p:spPr>
      </p:sp>
      <p:sp>
        <p:nvSpPr>
          <p:cNvPr id="56" name="Shape 54"/>
          <p:cNvSpPr/>
          <p:nvPr/>
        </p:nvSpPr>
        <p:spPr>
          <a:xfrm>
            <a:off x="1156716" y="4434840"/>
            <a:ext cx="50292" cy="50292"/>
          </a:xfrm>
          <a:prstGeom prst="rect">
            <a:avLst/>
          </a:prstGeom>
          <a:solidFill>
            <a:srgbClr val="1F2A4A"/>
          </a:solidFill>
          <a:ln/>
        </p:spPr>
      </p:sp>
      <p:sp>
        <p:nvSpPr>
          <p:cNvPr id="57" name="Shape 55"/>
          <p:cNvSpPr/>
          <p:nvPr/>
        </p:nvSpPr>
        <p:spPr>
          <a:xfrm>
            <a:off x="749808" y="4841748"/>
            <a:ext cx="50292" cy="50292"/>
          </a:xfrm>
          <a:prstGeom prst="rect">
            <a:avLst/>
          </a:prstGeom>
          <a:solidFill>
            <a:srgbClr val="1F2A4A"/>
          </a:solidFill>
          <a:ln/>
        </p:spPr>
      </p:sp>
      <p:sp>
        <p:nvSpPr>
          <p:cNvPr id="58" name="Shape 56"/>
          <p:cNvSpPr/>
          <p:nvPr/>
        </p:nvSpPr>
        <p:spPr>
          <a:xfrm>
            <a:off x="1156716" y="4841748"/>
            <a:ext cx="50292" cy="50292"/>
          </a:xfrm>
          <a:prstGeom prst="rect">
            <a:avLst/>
          </a:prstGeom>
          <a:solidFill>
            <a:srgbClr val="1F2A4A"/>
          </a:solidFill>
          <a:ln/>
        </p:spPr>
      </p:sp>
      <p:sp>
        <p:nvSpPr>
          <p:cNvPr id="59" name="Text 57"/>
          <p:cNvSpPr txBox="1"/>
          <p:nvPr/>
        </p:nvSpPr>
        <p:spPr>
          <a:xfrm>
            <a:off x="749808"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A</a:t>
            </a:r>
            <a:endParaRPr lang="ko-KR" sz="1600" dirty="0"/>
          </a:p>
        </p:txBody>
      </p:sp>
      <p:sp>
        <p:nvSpPr>
          <p:cNvPr id="60" name="Text 58"/>
          <p:cNvSpPr txBox="1"/>
          <p:nvPr/>
        </p:nvSpPr>
        <p:spPr>
          <a:xfrm>
            <a:off x="1325880"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 (팀장)</a:t>
            </a:r>
            <a:endParaRPr lang="ko-KR" sz="1300" dirty="0"/>
          </a:p>
        </p:txBody>
      </p:sp>
      <p:sp>
        <p:nvSpPr>
          <p:cNvPr id="61" name="Text 59"/>
          <p:cNvSpPr txBox="1"/>
          <p:nvPr/>
        </p:nvSpPr>
        <p:spPr>
          <a:xfrm>
            <a:off x="749808"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일정 관리, 사례 작성·검토</a:t>
            </a:r>
            <a:endParaRPr lang="ko-KR" sz="1150" dirty="0"/>
          </a:p>
        </p:txBody>
      </p:sp>
      <p:sp>
        <p:nvSpPr>
          <p:cNvPr id="62" name="Shape 60"/>
          <p:cNvSpPr/>
          <p:nvPr/>
        </p:nvSpPr>
        <p:spPr>
          <a:xfrm>
            <a:off x="3364992" y="4251960"/>
            <a:ext cx="2651760" cy="1234440"/>
          </a:xfrm>
          <a:prstGeom prst="rect">
            <a:avLst/>
          </a:prstGeom>
          <a:solidFill>
            <a:srgbClr val="3A4E7A"/>
          </a:solidFill>
          <a:ln/>
        </p:spPr>
      </p:sp>
      <p:sp>
        <p:nvSpPr>
          <p:cNvPr id="63" name="Shape 61"/>
          <p:cNvSpPr/>
          <p:nvPr/>
        </p:nvSpPr>
        <p:spPr>
          <a:xfrm>
            <a:off x="3415284" y="4302252"/>
            <a:ext cx="2551176" cy="1133856"/>
          </a:xfrm>
          <a:prstGeom prst="rect">
            <a:avLst/>
          </a:prstGeom>
          <a:solidFill>
            <a:srgbClr val="1F2A4A"/>
          </a:solidFill>
          <a:ln/>
        </p:spPr>
      </p:sp>
      <p:sp>
        <p:nvSpPr>
          <p:cNvPr id="64" name="Shape 62"/>
          <p:cNvSpPr/>
          <p:nvPr/>
        </p:nvSpPr>
        <p:spPr>
          <a:xfrm>
            <a:off x="3364992" y="4251960"/>
            <a:ext cx="50292" cy="50292"/>
          </a:xfrm>
          <a:prstGeom prst="rect">
            <a:avLst/>
          </a:prstGeom>
          <a:solidFill>
            <a:srgbClr val="0F1426"/>
          </a:solidFill>
          <a:ln/>
        </p:spPr>
      </p:sp>
      <p:sp>
        <p:nvSpPr>
          <p:cNvPr id="65" name="Shape 63"/>
          <p:cNvSpPr/>
          <p:nvPr/>
        </p:nvSpPr>
        <p:spPr>
          <a:xfrm>
            <a:off x="5966460" y="4251960"/>
            <a:ext cx="50292" cy="50292"/>
          </a:xfrm>
          <a:prstGeom prst="rect">
            <a:avLst/>
          </a:prstGeom>
          <a:solidFill>
            <a:srgbClr val="0F1426"/>
          </a:solidFill>
          <a:ln/>
        </p:spPr>
      </p:sp>
      <p:sp>
        <p:nvSpPr>
          <p:cNvPr id="66" name="Shape 64"/>
          <p:cNvSpPr/>
          <p:nvPr/>
        </p:nvSpPr>
        <p:spPr>
          <a:xfrm>
            <a:off x="3364992" y="5436108"/>
            <a:ext cx="50292" cy="50292"/>
          </a:xfrm>
          <a:prstGeom prst="rect">
            <a:avLst/>
          </a:prstGeom>
          <a:solidFill>
            <a:srgbClr val="0F1426"/>
          </a:solidFill>
          <a:ln/>
        </p:spPr>
      </p:sp>
      <p:sp>
        <p:nvSpPr>
          <p:cNvPr id="67" name="Shape 65"/>
          <p:cNvSpPr/>
          <p:nvPr/>
        </p:nvSpPr>
        <p:spPr>
          <a:xfrm>
            <a:off x="5966460" y="5436108"/>
            <a:ext cx="50292" cy="50292"/>
          </a:xfrm>
          <a:prstGeom prst="rect">
            <a:avLst/>
          </a:prstGeom>
          <a:solidFill>
            <a:srgbClr val="0F1426"/>
          </a:solidFill>
          <a:ln/>
        </p:spPr>
      </p:sp>
      <p:sp>
        <p:nvSpPr>
          <p:cNvPr id="68" name="Shape 66"/>
          <p:cNvSpPr/>
          <p:nvPr/>
        </p:nvSpPr>
        <p:spPr>
          <a:xfrm>
            <a:off x="3566160" y="4434840"/>
            <a:ext cx="457200" cy="457200"/>
          </a:xfrm>
          <a:prstGeom prst="rect">
            <a:avLst/>
          </a:prstGeom>
          <a:solidFill>
            <a:srgbClr val="22201F"/>
          </a:solidFill>
          <a:ln/>
        </p:spPr>
      </p:sp>
      <p:sp>
        <p:nvSpPr>
          <p:cNvPr id="69" name="Shape 67"/>
          <p:cNvSpPr/>
          <p:nvPr/>
        </p:nvSpPr>
        <p:spPr>
          <a:xfrm>
            <a:off x="3616452" y="4485132"/>
            <a:ext cx="356616" cy="356616"/>
          </a:xfrm>
          <a:prstGeom prst="rect">
            <a:avLst/>
          </a:prstGeom>
          <a:solidFill>
            <a:srgbClr val="45C7C1"/>
          </a:solidFill>
          <a:ln/>
        </p:spPr>
      </p:sp>
      <p:sp>
        <p:nvSpPr>
          <p:cNvPr id="70" name="Shape 68"/>
          <p:cNvSpPr/>
          <p:nvPr/>
        </p:nvSpPr>
        <p:spPr>
          <a:xfrm>
            <a:off x="3566160" y="4434840"/>
            <a:ext cx="50292" cy="50292"/>
          </a:xfrm>
          <a:prstGeom prst="rect">
            <a:avLst/>
          </a:prstGeom>
          <a:solidFill>
            <a:srgbClr val="1F2A4A"/>
          </a:solidFill>
          <a:ln/>
        </p:spPr>
      </p:sp>
      <p:sp>
        <p:nvSpPr>
          <p:cNvPr id="71" name="Shape 69"/>
          <p:cNvSpPr/>
          <p:nvPr/>
        </p:nvSpPr>
        <p:spPr>
          <a:xfrm>
            <a:off x="3973068" y="4434840"/>
            <a:ext cx="50292" cy="50292"/>
          </a:xfrm>
          <a:prstGeom prst="rect">
            <a:avLst/>
          </a:prstGeom>
          <a:solidFill>
            <a:srgbClr val="1F2A4A"/>
          </a:solidFill>
          <a:ln/>
        </p:spPr>
      </p:sp>
      <p:sp>
        <p:nvSpPr>
          <p:cNvPr id="72" name="Shape 70"/>
          <p:cNvSpPr/>
          <p:nvPr/>
        </p:nvSpPr>
        <p:spPr>
          <a:xfrm>
            <a:off x="3566160" y="4841748"/>
            <a:ext cx="50292" cy="50292"/>
          </a:xfrm>
          <a:prstGeom prst="rect">
            <a:avLst/>
          </a:prstGeom>
          <a:solidFill>
            <a:srgbClr val="1F2A4A"/>
          </a:solidFill>
          <a:ln/>
        </p:spPr>
      </p:sp>
      <p:sp>
        <p:nvSpPr>
          <p:cNvPr id="73" name="Shape 71"/>
          <p:cNvSpPr/>
          <p:nvPr/>
        </p:nvSpPr>
        <p:spPr>
          <a:xfrm>
            <a:off x="3973068" y="4841748"/>
            <a:ext cx="50292" cy="50292"/>
          </a:xfrm>
          <a:prstGeom prst="rect">
            <a:avLst/>
          </a:prstGeom>
          <a:solidFill>
            <a:srgbClr val="1F2A4A"/>
          </a:solidFill>
          <a:ln/>
        </p:spPr>
      </p:sp>
      <p:sp>
        <p:nvSpPr>
          <p:cNvPr id="74" name="Text 72"/>
          <p:cNvSpPr txBox="1"/>
          <p:nvPr/>
        </p:nvSpPr>
        <p:spPr>
          <a:xfrm>
            <a:off x="3566160"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B</a:t>
            </a:r>
            <a:endParaRPr lang="ko-KR" sz="1600" dirty="0"/>
          </a:p>
        </p:txBody>
      </p:sp>
      <p:sp>
        <p:nvSpPr>
          <p:cNvPr id="75" name="Text 73"/>
          <p:cNvSpPr txBox="1"/>
          <p:nvPr/>
        </p:nvSpPr>
        <p:spPr>
          <a:xfrm>
            <a:off x="4142232"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76" name="Text 74"/>
          <p:cNvSpPr txBox="1"/>
          <p:nvPr/>
        </p:nvSpPr>
        <p:spPr>
          <a:xfrm>
            <a:off x="3566160"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Unity 개발, 판정 엔진 (F2·F4)</a:t>
            </a:r>
            <a:endParaRPr lang="ko-KR" sz="1150" dirty="0"/>
          </a:p>
        </p:txBody>
      </p:sp>
      <p:sp>
        <p:nvSpPr>
          <p:cNvPr id="77" name="Shape 75"/>
          <p:cNvSpPr/>
          <p:nvPr/>
        </p:nvSpPr>
        <p:spPr>
          <a:xfrm>
            <a:off x="6181344" y="4251960"/>
            <a:ext cx="2651760" cy="1234440"/>
          </a:xfrm>
          <a:prstGeom prst="rect">
            <a:avLst/>
          </a:prstGeom>
          <a:solidFill>
            <a:srgbClr val="3A4E7A"/>
          </a:solidFill>
          <a:ln/>
        </p:spPr>
      </p:sp>
      <p:sp>
        <p:nvSpPr>
          <p:cNvPr id="78" name="Shape 76"/>
          <p:cNvSpPr/>
          <p:nvPr/>
        </p:nvSpPr>
        <p:spPr>
          <a:xfrm>
            <a:off x="6231636" y="4302252"/>
            <a:ext cx="2551176" cy="1133856"/>
          </a:xfrm>
          <a:prstGeom prst="rect">
            <a:avLst/>
          </a:prstGeom>
          <a:solidFill>
            <a:srgbClr val="1F2A4A"/>
          </a:solidFill>
          <a:ln/>
        </p:spPr>
      </p:sp>
      <p:sp>
        <p:nvSpPr>
          <p:cNvPr id="79" name="Shape 77"/>
          <p:cNvSpPr/>
          <p:nvPr/>
        </p:nvSpPr>
        <p:spPr>
          <a:xfrm>
            <a:off x="6181344" y="4251960"/>
            <a:ext cx="50292" cy="50292"/>
          </a:xfrm>
          <a:prstGeom prst="rect">
            <a:avLst/>
          </a:prstGeom>
          <a:solidFill>
            <a:srgbClr val="0F1426"/>
          </a:solidFill>
          <a:ln/>
        </p:spPr>
      </p:sp>
      <p:sp>
        <p:nvSpPr>
          <p:cNvPr id="80" name="Shape 78"/>
          <p:cNvSpPr/>
          <p:nvPr/>
        </p:nvSpPr>
        <p:spPr>
          <a:xfrm>
            <a:off x="8782812" y="4251960"/>
            <a:ext cx="50292" cy="50292"/>
          </a:xfrm>
          <a:prstGeom prst="rect">
            <a:avLst/>
          </a:prstGeom>
          <a:solidFill>
            <a:srgbClr val="0F1426"/>
          </a:solidFill>
          <a:ln/>
        </p:spPr>
      </p:sp>
      <p:sp>
        <p:nvSpPr>
          <p:cNvPr id="81" name="Shape 79"/>
          <p:cNvSpPr/>
          <p:nvPr/>
        </p:nvSpPr>
        <p:spPr>
          <a:xfrm>
            <a:off x="6181344" y="5436108"/>
            <a:ext cx="50292" cy="50292"/>
          </a:xfrm>
          <a:prstGeom prst="rect">
            <a:avLst/>
          </a:prstGeom>
          <a:solidFill>
            <a:srgbClr val="0F1426"/>
          </a:solidFill>
          <a:ln/>
        </p:spPr>
      </p:sp>
      <p:sp>
        <p:nvSpPr>
          <p:cNvPr id="82" name="Shape 80"/>
          <p:cNvSpPr/>
          <p:nvPr/>
        </p:nvSpPr>
        <p:spPr>
          <a:xfrm>
            <a:off x="8782812" y="5436108"/>
            <a:ext cx="50292" cy="50292"/>
          </a:xfrm>
          <a:prstGeom prst="rect">
            <a:avLst/>
          </a:prstGeom>
          <a:solidFill>
            <a:srgbClr val="0F1426"/>
          </a:solidFill>
          <a:ln/>
        </p:spPr>
      </p:sp>
      <p:sp>
        <p:nvSpPr>
          <p:cNvPr id="83" name="Shape 81"/>
          <p:cNvSpPr/>
          <p:nvPr/>
        </p:nvSpPr>
        <p:spPr>
          <a:xfrm>
            <a:off x="6382512" y="4434840"/>
            <a:ext cx="457200" cy="457200"/>
          </a:xfrm>
          <a:prstGeom prst="rect">
            <a:avLst/>
          </a:prstGeom>
          <a:solidFill>
            <a:srgbClr val="22201F"/>
          </a:solidFill>
          <a:ln/>
        </p:spPr>
      </p:sp>
      <p:sp>
        <p:nvSpPr>
          <p:cNvPr id="84" name="Shape 82"/>
          <p:cNvSpPr/>
          <p:nvPr/>
        </p:nvSpPr>
        <p:spPr>
          <a:xfrm>
            <a:off x="6432804" y="4485132"/>
            <a:ext cx="356616" cy="356616"/>
          </a:xfrm>
          <a:prstGeom prst="rect">
            <a:avLst/>
          </a:prstGeom>
          <a:solidFill>
            <a:srgbClr val="45C7C1"/>
          </a:solidFill>
          <a:ln/>
        </p:spPr>
      </p:sp>
      <p:sp>
        <p:nvSpPr>
          <p:cNvPr id="85" name="Shape 83"/>
          <p:cNvSpPr/>
          <p:nvPr/>
        </p:nvSpPr>
        <p:spPr>
          <a:xfrm>
            <a:off x="6382512" y="4434840"/>
            <a:ext cx="50292" cy="50292"/>
          </a:xfrm>
          <a:prstGeom prst="rect">
            <a:avLst/>
          </a:prstGeom>
          <a:solidFill>
            <a:srgbClr val="1F2A4A"/>
          </a:solidFill>
          <a:ln/>
        </p:spPr>
      </p:sp>
      <p:sp>
        <p:nvSpPr>
          <p:cNvPr id="86" name="Shape 84"/>
          <p:cNvSpPr/>
          <p:nvPr/>
        </p:nvSpPr>
        <p:spPr>
          <a:xfrm>
            <a:off x="6789420" y="4434840"/>
            <a:ext cx="50292" cy="50292"/>
          </a:xfrm>
          <a:prstGeom prst="rect">
            <a:avLst/>
          </a:prstGeom>
          <a:solidFill>
            <a:srgbClr val="1F2A4A"/>
          </a:solidFill>
          <a:ln/>
        </p:spPr>
      </p:sp>
      <p:sp>
        <p:nvSpPr>
          <p:cNvPr id="87" name="Shape 85"/>
          <p:cNvSpPr/>
          <p:nvPr/>
        </p:nvSpPr>
        <p:spPr>
          <a:xfrm>
            <a:off x="6382512" y="4841748"/>
            <a:ext cx="50292" cy="50292"/>
          </a:xfrm>
          <a:prstGeom prst="rect">
            <a:avLst/>
          </a:prstGeom>
          <a:solidFill>
            <a:srgbClr val="1F2A4A"/>
          </a:solidFill>
          <a:ln/>
        </p:spPr>
      </p:sp>
      <p:sp>
        <p:nvSpPr>
          <p:cNvPr id="88" name="Shape 86"/>
          <p:cNvSpPr/>
          <p:nvPr/>
        </p:nvSpPr>
        <p:spPr>
          <a:xfrm>
            <a:off x="6789420" y="4841748"/>
            <a:ext cx="50292" cy="50292"/>
          </a:xfrm>
          <a:prstGeom prst="rect">
            <a:avLst/>
          </a:prstGeom>
          <a:solidFill>
            <a:srgbClr val="1F2A4A"/>
          </a:solidFill>
          <a:ln/>
        </p:spPr>
      </p:sp>
      <p:sp>
        <p:nvSpPr>
          <p:cNvPr id="89" name="Text 87"/>
          <p:cNvSpPr txBox="1"/>
          <p:nvPr/>
        </p:nvSpPr>
        <p:spPr>
          <a:xfrm>
            <a:off x="6382512"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C</a:t>
            </a:r>
            <a:endParaRPr lang="ko-KR" sz="1600" dirty="0"/>
          </a:p>
        </p:txBody>
      </p:sp>
      <p:sp>
        <p:nvSpPr>
          <p:cNvPr id="90" name="Text 88"/>
          <p:cNvSpPr txBox="1"/>
          <p:nvPr/>
        </p:nvSpPr>
        <p:spPr>
          <a:xfrm>
            <a:off x="6958584"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91" name="Text 89"/>
          <p:cNvSpPr txBox="1"/>
          <p:nvPr/>
        </p:nvSpPr>
        <p:spPr>
          <a:xfrm>
            <a:off x="6382512"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도트 그래픽·화면 디자인</a:t>
            </a:r>
            <a:endParaRPr lang="ko-KR" sz="1150" dirty="0"/>
          </a:p>
        </p:txBody>
      </p:sp>
      <p:sp>
        <p:nvSpPr>
          <p:cNvPr id="92" name="Shape 90"/>
          <p:cNvSpPr/>
          <p:nvPr/>
        </p:nvSpPr>
        <p:spPr>
          <a:xfrm>
            <a:off x="8997696" y="4251960"/>
            <a:ext cx="2651760" cy="1234440"/>
          </a:xfrm>
          <a:prstGeom prst="rect">
            <a:avLst/>
          </a:prstGeom>
          <a:solidFill>
            <a:srgbClr val="3A4E7A"/>
          </a:solidFill>
          <a:ln/>
        </p:spPr>
      </p:sp>
      <p:sp>
        <p:nvSpPr>
          <p:cNvPr id="93" name="Shape 91"/>
          <p:cNvSpPr/>
          <p:nvPr/>
        </p:nvSpPr>
        <p:spPr>
          <a:xfrm>
            <a:off x="9047988" y="4302252"/>
            <a:ext cx="2551176" cy="1133856"/>
          </a:xfrm>
          <a:prstGeom prst="rect">
            <a:avLst/>
          </a:prstGeom>
          <a:solidFill>
            <a:srgbClr val="1F2A4A"/>
          </a:solidFill>
          <a:ln/>
        </p:spPr>
      </p:sp>
      <p:sp>
        <p:nvSpPr>
          <p:cNvPr id="94" name="Shape 92"/>
          <p:cNvSpPr/>
          <p:nvPr/>
        </p:nvSpPr>
        <p:spPr>
          <a:xfrm>
            <a:off x="8997696" y="4251960"/>
            <a:ext cx="50292" cy="50292"/>
          </a:xfrm>
          <a:prstGeom prst="rect">
            <a:avLst/>
          </a:prstGeom>
          <a:solidFill>
            <a:srgbClr val="0F1426"/>
          </a:solidFill>
          <a:ln/>
        </p:spPr>
      </p:sp>
      <p:sp>
        <p:nvSpPr>
          <p:cNvPr id="95" name="Shape 93"/>
          <p:cNvSpPr/>
          <p:nvPr/>
        </p:nvSpPr>
        <p:spPr>
          <a:xfrm>
            <a:off x="11599164" y="4251960"/>
            <a:ext cx="50292" cy="50292"/>
          </a:xfrm>
          <a:prstGeom prst="rect">
            <a:avLst/>
          </a:prstGeom>
          <a:solidFill>
            <a:srgbClr val="0F1426"/>
          </a:solidFill>
          <a:ln/>
        </p:spPr>
      </p:sp>
      <p:sp>
        <p:nvSpPr>
          <p:cNvPr id="96" name="Shape 94"/>
          <p:cNvSpPr/>
          <p:nvPr/>
        </p:nvSpPr>
        <p:spPr>
          <a:xfrm>
            <a:off x="8997696" y="5436108"/>
            <a:ext cx="50292" cy="50292"/>
          </a:xfrm>
          <a:prstGeom prst="rect">
            <a:avLst/>
          </a:prstGeom>
          <a:solidFill>
            <a:srgbClr val="0F1426"/>
          </a:solidFill>
          <a:ln/>
        </p:spPr>
      </p:sp>
      <p:sp>
        <p:nvSpPr>
          <p:cNvPr id="97" name="Shape 95"/>
          <p:cNvSpPr/>
          <p:nvPr/>
        </p:nvSpPr>
        <p:spPr>
          <a:xfrm>
            <a:off x="11599164" y="5436108"/>
            <a:ext cx="50292" cy="50292"/>
          </a:xfrm>
          <a:prstGeom prst="rect">
            <a:avLst/>
          </a:prstGeom>
          <a:solidFill>
            <a:srgbClr val="0F1426"/>
          </a:solidFill>
          <a:ln/>
        </p:spPr>
      </p:sp>
      <p:sp>
        <p:nvSpPr>
          <p:cNvPr id="98" name="Shape 96"/>
          <p:cNvSpPr/>
          <p:nvPr/>
        </p:nvSpPr>
        <p:spPr>
          <a:xfrm>
            <a:off x="9198864" y="4434840"/>
            <a:ext cx="457200" cy="457200"/>
          </a:xfrm>
          <a:prstGeom prst="rect">
            <a:avLst/>
          </a:prstGeom>
          <a:solidFill>
            <a:srgbClr val="22201F"/>
          </a:solidFill>
          <a:ln/>
        </p:spPr>
      </p:sp>
      <p:sp>
        <p:nvSpPr>
          <p:cNvPr id="99" name="Shape 97"/>
          <p:cNvSpPr/>
          <p:nvPr/>
        </p:nvSpPr>
        <p:spPr>
          <a:xfrm>
            <a:off x="9249156" y="4485132"/>
            <a:ext cx="356616" cy="356616"/>
          </a:xfrm>
          <a:prstGeom prst="rect">
            <a:avLst/>
          </a:prstGeom>
          <a:solidFill>
            <a:srgbClr val="45C7C1"/>
          </a:solidFill>
          <a:ln/>
        </p:spPr>
      </p:sp>
      <p:sp>
        <p:nvSpPr>
          <p:cNvPr id="100" name="Shape 98"/>
          <p:cNvSpPr/>
          <p:nvPr/>
        </p:nvSpPr>
        <p:spPr>
          <a:xfrm>
            <a:off x="9198864" y="4434840"/>
            <a:ext cx="50292" cy="50292"/>
          </a:xfrm>
          <a:prstGeom prst="rect">
            <a:avLst/>
          </a:prstGeom>
          <a:solidFill>
            <a:srgbClr val="1F2A4A"/>
          </a:solidFill>
          <a:ln/>
        </p:spPr>
      </p:sp>
      <p:sp>
        <p:nvSpPr>
          <p:cNvPr id="101" name="Shape 99"/>
          <p:cNvSpPr/>
          <p:nvPr/>
        </p:nvSpPr>
        <p:spPr>
          <a:xfrm>
            <a:off x="9605772" y="4434840"/>
            <a:ext cx="50292" cy="50292"/>
          </a:xfrm>
          <a:prstGeom prst="rect">
            <a:avLst/>
          </a:prstGeom>
          <a:solidFill>
            <a:srgbClr val="1F2A4A"/>
          </a:solidFill>
          <a:ln/>
        </p:spPr>
      </p:sp>
      <p:sp>
        <p:nvSpPr>
          <p:cNvPr id="102" name="Shape 100"/>
          <p:cNvSpPr/>
          <p:nvPr/>
        </p:nvSpPr>
        <p:spPr>
          <a:xfrm>
            <a:off x="9198864" y="4841748"/>
            <a:ext cx="50292" cy="50292"/>
          </a:xfrm>
          <a:prstGeom prst="rect">
            <a:avLst/>
          </a:prstGeom>
          <a:solidFill>
            <a:srgbClr val="1F2A4A"/>
          </a:solidFill>
          <a:ln/>
        </p:spPr>
      </p:sp>
      <p:sp>
        <p:nvSpPr>
          <p:cNvPr id="103" name="Shape 101"/>
          <p:cNvSpPr/>
          <p:nvPr/>
        </p:nvSpPr>
        <p:spPr>
          <a:xfrm>
            <a:off x="9605772" y="4841748"/>
            <a:ext cx="50292" cy="50292"/>
          </a:xfrm>
          <a:prstGeom prst="rect">
            <a:avLst/>
          </a:prstGeom>
          <a:solidFill>
            <a:srgbClr val="1F2A4A"/>
          </a:solidFill>
          <a:ln/>
        </p:spPr>
      </p:sp>
      <p:sp>
        <p:nvSpPr>
          <p:cNvPr id="104" name="Text 102"/>
          <p:cNvSpPr txBox="1"/>
          <p:nvPr/>
        </p:nvSpPr>
        <p:spPr>
          <a:xfrm>
            <a:off x="9198864"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D</a:t>
            </a:r>
            <a:endParaRPr lang="ko-KR" sz="1600" dirty="0"/>
          </a:p>
        </p:txBody>
      </p:sp>
      <p:sp>
        <p:nvSpPr>
          <p:cNvPr id="105" name="Text 103"/>
          <p:cNvSpPr txBox="1"/>
          <p:nvPr/>
        </p:nvSpPr>
        <p:spPr>
          <a:xfrm>
            <a:off x="9774936"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106" name="Text 104"/>
          <p:cNvSpPr txBox="1"/>
          <p:nvPr/>
        </p:nvSpPr>
        <p:spPr>
          <a:xfrm>
            <a:off x="9198864"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테스트·접근성 (글자 크기·모드)</a:t>
            </a:r>
            <a:endParaRPr lang="ko-KR" sz="1150" dirty="0"/>
          </a:p>
        </p:txBody>
      </p:sp>
      <p:sp>
        <p:nvSpPr>
          <p:cNvPr id="107" name="Text 105"/>
          <p:cNvSpPr txBox="1"/>
          <p:nvPr/>
        </p:nvSpPr>
        <p:spPr>
          <a:xfrm>
            <a:off x="548640" y="5806440"/>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월별 일정과 역할은 팀 상황에 맞게 고쳐 쓰는 칸입니다.</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48640"/>
            <a:ext cx="10058400" cy="685800"/>
          </a:xfrm>
          <a:prstGeom prst="rect">
            <a:avLst/>
          </a:prstGeom>
          <a:noFill/>
          <a:ln/>
        </p:spPr>
        <p:txBody>
          <a:bodyPr wrap="square" lIns="0" tIns="0" rIns="0" bIns="0" rtlCol="0" anchor="t"/>
          <a:lstStyle/>
          <a:p>
            <a:pPr indent="0" marL="0">
              <a:buNone/>
            </a:pPr>
            <a:r>
              <a:rPr lang="ko-KR" altLang="en-US" sz="3200" dirty="0">
                <a:solidFill>
                  <a:srgbClr val="FFFFFF"/>
                </a:solidFill>
                <a:latin typeface="Galmuri14" pitchFamily="34" charset="0"/>
                <a:ea typeface="Galmuri14" pitchFamily="34" charset="-122"/>
                <a:cs typeface="Galmuri14" pitchFamily="34" charset="-120"/>
              </a:rPr>
              <a:t>걱정되는 점, 함께 봐 주세요</a:t>
            </a:r>
            <a:endParaRPr lang="ko-KR" sz="3200" dirty="0"/>
          </a:p>
        </p:txBody>
      </p:sp>
      <p:sp>
        <p:nvSpPr>
          <p:cNvPr id="3" name="Text 1"/>
          <p:cNvSpPr txBox="1"/>
          <p:nvPr/>
        </p:nvSpPr>
        <p:spPr>
          <a:xfrm>
            <a:off x="685800" y="1261872"/>
            <a:ext cx="7315200" cy="329184"/>
          </a:xfrm>
          <a:prstGeom prst="rect">
            <a:avLst/>
          </a:prstGeom>
          <a:noFill/>
          <a:ln/>
        </p:spPr>
        <p:txBody>
          <a:bodyPr wrap="square" lIns="0" tIns="0" rIns="0" bIns="0" rtlCol="0" anchor="t"/>
          <a:lstStyle/>
          <a:p>
            <a:pPr indent="0" marL="0">
              <a:buNone/>
            </a:pPr>
            <a:r>
              <a:rPr lang="ko-KR" altLang="en-US" sz="1500" dirty="0">
                <a:solidFill>
                  <a:srgbClr val="B9C6E2"/>
                </a:solidFill>
                <a:latin typeface="Galmuri11" pitchFamily="34" charset="0"/>
                <a:ea typeface="Galmuri11" pitchFamily="34" charset="-122"/>
                <a:cs typeface="Galmuri11" pitchFamily="34" charset="-120"/>
              </a:rPr>
              <a:t>피드백을 주시면 기말까지 반영하겠습니다.</a:t>
            </a:r>
            <a:endParaRPr lang="ko-KR" sz="1500" dirty="0"/>
          </a:p>
        </p:txBody>
      </p:sp>
      <p:sp>
        <p:nvSpPr>
          <p:cNvPr id="4" name="Shape 2"/>
          <p:cNvSpPr/>
          <p:nvPr/>
        </p:nvSpPr>
        <p:spPr>
          <a:xfrm>
            <a:off x="786384" y="2020824"/>
            <a:ext cx="3429000" cy="2514600"/>
          </a:xfrm>
          <a:prstGeom prst="rect">
            <a:avLst/>
          </a:prstGeom>
          <a:solidFill>
            <a:srgbClr val="0B0F1E"/>
          </a:solidFill>
          <a:ln/>
        </p:spPr>
      </p:sp>
      <p:sp>
        <p:nvSpPr>
          <p:cNvPr id="5" name="Shape 3"/>
          <p:cNvSpPr/>
          <p:nvPr/>
        </p:nvSpPr>
        <p:spPr>
          <a:xfrm>
            <a:off x="685800" y="1920240"/>
            <a:ext cx="3429000" cy="2514600"/>
          </a:xfrm>
          <a:prstGeom prst="rect">
            <a:avLst/>
          </a:prstGeom>
          <a:solidFill>
            <a:srgbClr val="3A4E7A"/>
          </a:solidFill>
          <a:ln/>
        </p:spPr>
      </p:sp>
      <p:sp>
        <p:nvSpPr>
          <p:cNvPr id="6" name="Shape 4"/>
          <p:cNvSpPr/>
          <p:nvPr/>
        </p:nvSpPr>
        <p:spPr>
          <a:xfrm>
            <a:off x="736092" y="1970532"/>
            <a:ext cx="3328416" cy="2414016"/>
          </a:xfrm>
          <a:prstGeom prst="rect">
            <a:avLst/>
          </a:prstGeom>
          <a:solidFill>
            <a:srgbClr val="1F2A4A"/>
          </a:solidFill>
          <a:ln/>
        </p:spPr>
      </p:sp>
      <p:sp>
        <p:nvSpPr>
          <p:cNvPr id="7" name="Shape 5"/>
          <p:cNvSpPr/>
          <p:nvPr/>
        </p:nvSpPr>
        <p:spPr>
          <a:xfrm>
            <a:off x="685800" y="1920240"/>
            <a:ext cx="50292" cy="50292"/>
          </a:xfrm>
          <a:prstGeom prst="rect">
            <a:avLst/>
          </a:prstGeom>
          <a:solidFill>
            <a:srgbClr val="0F1426"/>
          </a:solidFill>
          <a:ln/>
        </p:spPr>
      </p:sp>
      <p:sp>
        <p:nvSpPr>
          <p:cNvPr id="8" name="Shape 6"/>
          <p:cNvSpPr/>
          <p:nvPr/>
        </p:nvSpPr>
        <p:spPr>
          <a:xfrm>
            <a:off x="4064508" y="1920240"/>
            <a:ext cx="50292" cy="50292"/>
          </a:xfrm>
          <a:prstGeom prst="rect">
            <a:avLst/>
          </a:prstGeom>
          <a:solidFill>
            <a:srgbClr val="0F1426"/>
          </a:solidFill>
          <a:ln/>
        </p:spPr>
      </p:sp>
      <p:sp>
        <p:nvSpPr>
          <p:cNvPr id="9" name="Shape 7"/>
          <p:cNvSpPr/>
          <p:nvPr/>
        </p:nvSpPr>
        <p:spPr>
          <a:xfrm>
            <a:off x="685800" y="4384548"/>
            <a:ext cx="50292" cy="50292"/>
          </a:xfrm>
          <a:prstGeom prst="rect">
            <a:avLst/>
          </a:prstGeom>
          <a:solidFill>
            <a:srgbClr val="0F1426"/>
          </a:solidFill>
          <a:ln/>
        </p:spPr>
      </p:sp>
      <p:sp>
        <p:nvSpPr>
          <p:cNvPr id="10" name="Shape 8"/>
          <p:cNvSpPr/>
          <p:nvPr/>
        </p:nvSpPr>
        <p:spPr>
          <a:xfrm>
            <a:off x="4064508" y="4384548"/>
            <a:ext cx="50292" cy="50292"/>
          </a:xfrm>
          <a:prstGeom prst="rect">
            <a:avLst/>
          </a:prstGeom>
          <a:solidFill>
            <a:srgbClr val="0F1426"/>
          </a:solidFill>
          <a:ln/>
        </p:spPr>
      </p:sp>
      <p:sp>
        <p:nvSpPr>
          <p:cNvPr id="11" name="Text 9"/>
          <p:cNvSpPr txBox="1"/>
          <p:nvPr/>
        </p:nvSpPr>
        <p:spPr>
          <a:xfrm>
            <a:off x="9418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Q1</a:t>
            </a:r>
            <a:endParaRPr lang="ko-KR" sz="2200" dirty="0"/>
          </a:p>
        </p:txBody>
      </p:sp>
      <p:sp>
        <p:nvSpPr>
          <p:cNvPr id="12" name="Text 10"/>
          <p:cNvSpPr txBox="1"/>
          <p:nvPr/>
        </p:nvSpPr>
        <p:spPr>
          <a:xfrm>
            <a:off x="9418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어린이부터 어르신까지</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한 게임으로 괜찮을까?</a:t>
            </a:r>
            <a:endParaRPr lang="ko-KR" sz="1500" dirty="0"/>
          </a:p>
        </p:txBody>
      </p:sp>
      <p:sp>
        <p:nvSpPr>
          <p:cNvPr id="13" name="Text 11"/>
          <p:cNvSpPr txBox="1"/>
          <p:nvPr/>
        </p:nvSpPr>
        <p:spPr>
          <a:xfrm>
            <a:off x="9418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글자 크기 5단계·차근차근 모드를 넣고, 11월에 여러 세대에게 시제품을 보여 드릴게요</a:t>
            </a:r>
            <a:endParaRPr lang="ko-KR" sz="1200" dirty="0"/>
          </a:p>
        </p:txBody>
      </p:sp>
      <p:sp>
        <p:nvSpPr>
          <p:cNvPr id="14" name="Shape 12"/>
          <p:cNvSpPr/>
          <p:nvPr/>
        </p:nvSpPr>
        <p:spPr>
          <a:xfrm>
            <a:off x="4443984" y="2020824"/>
            <a:ext cx="3429000" cy="2514600"/>
          </a:xfrm>
          <a:prstGeom prst="rect">
            <a:avLst/>
          </a:prstGeom>
          <a:solidFill>
            <a:srgbClr val="0B0F1E"/>
          </a:solidFill>
          <a:ln/>
        </p:spPr>
      </p:sp>
      <p:sp>
        <p:nvSpPr>
          <p:cNvPr id="15" name="Shape 13"/>
          <p:cNvSpPr/>
          <p:nvPr/>
        </p:nvSpPr>
        <p:spPr>
          <a:xfrm>
            <a:off x="4343400" y="1920240"/>
            <a:ext cx="3429000" cy="2514600"/>
          </a:xfrm>
          <a:prstGeom prst="rect">
            <a:avLst/>
          </a:prstGeom>
          <a:solidFill>
            <a:srgbClr val="3A4E7A"/>
          </a:solidFill>
          <a:ln/>
        </p:spPr>
      </p:sp>
      <p:sp>
        <p:nvSpPr>
          <p:cNvPr id="16" name="Shape 14"/>
          <p:cNvSpPr/>
          <p:nvPr/>
        </p:nvSpPr>
        <p:spPr>
          <a:xfrm>
            <a:off x="4393692" y="1970532"/>
            <a:ext cx="3328416" cy="2414016"/>
          </a:xfrm>
          <a:prstGeom prst="rect">
            <a:avLst/>
          </a:prstGeom>
          <a:solidFill>
            <a:srgbClr val="1F2A4A"/>
          </a:solidFill>
          <a:ln/>
        </p:spPr>
      </p:sp>
      <p:sp>
        <p:nvSpPr>
          <p:cNvPr id="17" name="Shape 15"/>
          <p:cNvSpPr/>
          <p:nvPr/>
        </p:nvSpPr>
        <p:spPr>
          <a:xfrm>
            <a:off x="4343400" y="1920240"/>
            <a:ext cx="50292" cy="50292"/>
          </a:xfrm>
          <a:prstGeom prst="rect">
            <a:avLst/>
          </a:prstGeom>
          <a:solidFill>
            <a:srgbClr val="0F1426"/>
          </a:solidFill>
          <a:ln/>
        </p:spPr>
      </p:sp>
      <p:sp>
        <p:nvSpPr>
          <p:cNvPr id="18" name="Shape 16"/>
          <p:cNvSpPr/>
          <p:nvPr/>
        </p:nvSpPr>
        <p:spPr>
          <a:xfrm>
            <a:off x="7722108" y="1920240"/>
            <a:ext cx="50292" cy="50292"/>
          </a:xfrm>
          <a:prstGeom prst="rect">
            <a:avLst/>
          </a:prstGeom>
          <a:solidFill>
            <a:srgbClr val="0F1426"/>
          </a:solidFill>
          <a:ln/>
        </p:spPr>
      </p:sp>
      <p:sp>
        <p:nvSpPr>
          <p:cNvPr id="19" name="Shape 17"/>
          <p:cNvSpPr/>
          <p:nvPr/>
        </p:nvSpPr>
        <p:spPr>
          <a:xfrm>
            <a:off x="4343400" y="4384548"/>
            <a:ext cx="50292" cy="50292"/>
          </a:xfrm>
          <a:prstGeom prst="rect">
            <a:avLst/>
          </a:prstGeom>
          <a:solidFill>
            <a:srgbClr val="0F1426"/>
          </a:solidFill>
          <a:ln/>
        </p:spPr>
      </p:sp>
      <p:sp>
        <p:nvSpPr>
          <p:cNvPr id="20" name="Shape 18"/>
          <p:cNvSpPr/>
          <p:nvPr/>
        </p:nvSpPr>
        <p:spPr>
          <a:xfrm>
            <a:off x="7722108" y="4384548"/>
            <a:ext cx="50292" cy="50292"/>
          </a:xfrm>
          <a:prstGeom prst="rect">
            <a:avLst/>
          </a:prstGeom>
          <a:solidFill>
            <a:srgbClr val="0F1426"/>
          </a:solidFill>
          <a:ln/>
        </p:spPr>
      </p:sp>
      <p:sp>
        <p:nvSpPr>
          <p:cNvPr id="21" name="Text 19"/>
          <p:cNvSpPr txBox="1"/>
          <p:nvPr/>
        </p:nvSpPr>
        <p:spPr>
          <a:xfrm>
            <a:off x="45994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Q2</a:t>
            </a:r>
            <a:endParaRPr lang="ko-KR" sz="2200" dirty="0"/>
          </a:p>
        </p:txBody>
      </p:sp>
      <p:sp>
        <p:nvSpPr>
          <p:cNvPr id="22" name="Text 20"/>
          <p:cNvSpPr txBox="1"/>
          <p:nvPr/>
        </p:nvSpPr>
        <p:spPr>
          <a:xfrm>
            <a:off x="45994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정답을 근무 끝에 알려 주면</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답답하지 않을까?</a:t>
            </a:r>
            <a:endParaRPr lang="ko-KR" sz="1500" dirty="0"/>
          </a:p>
        </p:txBody>
      </p:sp>
      <p:sp>
        <p:nvSpPr>
          <p:cNvPr id="23" name="Text 21"/>
          <p:cNvSpPr txBox="1"/>
          <p:nvPr/>
        </p:nvSpPr>
        <p:spPr>
          <a:xfrm>
            <a:off x="45994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사건별 해설로 보완하고, 테스트에서 실제 반응을 확인할게요</a:t>
            </a:r>
            <a:endParaRPr lang="ko-KR" sz="1200" dirty="0"/>
          </a:p>
        </p:txBody>
      </p:sp>
      <p:sp>
        <p:nvSpPr>
          <p:cNvPr id="24" name="Shape 22"/>
          <p:cNvSpPr/>
          <p:nvPr/>
        </p:nvSpPr>
        <p:spPr>
          <a:xfrm>
            <a:off x="8101584" y="2020824"/>
            <a:ext cx="3429000" cy="2514600"/>
          </a:xfrm>
          <a:prstGeom prst="rect">
            <a:avLst/>
          </a:prstGeom>
          <a:solidFill>
            <a:srgbClr val="0B0F1E"/>
          </a:solidFill>
          <a:ln/>
        </p:spPr>
      </p:sp>
      <p:sp>
        <p:nvSpPr>
          <p:cNvPr id="25" name="Shape 23"/>
          <p:cNvSpPr/>
          <p:nvPr/>
        </p:nvSpPr>
        <p:spPr>
          <a:xfrm>
            <a:off x="8001000" y="1920240"/>
            <a:ext cx="3429000" cy="2514600"/>
          </a:xfrm>
          <a:prstGeom prst="rect">
            <a:avLst/>
          </a:prstGeom>
          <a:solidFill>
            <a:srgbClr val="3A4E7A"/>
          </a:solidFill>
          <a:ln/>
        </p:spPr>
      </p:sp>
      <p:sp>
        <p:nvSpPr>
          <p:cNvPr id="26" name="Shape 24"/>
          <p:cNvSpPr/>
          <p:nvPr/>
        </p:nvSpPr>
        <p:spPr>
          <a:xfrm>
            <a:off x="8051292" y="1970532"/>
            <a:ext cx="3328416" cy="2414016"/>
          </a:xfrm>
          <a:prstGeom prst="rect">
            <a:avLst/>
          </a:prstGeom>
          <a:solidFill>
            <a:srgbClr val="1F2A4A"/>
          </a:solidFill>
          <a:ln/>
        </p:spPr>
      </p:sp>
      <p:sp>
        <p:nvSpPr>
          <p:cNvPr id="27" name="Shape 25"/>
          <p:cNvSpPr/>
          <p:nvPr/>
        </p:nvSpPr>
        <p:spPr>
          <a:xfrm>
            <a:off x="8001000" y="1920240"/>
            <a:ext cx="50292" cy="50292"/>
          </a:xfrm>
          <a:prstGeom prst="rect">
            <a:avLst/>
          </a:prstGeom>
          <a:solidFill>
            <a:srgbClr val="0F1426"/>
          </a:solidFill>
          <a:ln/>
        </p:spPr>
      </p:sp>
      <p:sp>
        <p:nvSpPr>
          <p:cNvPr id="28" name="Shape 26"/>
          <p:cNvSpPr/>
          <p:nvPr/>
        </p:nvSpPr>
        <p:spPr>
          <a:xfrm>
            <a:off x="11379708" y="1920240"/>
            <a:ext cx="50292" cy="50292"/>
          </a:xfrm>
          <a:prstGeom prst="rect">
            <a:avLst/>
          </a:prstGeom>
          <a:solidFill>
            <a:srgbClr val="0F1426"/>
          </a:solidFill>
          <a:ln/>
        </p:spPr>
      </p:sp>
      <p:sp>
        <p:nvSpPr>
          <p:cNvPr id="29" name="Shape 27"/>
          <p:cNvSpPr/>
          <p:nvPr/>
        </p:nvSpPr>
        <p:spPr>
          <a:xfrm>
            <a:off x="8001000" y="4384548"/>
            <a:ext cx="50292" cy="50292"/>
          </a:xfrm>
          <a:prstGeom prst="rect">
            <a:avLst/>
          </a:prstGeom>
          <a:solidFill>
            <a:srgbClr val="0F1426"/>
          </a:solidFill>
          <a:ln/>
        </p:spPr>
      </p:sp>
      <p:sp>
        <p:nvSpPr>
          <p:cNvPr id="30" name="Shape 28"/>
          <p:cNvSpPr/>
          <p:nvPr/>
        </p:nvSpPr>
        <p:spPr>
          <a:xfrm>
            <a:off x="11379708" y="4384548"/>
            <a:ext cx="50292" cy="50292"/>
          </a:xfrm>
          <a:prstGeom prst="rect">
            <a:avLst/>
          </a:prstGeom>
          <a:solidFill>
            <a:srgbClr val="0F1426"/>
          </a:solidFill>
          <a:ln/>
        </p:spPr>
      </p:sp>
      <p:sp>
        <p:nvSpPr>
          <p:cNvPr id="31" name="Text 29"/>
          <p:cNvSpPr txBox="1"/>
          <p:nvPr/>
        </p:nvSpPr>
        <p:spPr>
          <a:xfrm>
            <a:off x="82570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Q3</a:t>
            </a:r>
            <a:endParaRPr lang="ko-KR" sz="2200" dirty="0"/>
          </a:p>
        </p:txBody>
      </p:sp>
      <p:sp>
        <p:nvSpPr>
          <p:cNvPr id="32" name="Text 30"/>
          <p:cNvSpPr txBox="1"/>
          <p:nvPr/>
        </p:nvSpPr>
        <p:spPr>
          <a:xfrm>
            <a:off x="82570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사례 14개·화면 10개,</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다음 학기에 다 만들 수 있을까?</a:t>
            </a:r>
            <a:endParaRPr lang="ko-KR" sz="1500" dirty="0"/>
          </a:p>
        </p:txBody>
      </p:sp>
      <p:sp>
        <p:nvSpPr>
          <p:cNvPr id="33" name="Text 31"/>
          <p:cNvSpPr txBox="1"/>
          <p:nvPr/>
        </p:nvSpPr>
        <p:spPr>
          <a:xfrm>
            <a:off x="82570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판정 규칙을 데이터로 분리했어요. 범위가 적절한지 의견 부탁드립니다</a:t>
            </a:r>
            <a:endParaRPr lang="ko-KR" sz="1200" dirty="0"/>
          </a:p>
        </p:txBody>
      </p:sp>
      <p:sp>
        <p:nvSpPr>
          <p:cNvPr id="34" name="Shape 32"/>
          <p:cNvSpPr/>
          <p:nvPr/>
        </p:nvSpPr>
        <p:spPr>
          <a:xfrm>
            <a:off x="9198864" y="4718304"/>
            <a:ext cx="2560320" cy="1600200"/>
          </a:xfrm>
          <a:prstGeom prst="rect">
            <a:avLst/>
          </a:prstGeom>
          <a:solidFill>
            <a:srgbClr val="0B0F1E"/>
          </a:solidFill>
          <a:ln/>
        </p:spPr>
      </p:sp>
      <p:sp>
        <p:nvSpPr>
          <p:cNvPr id="35" name="Shape 33"/>
          <p:cNvSpPr/>
          <p:nvPr/>
        </p:nvSpPr>
        <p:spPr>
          <a:xfrm>
            <a:off x="9098280" y="4617720"/>
            <a:ext cx="2560320" cy="1600200"/>
          </a:xfrm>
          <a:prstGeom prst="rect">
            <a:avLst/>
          </a:prstGeom>
          <a:solidFill>
            <a:srgbClr val="3A4E7A"/>
          </a:solidFill>
          <a:ln/>
        </p:spPr>
      </p:sp>
      <p:sp>
        <p:nvSpPr>
          <p:cNvPr id="36" name="Shape 34"/>
          <p:cNvSpPr/>
          <p:nvPr/>
        </p:nvSpPr>
        <p:spPr>
          <a:xfrm>
            <a:off x="9148572" y="4668012"/>
            <a:ext cx="2459736" cy="1499616"/>
          </a:xfrm>
          <a:prstGeom prst="rect">
            <a:avLst/>
          </a:prstGeom>
          <a:solidFill>
            <a:srgbClr val="1F2A4A"/>
          </a:solidFill>
          <a:ln/>
        </p:spPr>
      </p:sp>
      <p:sp>
        <p:nvSpPr>
          <p:cNvPr id="37" name="Shape 35"/>
          <p:cNvSpPr/>
          <p:nvPr/>
        </p:nvSpPr>
        <p:spPr>
          <a:xfrm>
            <a:off x="9098280" y="4617720"/>
            <a:ext cx="50292" cy="50292"/>
          </a:xfrm>
          <a:prstGeom prst="rect">
            <a:avLst/>
          </a:prstGeom>
          <a:solidFill>
            <a:srgbClr val="0F1426"/>
          </a:solidFill>
          <a:ln/>
        </p:spPr>
      </p:sp>
      <p:sp>
        <p:nvSpPr>
          <p:cNvPr id="38" name="Shape 36"/>
          <p:cNvSpPr/>
          <p:nvPr/>
        </p:nvSpPr>
        <p:spPr>
          <a:xfrm>
            <a:off x="11608308" y="4617720"/>
            <a:ext cx="50292" cy="50292"/>
          </a:xfrm>
          <a:prstGeom prst="rect">
            <a:avLst/>
          </a:prstGeom>
          <a:solidFill>
            <a:srgbClr val="0F1426"/>
          </a:solidFill>
          <a:ln/>
        </p:spPr>
      </p:sp>
      <p:sp>
        <p:nvSpPr>
          <p:cNvPr id="39" name="Shape 37"/>
          <p:cNvSpPr/>
          <p:nvPr/>
        </p:nvSpPr>
        <p:spPr>
          <a:xfrm>
            <a:off x="9098280" y="6167628"/>
            <a:ext cx="50292" cy="50292"/>
          </a:xfrm>
          <a:prstGeom prst="rect">
            <a:avLst/>
          </a:prstGeom>
          <a:solidFill>
            <a:srgbClr val="0F1426"/>
          </a:solidFill>
          <a:ln/>
        </p:spPr>
      </p:sp>
      <p:sp>
        <p:nvSpPr>
          <p:cNvPr id="40" name="Shape 38"/>
          <p:cNvSpPr/>
          <p:nvPr/>
        </p:nvSpPr>
        <p:spPr>
          <a:xfrm>
            <a:off x="11608308" y="6167628"/>
            <a:ext cx="50292" cy="50292"/>
          </a:xfrm>
          <a:prstGeom prst="rect">
            <a:avLst/>
          </a:prstGeom>
          <a:solidFill>
            <a:srgbClr val="0F1426"/>
          </a:solidFill>
          <a:ln/>
        </p:spPr>
      </p:sp>
      <p:pic>
        <p:nvPicPr>
          <p:cNvPr id="41" name="Image 0" descr="도트 보안관">    </p:cNvPr>
          <p:cNvPicPr>
            <a:picLocks noChangeAspect="1"/>
          </p:cNvPicPr>
          <p:nvPr/>
        </p:nvPicPr>
        <p:blipFill>
          <a:blip r:embed="rId2"/>
          <a:stretch>
            <a:fillRect/>
          </a:stretch>
        </p:blipFill>
        <p:spPr>
          <a:xfrm>
            <a:off x="10058400" y="4690872"/>
            <a:ext cx="1463040" cy="1463040"/>
          </a:xfrm>
          <a:prstGeom prst="rect">
            <a:avLst/>
          </a:prstGeom>
        </p:spPr>
      </p:pic>
      <p:pic>
        <p:nvPicPr>
          <p:cNvPr id="42" name="Image 1" descr="AI 조수 도트">    </p:cNvPr>
          <p:cNvPicPr>
            <a:picLocks noChangeAspect="1"/>
          </p:cNvPicPr>
          <p:nvPr/>
        </p:nvPicPr>
        <p:blipFill>
          <a:blip r:embed="rId3"/>
          <a:stretch>
            <a:fillRect/>
          </a:stretch>
        </p:blipFill>
        <p:spPr>
          <a:xfrm>
            <a:off x="9326880" y="5413248"/>
            <a:ext cx="685800" cy="685800"/>
          </a:xfrm>
          <a:prstGeom prst="rect">
            <a:avLst/>
          </a:prstGeom>
        </p:spPr>
      </p:pic>
      <p:sp>
        <p:nvSpPr>
          <p:cNvPr id="43" name="Text 39"/>
          <p:cNvSpPr txBox="1"/>
          <p:nvPr/>
        </p:nvSpPr>
        <p:spPr>
          <a:xfrm>
            <a:off x="685800" y="4983480"/>
            <a:ext cx="7315200" cy="640080"/>
          </a:xfrm>
          <a:prstGeom prst="rect">
            <a:avLst/>
          </a:prstGeom>
          <a:noFill/>
          <a:ln/>
        </p:spPr>
        <p:txBody>
          <a:bodyPr wrap="square" lIns="0" tIns="0" rIns="0" bIns="0" rtlCol="0" anchor="t"/>
          <a:lstStyle/>
          <a:p>
            <a:pPr indent="0" marL="0">
              <a:buNone/>
            </a:pPr>
            <a:r>
              <a:rPr lang="ko-KR" altLang="en-US" sz="3000" dirty="0">
                <a:solidFill>
                  <a:srgbClr val="45C7C1"/>
                </a:solidFill>
                <a:latin typeface="Galmuri14" pitchFamily="34" charset="0"/>
                <a:ea typeface="Galmuri14" pitchFamily="34" charset="-122"/>
                <a:cs typeface="Galmuri14" pitchFamily="34" charset="-120"/>
              </a:rPr>
              <a:t>감사합니다  ·  Q&amp;A</a:t>
            </a:r>
            <a:endParaRPr lang="ko-KR" sz="3000" dirty="0"/>
          </a:p>
        </p:txBody>
      </p:sp>
      <p:sp>
        <p:nvSpPr>
          <p:cNvPr id="44" name="Text 40"/>
          <p:cNvSpPr txBox="1"/>
          <p:nvPr/>
        </p:nvSpPr>
        <p:spPr>
          <a:xfrm>
            <a:off x="685800" y="5669280"/>
            <a:ext cx="7315200" cy="292608"/>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Team ________  |  DIGITAL GUARD (가칭)</a:t>
            </a:r>
            <a:endParaRPr lang="ko-KR" sz="1300" dirty="0"/>
          </a:p>
        </p:txBody>
      </p:sp>
    </p:spTree>
  </p:cSld>
  <p:clrMapOvr>
    <a:masterClrMapping/>
  </p:clrMapOvr>
</p:sld>
</file>

<file path=ppt/theme/theme1.xml><?xml version="1.0" encoding="utf-8"?>
<a:theme xmlns:a="http://schemas.openxmlformats.org/drawingml/2006/main" name="DIGITAL GUARD Pixel">
  <a:themeElements>
    <a:clrScheme name="DIGITAL GUARD Pixel">
      <a:dk1>
        <a:srgbClr val="0F1426"/>
      </a:dk1>
      <a:lt1>
        <a:srgbClr val="FFFFFF"/>
      </a:lt1>
      <a:dk2>
        <a:srgbClr val="1F2A4A"/>
      </a:dk2>
      <a:lt2>
        <a:srgbClr val="F2EBD9"/>
      </a:lt2>
      <a:accent1>
        <a:srgbClr val="45C7C1"/>
      </a:accent1>
      <a:accent2>
        <a:srgbClr val="E0503C"/>
      </a:accent2>
      <a:accent3>
        <a:srgbClr val="F7D84A"/>
      </a:accent3>
      <a:accent4>
        <a:srgbClr val="7F9CC9"/>
      </a:accent4>
      <a:accent5>
        <a:srgbClr val="3FBF6F"/>
      </a:accent5>
      <a:accent6>
        <a:srgbClr val="8A6BD1"/>
      </a:accent6>
      <a:hlink>
        <a:srgbClr val="45C7C1"/>
      </a:hlink>
      <a:folHlink>
        <a:srgbClr val="7F9CC9"/>
      </a:folHlink>
    </a:clrScheme>
    <a:fontScheme name="DIGITAL GUARD Pixel">
      <a:majorFont>
        <a:latin typeface="Galmuri1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GUARD(가칭) 중간 설계발표</dc:title>
  <dc:subject>전연령 디지털 안전 퍼즐 게임 — 중간 설계발표 (도트 스타일)</dc:subject>
  <dc:creator>DIGITAL GUARD 기획팀</dc:creator>
  <cp:lastModifiedBy>DIGITAL GUARD 기획팀</cp:lastModifiedBy>
  <cp:revision>1</cp:revision>
  <dcterms:created xsi:type="dcterms:W3CDTF">2026-10-16T11:12:32Z</dcterms:created>
  <dcterms:modified xsi:type="dcterms:W3CDTF">2026-10-16T11:12:32Z</dcterms:modified>
</cp:coreProperties>
</file>